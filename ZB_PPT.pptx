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fc7fee278342cc" /><Relationship Type="http://schemas.openxmlformats.org/officeDocument/2006/relationships/extended-properties" Target="/docProps/app.xml" Id="R4de41bf83ccd43fa" /><Relationship Type="http://schemas.openxmlformats.org/officeDocument/2006/relationships/officeDocument" Target="/ppt/presentation.xml" Id="R4f76188bf63e4c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9c593706a445a6"/>
    <p:sldMasterId xmlns:r="http://schemas.openxmlformats.org/officeDocument/2006/relationships" id="2147483669" r:id="Rb30ed349b25e4437"/>
    <p:sldMasterId xmlns:r="http://schemas.openxmlformats.org/officeDocument/2006/relationships" id="2147483690" r:id="R7adfb191190040ba"/>
    <p:sldMasterId xmlns:r="http://schemas.openxmlformats.org/officeDocument/2006/relationships" id="2147483711" r:id="Rba789f6392264fd9"/>
  </p:sldMasterIdLst>
  <p:notesMasterIdLst>
    <p:notesMasterId xmlns:r="http://schemas.openxmlformats.org/officeDocument/2006/relationships" r:id="R897163eb35534d53"/>
  </p:notesMasterIdLst>
  <p:sldIdLst>
    <p:sldId xmlns:r="http://schemas.openxmlformats.org/officeDocument/2006/relationships" id="256" r:id="Rebb92f4e74564367"/>
    <p:sldId xmlns:r="http://schemas.openxmlformats.org/officeDocument/2006/relationships" id="257" r:id="R6a13498ffd2f4eee"/>
    <p:sldId xmlns:r="http://schemas.openxmlformats.org/officeDocument/2006/relationships" id="258" r:id="Red00989e88b345e7"/>
    <p:sldId xmlns:r="http://schemas.openxmlformats.org/officeDocument/2006/relationships" id="259" r:id="R7bb1b19c07884a27"/>
    <p:sldId xmlns:r="http://schemas.openxmlformats.org/officeDocument/2006/relationships" id="260" r:id="Rd570aae0539c4fb0"/>
    <p:sldId xmlns:r="http://schemas.openxmlformats.org/officeDocument/2006/relationships" id="261" r:id="R383cd984729143ac"/>
    <p:sldId xmlns:r="http://schemas.openxmlformats.org/officeDocument/2006/relationships" id="262" r:id="R48ae7a4245aa4664"/>
    <p:sldId xmlns:r="http://schemas.openxmlformats.org/officeDocument/2006/relationships" id="263" r:id="R8a66991d924646d1"/>
    <p:sldId xmlns:r="http://schemas.openxmlformats.org/officeDocument/2006/relationships" id="264" r:id="R3ec1531a877d4c8f"/>
    <p:sldId xmlns:r="http://schemas.openxmlformats.org/officeDocument/2006/relationships" id="265" r:id="Ra86c49e232d9422f"/>
    <p:sldId xmlns:r="http://schemas.openxmlformats.org/officeDocument/2006/relationships" id="266" r:id="R9938362eb5d84866"/>
    <p:sldId xmlns:r="http://schemas.openxmlformats.org/officeDocument/2006/relationships" id="267" r:id="R6ff36c1178804f44"/>
    <p:sldId xmlns:r="http://schemas.openxmlformats.org/officeDocument/2006/relationships" id="268" r:id="R31e9f325f54347de"/>
    <p:sldId xmlns:r="http://schemas.openxmlformats.org/officeDocument/2006/relationships" id="269" r:id="Re0d98f4f567e41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e61fd054fe4c94" /><Relationship Type="http://schemas.openxmlformats.org/officeDocument/2006/relationships/slideMaster" Target="/ppt/slideMasters/slideMaster1.xml" Id="Rf79c593706a445a6" /><Relationship Type="http://schemas.openxmlformats.org/officeDocument/2006/relationships/slideMaster" Target="/ppt/slideMasters/slideMaster2.xml" Id="Rb30ed349b25e4437" /><Relationship Type="http://schemas.openxmlformats.org/officeDocument/2006/relationships/slideMaster" Target="/ppt/slideMasters/slideMaster3.xml" Id="R7adfb191190040ba" /><Relationship Type="http://schemas.openxmlformats.org/officeDocument/2006/relationships/slideMaster" Target="/ppt/slideMasters/slideMaster4.xml" Id="Rba789f6392264fd9" /><Relationship Type="http://schemas.openxmlformats.org/officeDocument/2006/relationships/notesMaster" Target="/ppt/notesMasters/notesMaster1.xml" Id="R897163eb35534d53" /><Relationship Type="http://schemas.openxmlformats.org/officeDocument/2006/relationships/presProps" Target="/ppt/presProps.xml" Id="Rf733acd75fef4c9d" /><Relationship Type="http://schemas.openxmlformats.org/officeDocument/2006/relationships/viewProps" Target="/ppt/viewProps.xml" Id="R3ef3f706462f46be" /><Relationship Type="http://schemas.openxmlformats.org/officeDocument/2006/relationships/tableStyles" Target="/ppt/tableStyles.xml" Id="R7d6c62a25278480b" /><Relationship Type="http://schemas.openxmlformats.org/officeDocument/2006/relationships/slide" Target="/ppt/slides/slide1.xml" Id="Rebb92f4e74564367" /><Relationship Type="http://schemas.openxmlformats.org/officeDocument/2006/relationships/slide" Target="/ppt/slides/slide2.xml" Id="R6a13498ffd2f4eee" /><Relationship Type="http://schemas.openxmlformats.org/officeDocument/2006/relationships/slide" Target="/ppt/slides/slide3.xml" Id="Red00989e88b345e7" /><Relationship Type="http://schemas.openxmlformats.org/officeDocument/2006/relationships/slide" Target="/ppt/slides/slide4.xml" Id="R7bb1b19c07884a27" /><Relationship Type="http://schemas.openxmlformats.org/officeDocument/2006/relationships/slide" Target="/ppt/slides/slide5.xml" Id="Rd570aae0539c4fb0" /><Relationship Type="http://schemas.openxmlformats.org/officeDocument/2006/relationships/slide" Target="/ppt/slides/slide6.xml" Id="R383cd984729143ac" /><Relationship Type="http://schemas.openxmlformats.org/officeDocument/2006/relationships/slide" Target="/ppt/slides/slide7.xml" Id="R48ae7a4245aa4664" /><Relationship Type="http://schemas.openxmlformats.org/officeDocument/2006/relationships/slide" Target="/ppt/slides/slide8.xml" Id="R8a66991d924646d1" /><Relationship Type="http://schemas.openxmlformats.org/officeDocument/2006/relationships/slide" Target="/ppt/slides/slide9.xml" Id="R3ec1531a877d4c8f" /><Relationship Type="http://schemas.openxmlformats.org/officeDocument/2006/relationships/slide" Target="/ppt/slides/slide10.xml" Id="Ra86c49e232d9422f" /><Relationship Type="http://schemas.openxmlformats.org/officeDocument/2006/relationships/slide" Target="/ppt/slides/slide11.xml" Id="R9938362eb5d84866" /><Relationship Type="http://schemas.openxmlformats.org/officeDocument/2006/relationships/slide" Target="/ppt/slides/slide12.xml" Id="R6ff36c1178804f44" /><Relationship Type="http://schemas.openxmlformats.org/officeDocument/2006/relationships/slide" Target="/ppt/slides/slide13.xml" Id="R31e9f325f54347de" /><Relationship Type="http://schemas.openxmlformats.org/officeDocument/2006/relationships/slide" Target="/ppt/slides/slide14.xml" Id="Re0d98f4f567e41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2c7788c1668b4f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c77e688814be9" /><Relationship Type="http://schemas.openxmlformats.org/officeDocument/2006/relationships/notesMaster" Target="/ppt/notesMasters/notesMaster1.xml" Id="Rc2f37c601cc14f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063c2398d4ccd" /><Relationship Type="http://schemas.openxmlformats.org/officeDocument/2006/relationships/notesMaster" Target="/ppt/notesMasters/notesMaster1.xml" Id="R0a47fe0c724e40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264816e74d4dff" /><Relationship Type="http://schemas.openxmlformats.org/officeDocument/2006/relationships/notesMaster" Target="/ppt/notesMasters/notesMaster1.xml" Id="Rea188bd2c09c41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c291ce5284256" /><Relationship Type="http://schemas.openxmlformats.org/officeDocument/2006/relationships/notesMaster" Target="/ppt/notesMasters/notesMaster1.xml" Id="R405e03eadfb74b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eabf7a6034c87" /><Relationship Type="http://schemas.openxmlformats.org/officeDocument/2006/relationships/notesMaster" Target="/ppt/notesMasters/notesMaster1.xml" Id="R6a759be479d145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dc90f405f42fe" /><Relationship Type="http://schemas.openxmlformats.org/officeDocument/2006/relationships/notesMaster" Target="/ppt/notesMasters/notesMaster1.xml" Id="Ra2493811916c43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cfcaf4e4cf46dd" /><Relationship Type="http://schemas.openxmlformats.org/officeDocument/2006/relationships/notesMaster" Target="/ppt/notesMasters/notesMaster1.xml" Id="R6f197cf3ac6249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f178ac9510492c" /><Relationship Type="http://schemas.openxmlformats.org/officeDocument/2006/relationships/notesMaster" Target="/ppt/notesMasters/notesMaster1.xml" Id="Rb6e81a9e1ef647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733d1a5a54484a" /><Relationship Type="http://schemas.openxmlformats.org/officeDocument/2006/relationships/notesMaster" Target="/ppt/notesMasters/notesMaster1.xml" Id="Rf1e88422c20a48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31f2e4bf614787" /><Relationship Type="http://schemas.openxmlformats.org/officeDocument/2006/relationships/notesMaster" Target="/ppt/notesMasters/notesMaster1.xml" Id="Rb66525af361e43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6e385e19b14c45" /><Relationship Type="http://schemas.openxmlformats.org/officeDocument/2006/relationships/notesMaster" Target="/ppt/notesMasters/notesMaster1.xml" Id="R173f294b086d4b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e2231198c14c86" /><Relationship Type="http://schemas.openxmlformats.org/officeDocument/2006/relationships/notesMaster" Target="/ppt/notesMasters/notesMaster1.xml" Id="R469d8d3166744a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49d4f3eca04057" /><Relationship Type="http://schemas.openxmlformats.org/officeDocument/2006/relationships/notesMaster" Target="/ppt/notesMasters/notesMaster1.xml" Id="R5f8e80da673e4b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65b4dfaa9b4214" /><Relationship Type="http://schemas.openxmlformats.org/officeDocument/2006/relationships/notesMaster" Target="/ppt/notesMasters/notesMaster1.xml" Id="Ree4d613d45e0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一个月前，我面对的是一条真实产线；一个月后，我完成了其中一个机器人动作的改造。今天我想讲清楚，这个变化是怎样发生的。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Murata official template: Murata2024_Template_Widescreen_ZH.pptx</a:t>
            </a:r>
          </a:p>
          <a:p xmlns:a="http://schemas.openxmlformats.org/drawingml/2006/main">
            <a:r>
              <a:t>- User-requested generated visual: PPT配图_村田主题/01_封面_智能制造.png</a:t>
            </a:r>
          </a:p>
          <a:p xmlns:a="http://schemas.openxmlformats.org/drawingml/2006/main">
            <a:r>
              <a:t>- User-provided internship description: detect.txt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先展示结果，再回到过程。强调三次角色转换：先看懂现场，再建立知识链，最后进入实践。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internship timeline and completed work: detect.txt</a:t>
            </a:r>
          </a:p>
          <a:p xmlns:a="http://schemas.openxmlformats.org/drawingml/2006/main">
            <a:r>
              <a:t>- Murata official template: Murata2024_Template_Widescreen_ZH.pptx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不要逐行朗读计划表。把内容归纳为企业与安全、产业与技术、团队与交流、成果输出四类，说明夏令营提供的是制造业视野。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summer camp schedule image: C:\Users\z1475\AppData\Local\Temp\codex-clipboard-05397996-9d71-49f9-b1b7-5dce9b32fe77.jpg</a:t>
            </a:r>
          </a:p>
          <a:p xmlns:a="http://schemas.openxmlformats.org/drawingml/2006/main">
            <a:r>
              <a:t>- User-provided dates and activity context: detect.txt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说明部门计划的递进关系：现场认知为I/O理解提供对象，PLC与通信为机器人联动提供基础，坐标系理解为动作示教提供基准，最后进入实践。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department internship plan image: C:\Users\z1475\AppData\Local\Temp\codex-clipboard-f19b6dfd-e478-49eb-aff7-88cc39f84ca9.jpg</a:t>
            </a:r>
          </a:p>
          <a:p xmlns:a="http://schemas.openxmlformats.org/drawingml/2006/main">
            <a:r>
              <a:t>- User-provided department learning sequence: detect.txt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个人经历不按简历方式展开，只讲知识迁移：PLC项目缩短基础复习，多电机项目帮助理解设备协同，惯性导航帮助理解机器人坐标系。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undergraduate PLC graduation project description: detect.txt</a:t>
            </a:r>
          </a:p>
          <a:p xmlns:a="http://schemas.openxmlformats.org/drawingml/2006/main">
            <a:r>
              <a:t>- User-provided national project and inertial navigation research description: detect.txt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最初看到的是分散部品，随后开始把它们放进同一条信息链：传感器给出状态，PLC进行判断，执行元件完成动作。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production-line observation description: detect.txt</a:t>
            </a:r>
          </a:p>
          <a:p xmlns:a="http://schemas.openxmlformats.org/drawingml/2006/main">
            <a:r>
              <a:t>- User-requested generated visual: PPT配图_村田主题/02_现场见学_产线认知.png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强调基础指令只用一天复习，真正的新挑战是I/O映射、ST编程和把激光测距信号对应到现场动作。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PLC learning sequence and prior PLC experience: detect.txt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三种协议的学习帮助我建立工业网络概念。重点不是背协议名称，而是理解状态与指令如何在设备之间流动。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industrial communication learning: EtherCAT, EtherNet/IP and Modbus TCP</a:t>
            </a:r>
          </a:p>
          <a:p xmlns:a="http://schemas.openxmlformats.org/drawingml/2006/main">
            <a:r>
              <a:t>- User-requested generated visual: PPT配图_村田主题/03_控制闭环_传感器PLC通信机器人.png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讲清三套坐标系的对象：世界坐标是整机基准，TCP描述吸嘴末端，用户坐标面向工作平面。惯性导航基础缩短了理解过程。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robot coordinate-system learning and inertial navigation background: detect.txt</a:t>
            </a:r>
          </a:p>
          <a:p xmlns:a="http://schemas.openxmlformats.org/drawingml/2006/main">
            <a:r>
              <a:t>- User-requested generated visual: PPT配图_村田主题/04_机器人三类坐标系.png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先讲完整流程，再聚焦第4步。强调新增动作既要扩大检测覆盖，也要保持与取膜、贴膜和加压流程的衔接。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complete production-line sequence: detect.txt</a:t>
            </a:r>
          </a:p>
          <a:p xmlns:a="http://schemas.openxmlformats.org/drawingml/2006/main">
            <a:r>
              <a:t>- User-requested generated visual: PPT配图_村田主题/05_完整生产流程.png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说明成果边界：没有改变检测原理，而是在既有方式上增加第二个位置。不要宣称完全解决多张膜问题，只说扩大检测覆盖、增加判定依据。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original and target robot motion sequence: detect.txt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按画面顺序讲：机械臂从P0到右上角P1，返回P0，再到左上角P2，通过后进入后续动作。P0让路径分段清楚，便于逐段调试。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P0-P1-P0-P2 motion description: detect.txt</a:t>
            </a:r>
          </a:p>
          <a:p xmlns:a="http://schemas.openxmlformats.org/drawingml/2006/main">
            <a:r>
              <a:t>- User-requested generated visual: PPT配图_村田主题/06_双点检测_P0至P1返回再至P2.png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工程现场的正确不仅是程序逻辑正确，还包括轨迹安全、位置可达、动作可复现和流程衔接正确。右侧明确区分已完成与下一步量化。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robot manual operation and dual-point action completion: detect.txt</a:t>
            </a:r>
          </a:p>
          <a:p xmlns:a="http://schemas.openxmlformats.org/drawingml/2006/main">
            <a:r>
              <a:t>- Validation items are explicitly presented as next-step measurements; no fabricated metrics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结尾与开头呼应：我完成的不只是多走一个点，而是理解了传感、控制、通信与执行组成的闭环。结业不是终点，而是继续走向智能制造现场的起点。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reflection goals and completed work: detect.txt</a:t>
            </a:r>
          </a:p>
          <a:p xmlns:a="http://schemas.openxmlformats.org/drawingml/2006/main">
            <a:r>
              <a:t>- User-requested generated visual: PPT配图_村田主题/07_结尾_走向智能制造.png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95329166a41c3" /><Relationship Type="http://schemas.openxmlformats.org/officeDocument/2006/relationships/image" Target="/ppt/media/image.png" Id="R2ddb6576044549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facdf68e14699" /><Relationship Type="http://schemas.openxmlformats.org/officeDocument/2006/relationships/image" Target="/ppt/media/image2.png" Id="R0ce2b94d32ab40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c9ddedbd24226" /><Relationship Type="http://schemas.openxmlformats.org/officeDocument/2006/relationships/image" Target="/ppt/media/image3.png" Id="R29986b08832b47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5b1cef6be4969" /><Relationship Type="http://schemas.openxmlformats.org/officeDocument/2006/relationships/image" Target="/ppt/media/image4.png" Id="Rc5c64ee07faf44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db7a972554969" /><Relationship Type="http://schemas.openxmlformats.org/officeDocument/2006/relationships/image" Target="/ppt/media/image5.png" Id="Rfbfd72afeffe4a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e14e516f74193" /><Relationship Type="http://schemas.openxmlformats.org/officeDocument/2006/relationships/image" Target="/ppt/media/image6.png" Id="R557bb509e4d642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2dfcf1d9c480a" /><Relationship Type="http://schemas.openxmlformats.org/officeDocument/2006/relationships/image" Target="/ppt/media/image7.png" Id="Rd086c650e98645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b744d2a514393" /><Relationship Type="http://schemas.openxmlformats.org/officeDocument/2006/relationships/image" Target="/ppt/media/image8.png" Id="R539e6abdfffa44c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468b1d0c04d49" /><Relationship Type="http://schemas.openxmlformats.org/officeDocument/2006/relationships/image" Target="/ppt/media/image9.png" Id="R893794cd5fdc4b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310114e204d2a" /><Relationship Type="http://schemas.openxmlformats.org/officeDocument/2006/relationships/image" Target="/ppt/media/image10.png" Id="R89a15dbc8c61430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d432e34314297" /><Relationship Type="http://schemas.openxmlformats.org/officeDocument/2006/relationships/image" Target="/ppt/media/image11.png" Id="Rcddc696a946747e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dfe6782e94c0c" /><Relationship Type="http://schemas.openxmlformats.org/officeDocument/2006/relationships/image" Target="/ppt/media/image12.png" Id="Rea935aee7f1f48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e9a0265334c22" /><Relationship Type="http://schemas.openxmlformats.org/officeDocument/2006/relationships/image" Target="/ppt/media/image13.png" Id="R2b976dfc7cb14e6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2a2b4f28c4d62" /><Relationship Type="http://schemas.openxmlformats.org/officeDocument/2006/relationships/image" Target="/ppt/media/image14.png" Id="R9073e98c436b4b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e47b2ae0340d4" /><Relationship Type="http://schemas.openxmlformats.org/officeDocument/2006/relationships/image" Target="/ppt/media/image15.png" Id="R5af9e5651f904c8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d5888e01b4b30" /><Relationship Type="http://schemas.openxmlformats.org/officeDocument/2006/relationships/image" Target="/ppt/media/image16.png" Id="R3dc6040be1c8434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619512990444d" /><Relationship Type="http://schemas.openxmlformats.org/officeDocument/2006/relationships/image" Target="/ppt/media/image17.png" Id="R068fa0e11fbf43b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51a2dd56c47ee" /><Relationship Type="http://schemas.openxmlformats.org/officeDocument/2006/relationships/image" Target="/ppt/media/image18.png" Id="R3b4e88e1c334450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55e7ef1a14a20" /><Relationship Type="http://schemas.openxmlformats.org/officeDocument/2006/relationships/image" Target="/ppt/media/image19.png" Id="Rce7f2915cb4e41e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68fecb4cb4b17" /><Relationship Type="http://schemas.openxmlformats.org/officeDocument/2006/relationships/image" Target="/ppt/media/image20.png" Id="Rce563304562846a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7e3cf632c541ad" /><Relationship Type="http://schemas.openxmlformats.org/officeDocument/2006/relationships/image" Target="/ppt/media/image.png" Id="R1145a3ea4f6e471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73820405e549b5" /><Relationship Type="http://schemas.openxmlformats.org/officeDocument/2006/relationships/image" Target="/ppt/media/image2.png" Id="R6c85bfc3cef544f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5175d1cb8d4383" /><Relationship Type="http://schemas.openxmlformats.org/officeDocument/2006/relationships/image" Target="/ppt/media/image3.png" Id="R1e8d45864a6842e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17585a7e274d95" /><Relationship Type="http://schemas.openxmlformats.org/officeDocument/2006/relationships/image" Target="/ppt/media/image4.png" Id="Rd12f11b14c594b7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dc789bf5104ca2" /><Relationship Type="http://schemas.openxmlformats.org/officeDocument/2006/relationships/image" Target="/ppt/media/image5.png" Id="R9e4287596988442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f3cb9f8d8e4b16" /><Relationship Type="http://schemas.openxmlformats.org/officeDocument/2006/relationships/image" Target="/ppt/media/image6.png" Id="R99874d3d2183409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ec7d9b65384fb8" /><Relationship Type="http://schemas.openxmlformats.org/officeDocument/2006/relationships/image" Target="/ppt/media/image7.png" Id="R3e21c41e6e9943d3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5e6bac13bb4fb7" /><Relationship Type="http://schemas.openxmlformats.org/officeDocument/2006/relationships/image" Target="/ppt/media/image8.png" Id="R17b1410054974f6c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e4cd9272dc483c" /><Relationship Type="http://schemas.openxmlformats.org/officeDocument/2006/relationships/image" Target="/ppt/media/image9.png" Id="R701d496bd32142c0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e4d27d976f4530" /><Relationship Type="http://schemas.openxmlformats.org/officeDocument/2006/relationships/image" Target="/ppt/media/image10.png" Id="Reeacbdcc23da42a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513be269b24a84" /><Relationship Type="http://schemas.openxmlformats.org/officeDocument/2006/relationships/image" Target="/ppt/media/image11.png" Id="R271b02defae34e3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e17c3d65d64c04" /><Relationship Type="http://schemas.openxmlformats.org/officeDocument/2006/relationships/image" Target="/ppt/media/image12.png" Id="R34bf658b2d274b5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eece2be91e42c6" /><Relationship Type="http://schemas.openxmlformats.org/officeDocument/2006/relationships/image" Target="/ppt/media/image13.png" Id="R851b3489ecc449b5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fb72df186a484c" /><Relationship Type="http://schemas.openxmlformats.org/officeDocument/2006/relationships/image" Target="/ppt/media/image14.png" Id="Rcafe1d3ccbf64d5c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4c0328644e4dcc" /><Relationship Type="http://schemas.openxmlformats.org/officeDocument/2006/relationships/image" Target="/ppt/media/image15.png" Id="Rc2d50b8eadb844e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9648b0393846a3" /><Relationship Type="http://schemas.openxmlformats.org/officeDocument/2006/relationships/image" Target="/ppt/media/image16.png" Id="Rf933712044a540fd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273d12b4e14222" /><Relationship Type="http://schemas.openxmlformats.org/officeDocument/2006/relationships/image" Target="/ppt/media/image17.png" Id="R26ecb40b547447fe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4008f59db24312" /><Relationship Type="http://schemas.openxmlformats.org/officeDocument/2006/relationships/image" Target="/ppt/media/image18.png" Id="Rc3a696e735f547b0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8f27d0d6234dba" /><Relationship Type="http://schemas.openxmlformats.org/officeDocument/2006/relationships/image" Target="/ppt/media/image19.png" Id="R78f1e7a6543f4be5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a7b44e6ce84ed3" /><Relationship Type="http://schemas.openxmlformats.org/officeDocument/2006/relationships/image" Target="/ppt/media/image20.png" Id="R483f0a7eb36d4d1f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2c09568843c4190" /><Relationship Type="http://schemas.openxmlformats.org/officeDocument/2006/relationships/image" Target="/ppt/media/image.png" Id="R63f38d5762054c80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e0d06d94ae43b6" /><Relationship Type="http://schemas.openxmlformats.org/officeDocument/2006/relationships/image" Target="/ppt/media/image2.png" Id="R8e63b28403474b7e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80a1423d7e7418c" /><Relationship Type="http://schemas.openxmlformats.org/officeDocument/2006/relationships/image" Target="/ppt/media/image3.png" Id="Re6c7e10ebf734e75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ef43ee65be0414d" /><Relationship Type="http://schemas.openxmlformats.org/officeDocument/2006/relationships/image" Target="/ppt/media/image4.png" Id="Rc58b95fd811e47ae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7700c7ea714c6f" /><Relationship Type="http://schemas.openxmlformats.org/officeDocument/2006/relationships/image" Target="/ppt/media/image5.png" Id="R46aa8d5e5b404c5e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600d8e9082940a9" /><Relationship Type="http://schemas.openxmlformats.org/officeDocument/2006/relationships/image" Target="/ppt/media/image6.png" Id="Ra98d621a6ef74538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95a21efc5f349bb" /><Relationship Type="http://schemas.openxmlformats.org/officeDocument/2006/relationships/image" Target="/ppt/media/image7.png" Id="R8a44381f34b44f4d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4619bee54f54c15" /><Relationship Type="http://schemas.openxmlformats.org/officeDocument/2006/relationships/image" Target="/ppt/media/image8.png" Id="R31d9b9d5ff4e47e3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4393568cd4e463d" /><Relationship Type="http://schemas.openxmlformats.org/officeDocument/2006/relationships/image" Target="/ppt/media/image9.png" Id="R55b867a3a0ac457b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dcbcb4626a4541" /><Relationship Type="http://schemas.openxmlformats.org/officeDocument/2006/relationships/image" Target="/ppt/media/image10.png" Id="R66bb62a0a70e4f22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ffe290d97940bd" /><Relationship Type="http://schemas.openxmlformats.org/officeDocument/2006/relationships/image" Target="/ppt/media/image11.png" Id="Ra754a10813384c9f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22affab6768424c" /><Relationship Type="http://schemas.openxmlformats.org/officeDocument/2006/relationships/image" Target="/ppt/media/image12.png" Id="Rb66ec2c442044b34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d2b4a8449de4130" /><Relationship Type="http://schemas.openxmlformats.org/officeDocument/2006/relationships/image" Target="/ppt/media/image13.png" Id="Re735bd1101fe4415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9ca322c6877441b" /><Relationship Type="http://schemas.openxmlformats.org/officeDocument/2006/relationships/image" Target="/ppt/media/image14.png" Id="R25ee4f8670534117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9fe3cfb4dc54919" /><Relationship Type="http://schemas.openxmlformats.org/officeDocument/2006/relationships/image" Target="/ppt/media/image15.png" Id="R88311c833c644fbf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2ef812aaa9f42da" /><Relationship Type="http://schemas.openxmlformats.org/officeDocument/2006/relationships/image" Target="/ppt/media/image16.png" Id="R84203e6f64894b91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81bbe5591a4a9a" /><Relationship Type="http://schemas.openxmlformats.org/officeDocument/2006/relationships/image" Target="/ppt/media/image17.png" Id="Rf805c564768d46b6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4cf13e90d48435a" /><Relationship Type="http://schemas.openxmlformats.org/officeDocument/2006/relationships/image" Target="/ppt/media/image18.png" Id="R1a2eb4f136ed43e0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b000b2ffb646b9" /><Relationship Type="http://schemas.openxmlformats.org/officeDocument/2006/relationships/image" Target="/ppt/media/image19.png" Id="Ra4f6a587aca54654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6042ed13f6f4553" /><Relationship Type="http://schemas.openxmlformats.org/officeDocument/2006/relationships/image" Target="/ppt/media/image20.png" Id="R2a4518a4862d47a7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6cc8fac69b74f4c" /><Relationship Type="http://schemas.openxmlformats.org/officeDocument/2006/relationships/image" Target="/ppt/media/image.png" Id="R67a95b5633534443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395d2a4c8944fc7" /><Relationship Type="http://schemas.openxmlformats.org/officeDocument/2006/relationships/image" Target="/ppt/media/image2.png" Id="Rc071a1f1a55e4d2d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3bce8a736b94868" /><Relationship Type="http://schemas.openxmlformats.org/officeDocument/2006/relationships/image" Target="/ppt/media/image3.png" Id="R9b87c1e07a444434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f349489591346c1" /><Relationship Type="http://schemas.openxmlformats.org/officeDocument/2006/relationships/image" Target="/ppt/media/image4.png" Id="R01e75ec79fe94f07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11c185a0bba4191" /><Relationship Type="http://schemas.openxmlformats.org/officeDocument/2006/relationships/image" Target="/ppt/media/image5.png" Id="R1d844d572ebc4b29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6018d5388df41d8" /><Relationship Type="http://schemas.openxmlformats.org/officeDocument/2006/relationships/image" Target="/ppt/media/image6.png" Id="Raf78969663a64976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a9632c0dd354e15" /><Relationship Type="http://schemas.openxmlformats.org/officeDocument/2006/relationships/image" Target="/ppt/media/image7.png" Id="R261fc21851d94667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9b5565706bb48ba" /><Relationship Type="http://schemas.openxmlformats.org/officeDocument/2006/relationships/image" Target="/ppt/media/image8.png" Id="R3a7c5df0276349c6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67de728d39e4356" /><Relationship Type="http://schemas.openxmlformats.org/officeDocument/2006/relationships/image" Target="/ppt/media/image9.png" Id="R6ef09d3f3ca64a45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bad62d7d81b4b55" /><Relationship Type="http://schemas.openxmlformats.org/officeDocument/2006/relationships/image" Target="/ppt/media/image10.png" Id="R3a4c6be2aafe4e53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7e50e93acda46a4" /><Relationship Type="http://schemas.openxmlformats.org/officeDocument/2006/relationships/image" Target="/ppt/media/image11.png" Id="R23e3fdecc7a54e66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3fbe1a698c74c31" /><Relationship Type="http://schemas.openxmlformats.org/officeDocument/2006/relationships/image" Target="/ppt/media/image12.png" Id="R4cdedb2a2476480c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3c44d583c0b49c4" /><Relationship Type="http://schemas.openxmlformats.org/officeDocument/2006/relationships/image" Target="/ppt/media/image13.png" Id="R3d18db1d1e864755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17772bcf94c4cd2" /><Relationship Type="http://schemas.openxmlformats.org/officeDocument/2006/relationships/image" Target="/ppt/media/image14.png" Id="Rbdb5c99bc1794015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3f264263b1040ae" /><Relationship Type="http://schemas.openxmlformats.org/officeDocument/2006/relationships/image" Target="/ppt/media/image15.png" Id="R009fed681f004e57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bee12b989c94a06" /><Relationship Type="http://schemas.openxmlformats.org/officeDocument/2006/relationships/image" Target="/ppt/media/image16.png" Id="R958d3e5a3bc74fde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2bb64b0e06b435a" /><Relationship Type="http://schemas.openxmlformats.org/officeDocument/2006/relationships/image" Target="/ppt/media/image17.png" Id="Rec363ea97e0f4746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317feea7b44413d" /><Relationship Type="http://schemas.openxmlformats.org/officeDocument/2006/relationships/image" Target="/ppt/media/image18.png" Id="R5ef0fe4780a94aa9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3f07fb71014467d" /><Relationship Type="http://schemas.openxmlformats.org/officeDocument/2006/relationships/image" Target="/ppt/media/image19.png" Id="R326e80374a8f45e4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6b9e2d87918435c" /><Relationship Type="http://schemas.openxmlformats.org/officeDocument/2006/relationships/image" Target="/ppt/media/image20.png" Id="Rea1ec7cfdd944e54" /></Relationships>
</file>

<file path=ppt/slideLayouts/slideLayout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2ddb65760445494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0ce2b94d32ab409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29986b08832b47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c5c64ee07faf44a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4DFA0AA-5A04-429B-E018-BD6347EFA6A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014C1539-33CB-95AB-7418-F0569302F9E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fbfd72afeffe4a6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4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5C2E2A90-7C69-E01B-64FE-8D42B832E9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31232AB7-42BE-5BCA-CE0B-A49EC8DB27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FE348A8-4ED6-951E-BDE4-5F37B2D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557bb509e4d642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1FB5B858-1BF5-556C-5F04-176306F3CEA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8AAF95D-2E55-5F89-1EE2-BE85BE48427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051999B-1DBD-A5BD-D797-5D4D315C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d086c650e986455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F89C5050-7EAD-E35E-4E0E-83BCD10A6B3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B6EEEFC-E4C7-BBE8-4161-80B93C0DF9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9A082A0-FCA5-DC14-941A-73FB696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539e6abdfffa44c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5AEBE227-3567-C3A8-D480-A31825F6496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A35CA4A4-445C-6DC3-D6C9-AA9333A8804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E12E651-3FEF-031E-8F95-B234AB2A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893794cd5fdc4b0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3F7E2268-32F2-EF5D-E01F-6CFF6F822BC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B2A82235-27B8-67C7-A731-DC2ABD7DA33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8666DF8-9168-4A21-160E-D6FD713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89a15dbc8c6143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50F55FEF-4518-2F39-4981-D5B22E60243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E4901C8-BB47-E620-5278-7AB1B561BD1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31F2096-7F5F-A8A1-4167-C02851E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cddc696a946747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426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40621D1-2B29-5A90-3B4E-BE88C31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ea935aee7f1f486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352C9625-DCC7-A9E0-83F1-F7E45BEB709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97BEA46-2A08-DE76-DE1A-91CB2C4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2b976dfc7cb14e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47239E7-779F-9201-213D-76A32B4A54A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164697F-E375-CA1D-1B53-F145B594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9073e98c436b4b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E119E51-1F84-39EE-2B16-F7C869C0FC0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420F30C-D226-79B3-FD97-F474FD7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5af9e5651f904c8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17232E1-B0B8-C1B2-4EA7-EF0DD22DFF4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C837F0B-5892-6BAC-618E-9D4DE27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3dc6040be1c8434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43761D5-48C8-575B-2EBA-1B65AA8A8EF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FB56555-7625-19E9-0526-1E97A008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068fa0e11fbf43b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FC00BF9-5739-7F08-C7E4-A2FDA5930CF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5DBB320-8696-32B9-B866-CF79F17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3b4e88e1c334450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B3DC0D1-E578-00B0-E79C-17047CCE562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FD182F7-A143-0EE1-A2FA-4B619A84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ce7f2915cb4e41e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7856476-7D39-3A5A-B1BF-66323DE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ce563304562846a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</a:t>
            </a:r>
            <a:r>
              <a:t>YaHei</a:t>
            </a:r>
            <a:r>
              <a:t>, Bold, 40px, grey)  </a:t>
            </a:r>
          </a:p>
        </p:txBody>
      </p:sp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E105860-014B-2FCD-E4F3-F074A4D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1145a3ea4f6e471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6c85bfc3cef544f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1e8d45864a6842e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d12f11b14c594b7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71526E6-9FA6-6C1D-7DAC-DB5620C4606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4FF19BF-1F0C-A9BA-8737-2A52C5C7946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9e4287596988442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638C5E49-6553-0BD7-AD4E-8117ABA927D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C8B5488B-66BA-7186-1870-FB0A2795DD1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99874d3d2183409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BF23F0BA-AAC9-2E6E-479D-0B4551A2D4E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CEDE3B4-A8FC-B272-E14D-780DE95EB4E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3e21c41e6e9943d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74CAFD23-6B70-AC53-530F-8A5869ABF9F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C46CEE4-E893-6E52-D556-336C5F02F6A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17b1410054974f6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29DBF1D-FEF9-B035-6FC2-3E6C377284E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2982597-8682-58C6-D649-111FADAAB58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701d496bd32142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CFE210D-473E-3CB9-BB56-20601390035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C7DA783-0204-DACA-F98D-9E11659063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eeacbdcc23da42a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81DB5105-FDE0-7CF6-79C6-0669DF8057A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35D56414-6724-1171-B103-9887EA01AA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271b02defae34e3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552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34bf658b2d274b5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CB6D446B-E393-9CF8-6CE6-9B79733AE72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851b3489ecc449b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B0984FF-90E3-82F9-F338-58CFF85C4BB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C8859F9-AD75-6B84-C8F5-F14438A2C53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cafe1d3ccbf64d5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0E90B35-24C4-FA42-7F49-2102F0D0EE6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8685B2B1-8F27-478C-0184-7AAC836BD0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c2d50b8eadb844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2096F5E-BDB9-9C5F-F29B-8FABF763493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80C3CB89-94CC-B676-CD62-DAE53CE660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f933712044a540f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6FD5251-9C80-7D42-C5B7-94F7835FF96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FAA65D9-D5FE-6581-8827-E5C7F9B247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26ecb40b547447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0EFD8CA-4A6A-3517-1794-103747A10B4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C845EA63-185E-8420-5B3C-393594912D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c3a696e735f547b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4CA24AD-8EB0-1F43-F2FE-094642A5B7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12199143 w 12199143"/>
              <a:gd name="connsiteY4" fmla="*/ 6431334 h 6431334"/>
              <a:gd name="connsiteX5" fmla="*/ 4762 w 12199143"/>
              <a:gd name="connsiteY5" fmla="*/ 6428952 h 6431334"/>
              <a:gd name="connsiteX6" fmla="*/ 0 w 12199143"/>
              <a:gd name="connsiteY6" fmla="*/ 5567362 h 6431334"/>
              <a:gd name="connsiteX7" fmla="*/ 2457450 w 12199143"/>
              <a:gd name="connsiteY7" fmla="*/ 4152902 h 6431334"/>
              <a:gd name="connsiteX8" fmla="*/ 2502693 w 12199143"/>
              <a:gd name="connsiteY8" fmla="*/ 4052887 h 6431334"/>
              <a:gd name="connsiteX0" fmla="*/ 2499355 w 12195805"/>
              <a:gd name="connsiteY0" fmla="*/ 4052887 h 6431334"/>
              <a:gd name="connsiteX1" fmla="*/ 2494592 w 12195805"/>
              <a:gd name="connsiteY1" fmla="*/ 0 h 6431334"/>
              <a:gd name="connsiteX2" fmla="*/ 12193424 w 12195805"/>
              <a:gd name="connsiteY2" fmla="*/ 2381 h 6431334"/>
              <a:gd name="connsiteX3" fmla="*/ 12195805 w 12195805"/>
              <a:gd name="connsiteY3" fmla="*/ 6431334 h 6431334"/>
              <a:gd name="connsiteX4" fmla="*/ 12195805 w 12195805"/>
              <a:gd name="connsiteY4" fmla="*/ 6431334 h 6431334"/>
              <a:gd name="connsiteX5" fmla="*/ 1424 w 12195805"/>
              <a:gd name="connsiteY5" fmla="*/ 6428952 h 6431334"/>
              <a:gd name="connsiteX6" fmla="*/ 0 w 12195805"/>
              <a:gd name="connsiteY6" fmla="*/ 5462538 h 6431334"/>
              <a:gd name="connsiteX7" fmla="*/ 2454112 w 12195805"/>
              <a:gd name="connsiteY7" fmla="*/ 4152902 h 6431334"/>
              <a:gd name="connsiteX8" fmla="*/ 2499355 w 12195805"/>
              <a:gd name="connsiteY8" fmla="*/ 4052887 h 6431334"/>
              <a:gd name="connsiteX0" fmla="*/ 2504118 w 12200568"/>
              <a:gd name="connsiteY0" fmla="*/ 4052887 h 6431334"/>
              <a:gd name="connsiteX1" fmla="*/ 2499355 w 12200568"/>
              <a:gd name="connsiteY1" fmla="*/ 0 h 6431334"/>
              <a:gd name="connsiteX2" fmla="*/ 12198187 w 12200568"/>
              <a:gd name="connsiteY2" fmla="*/ 2381 h 6431334"/>
              <a:gd name="connsiteX3" fmla="*/ 12200568 w 12200568"/>
              <a:gd name="connsiteY3" fmla="*/ 6431334 h 6431334"/>
              <a:gd name="connsiteX4" fmla="*/ 12200568 w 12200568"/>
              <a:gd name="connsiteY4" fmla="*/ 6431334 h 6431334"/>
              <a:gd name="connsiteX5" fmla="*/ 6187 w 12200568"/>
              <a:gd name="connsiteY5" fmla="*/ 6428952 h 6431334"/>
              <a:gd name="connsiteX6" fmla="*/ 0 w 12200568"/>
              <a:gd name="connsiteY6" fmla="*/ 5394754 h 6431334"/>
              <a:gd name="connsiteX7" fmla="*/ 2458875 w 12200568"/>
              <a:gd name="connsiteY7" fmla="*/ 4152902 h 6431334"/>
              <a:gd name="connsiteX8" fmla="*/ 2504118 w 12200568"/>
              <a:gd name="connsiteY8" fmla="*/ 4052887 h 6431334"/>
              <a:gd name="connsiteX0" fmla="*/ 2501737 w 12198187"/>
              <a:gd name="connsiteY0" fmla="*/ 4052887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4052887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56494 w 12198187"/>
              <a:gd name="connsiteY7" fmla="*/ 4152902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501737 w 12198187"/>
              <a:gd name="connsiteY0" fmla="*/ 3940692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501737 w 12198187"/>
              <a:gd name="connsiteY8" fmla="*/ 3940692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73163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3415 h 6431334"/>
              <a:gd name="connsiteX1" fmla="*/ 2496974 w 12198187"/>
              <a:gd name="connsiteY1" fmla="*/ 0 h 6431334"/>
              <a:gd name="connsiteX2" fmla="*/ 12195806 w 12198187"/>
              <a:gd name="connsiteY2" fmla="*/ 2381 h 6431334"/>
              <a:gd name="connsiteX3" fmla="*/ 12198187 w 12198187"/>
              <a:gd name="connsiteY3" fmla="*/ 6431334 h 6431334"/>
              <a:gd name="connsiteX4" fmla="*/ 12198187 w 12198187"/>
              <a:gd name="connsiteY4" fmla="*/ 6431334 h 6431334"/>
              <a:gd name="connsiteX5" fmla="*/ 3806 w 12198187"/>
              <a:gd name="connsiteY5" fmla="*/ 6428952 h 6431334"/>
              <a:gd name="connsiteX6" fmla="*/ 0 w 12198187"/>
              <a:gd name="connsiteY6" fmla="*/ 5460202 h 6431334"/>
              <a:gd name="connsiteX7" fmla="*/ 2468400 w 12198187"/>
              <a:gd name="connsiteY7" fmla="*/ 4066419 h 6431334"/>
              <a:gd name="connsiteX8" fmla="*/ 2499356 w 12198187"/>
              <a:gd name="connsiteY8" fmla="*/ 3973415 h 6431334"/>
              <a:gd name="connsiteX0" fmla="*/ 2499356 w 12198187"/>
              <a:gd name="connsiteY0" fmla="*/ 3971078 h 6428997"/>
              <a:gd name="connsiteX1" fmla="*/ 2501737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  <a:gd name="connsiteX0" fmla="*/ 2499356 w 12198187"/>
              <a:gd name="connsiteY0" fmla="*/ 3971078 h 6428997"/>
              <a:gd name="connsiteX1" fmla="*/ 2496974 w 12198187"/>
              <a:gd name="connsiteY1" fmla="*/ 0 h 6428997"/>
              <a:gd name="connsiteX2" fmla="*/ 12195806 w 12198187"/>
              <a:gd name="connsiteY2" fmla="*/ 44 h 6428997"/>
              <a:gd name="connsiteX3" fmla="*/ 12198187 w 12198187"/>
              <a:gd name="connsiteY3" fmla="*/ 6428997 h 6428997"/>
              <a:gd name="connsiteX4" fmla="*/ 12198187 w 12198187"/>
              <a:gd name="connsiteY4" fmla="*/ 6428997 h 6428997"/>
              <a:gd name="connsiteX5" fmla="*/ 3806 w 12198187"/>
              <a:gd name="connsiteY5" fmla="*/ 6426615 h 6428997"/>
              <a:gd name="connsiteX6" fmla="*/ 0 w 12198187"/>
              <a:gd name="connsiteY6" fmla="*/ 5457865 h 6428997"/>
              <a:gd name="connsiteX7" fmla="*/ 2468400 w 12198187"/>
              <a:gd name="connsiteY7" fmla="*/ 4064082 h 6428997"/>
              <a:gd name="connsiteX8" fmla="*/ 2499356 w 12198187"/>
              <a:gd name="connsiteY8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B9F5007-3ED6-E6A0-4B54-FB1CC0D1D73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78f1e7a6543f4be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41440B7-ADA1-9444-F82A-D2FB7B5A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483f0a7eb36d4d1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</a:t>
            </a:r>
            <a:r>
              <a:t>YaHei</a:t>
            </a:r>
            <a:r>
              <a:t>, Bold, 40px, grey)  </a:t>
            </a:r>
          </a:p>
        </p:txBody>
      </p:sp>
      <p:sp>
        <p:nvSpPr>
          <p:cNvPr id="3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2BC97CD-4A1A-95D8-7193-A14A1179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63f38d5762054c8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8e63b28403474b7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e6c7e10ebf734e7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c58b95fd811e47a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95388725-1FB2-CBAB-CD4B-EDC966DCA3F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E8D684B-FF4C-6089-ACF5-25052160A9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46aa8d5e5b404c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80B4B12-0F8C-94B1-4ED0-0887BDE7B90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63634DC-ECCA-DEDD-96B3-04D736DB8E6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3D12AF3-6460-A538-99DB-5F828A33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a98d621a6ef7453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B9EA7EA1-73F9-76FB-E509-7C424DC5ECD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9B765A1-9542-00BD-8BA7-81B5023D575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AE564B8-BDD9-A105-6FB7-BC2ADA77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8a44381f34b44f4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5BB9876-A9B9-0123-BB15-2BA01410406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1BD14C2-E22F-7A7F-EDD0-EB75501F7CE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5AC7D75-C736-4488-9D3D-D0B75E92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31d9b9d5ff4e47e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88AF243-AB02-ADF3-648E-86D157CFFC4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59443FF-2377-12CD-8803-816A0460D49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EECB833-7A08-62ED-E809-9F7337D9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55b867a3a0ac457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95A8ED2E-AF07-001B-6F6C-809DDDDB127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BC688748-6F36-C820-C719-A4B4BBFBCC0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8D559E3-F378-6440-76C6-48B19119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66bb62a0a70e4f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8D56F7BB-BD24-A10C-0D90-1B22CBEEFDB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9E1CA68-FAC4-8E8E-4C91-DD20279030C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94F4CAD-3AAD-49C0-7784-471E8F0C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a754a10813384c9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426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961F762-22E3-01DA-A34D-E9D91705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b66ec2c442044b3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1D1D766-75DF-55EA-5977-C520D9E8B6B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787E3C6-61B1-9A78-E9FF-F524C120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e735bd1101fe441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2AD3A4C-F8C3-EA08-EF35-8651A58C153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25ee4f86705341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EF24F6-BC47-09C6-4F1D-78D7D68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22AF1BC-11C2-5772-8D88-4FBF6276436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88311c833c644fb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F07BED99-D3AF-24FE-FCEE-F895420795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D8167CE-4D8F-A20B-361C-27AED873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84203e6f64894b9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43FFB2A-8989-6DDF-6819-01F8EF1C57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5DFDC50-0821-A007-10F8-D329A58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f805c564768d46b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1C7B4C9D-A5F9-E689-A1DB-016C2EE33B1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C2FF7AE-53BE-5294-5A09-7AE4CE98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1a2eb4f136ed43e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343E122B-8F1B-3335-D6FF-7543F5E246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00A3490-C0D8-F001-8CF6-9FF0B44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a4f6a587aca5465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65028CD-62BF-3DC8-26E5-F2414595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2a4518a4862d47a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</a:t>
            </a:r>
            <a:r>
              <a:t>YaHei</a:t>
            </a:r>
            <a:r>
              <a:t>, Bold, 40px, grey)  </a:t>
            </a:r>
          </a:p>
        </p:txBody>
      </p:sp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89829A8-7BDF-509B-3242-58221D2D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67a95b563353444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757B78D-EC21-FA38-D9E3-4BDF8294DBD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" fmla="*/ 0 w 3366000"/>
              <a:gd name="connsiteY0" fmla="*/ 0 h 5200260"/>
              <a:gd name="connsiteX1" fmla="*/ 3366000 w 3366000"/>
              <a:gd name="connsiteY1" fmla="*/ 0 h 5200260"/>
              <a:gd name="connsiteX2" fmla="*/ 3355951 w 3366000"/>
              <a:gd name="connsiteY2" fmla="*/ 5200260 h 5200260"/>
              <a:gd name="connsiteX3" fmla="*/ 0 w 3366000"/>
              <a:gd name="connsiteY3" fmla="*/ 3276000 h 5200260"/>
              <a:gd name="connsiteX4" fmla="*/ 0 w 3366000"/>
              <a:gd name="connsiteY4" fmla="*/ 0 h 5200260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0 w 3366000"/>
              <a:gd name="connsiteY3" fmla="*/ 3276000 h 5207404"/>
              <a:gd name="connsiteX4" fmla="*/ 0 w 3366000"/>
              <a:gd name="connsiteY4" fmla="*/ 0 h 5207404"/>
              <a:gd name="connsiteX0" fmla="*/ 0 w 3366000"/>
              <a:gd name="connsiteY0" fmla="*/ 0 h 5207404"/>
              <a:gd name="connsiteX1" fmla="*/ 3366000 w 3366000"/>
              <a:gd name="connsiteY1" fmla="*/ 0 h 5207404"/>
              <a:gd name="connsiteX2" fmla="*/ 3355951 w 3366000"/>
              <a:gd name="connsiteY2" fmla="*/ 5207404 h 5207404"/>
              <a:gd name="connsiteX3" fmla="*/ 3321844 w 3366000"/>
              <a:gd name="connsiteY3" fmla="*/ 5186363 h 5207404"/>
              <a:gd name="connsiteX4" fmla="*/ 0 w 3366000"/>
              <a:gd name="connsiteY4" fmla="*/ 3276000 h 5207404"/>
              <a:gd name="connsiteX5" fmla="*/ 0 w 3366000"/>
              <a:gd name="connsiteY5" fmla="*/ 0 h 5207404"/>
              <a:gd name="connsiteX0" fmla="*/ 0 w 3366000"/>
              <a:gd name="connsiteY0" fmla="*/ 0 h 5186363"/>
              <a:gd name="connsiteX1" fmla="*/ 3366000 w 3366000"/>
              <a:gd name="connsiteY1" fmla="*/ 0 h 5186363"/>
              <a:gd name="connsiteX2" fmla="*/ 3358332 w 3366000"/>
              <a:gd name="connsiteY2" fmla="*/ 5155017 h 5186363"/>
              <a:gd name="connsiteX3" fmla="*/ 3321844 w 3366000"/>
              <a:gd name="connsiteY3" fmla="*/ 5186363 h 5186363"/>
              <a:gd name="connsiteX4" fmla="*/ 0 w 3366000"/>
              <a:gd name="connsiteY4" fmla="*/ 3276000 h 5186363"/>
              <a:gd name="connsiteX5" fmla="*/ 0 w 3366000"/>
              <a:gd name="connsiteY5" fmla="*/ 0 h 5186363"/>
              <a:gd name="connsiteX0" fmla="*/ 0 w 3366000"/>
              <a:gd name="connsiteY0" fmla="*/ 0 h 5192467"/>
              <a:gd name="connsiteX1" fmla="*/ 3366000 w 3366000"/>
              <a:gd name="connsiteY1" fmla="*/ 0 h 5192467"/>
              <a:gd name="connsiteX2" fmla="*/ 3358332 w 3366000"/>
              <a:gd name="connsiteY2" fmla="*/ 5155017 h 5192467"/>
              <a:gd name="connsiteX3" fmla="*/ 3321844 w 3366000"/>
              <a:gd name="connsiteY3" fmla="*/ 5186363 h 5192467"/>
              <a:gd name="connsiteX4" fmla="*/ 0 w 3366000"/>
              <a:gd name="connsiteY4" fmla="*/ 3276000 h 5192467"/>
              <a:gd name="connsiteX5" fmla="*/ 0 w 3366000"/>
              <a:gd name="connsiteY5" fmla="*/ 0 h 5192467"/>
              <a:gd name="connsiteX0" fmla="*/ 0 w 3366000"/>
              <a:gd name="connsiteY0" fmla="*/ 0 h 5201135"/>
              <a:gd name="connsiteX1" fmla="*/ 3366000 w 3366000"/>
              <a:gd name="connsiteY1" fmla="*/ 0 h 5201135"/>
              <a:gd name="connsiteX2" fmla="*/ 3358332 w 3366000"/>
              <a:gd name="connsiteY2" fmla="*/ 5155017 h 5201135"/>
              <a:gd name="connsiteX3" fmla="*/ 3321844 w 3366000"/>
              <a:gd name="connsiteY3" fmla="*/ 5186363 h 5201135"/>
              <a:gd name="connsiteX4" fmla="*/ 0 w 3366000"/>
              <a:gd name="connsiteY4" fmla="*/ 3276000 h 5201135"/>
              <a:gd name="connsiteX5" fmla="*/ 0 w 3366000"/>
              <a:gd name="connsiteY5" fmla="*/ 0 h 5201135"/>
              <a:gd name="connsiteX0" fmla="*/ 0 w 3366000"/>
              <a:gd name="connsiteY0" fmla="*/ 0 h 5176054"/>
              <a:gd name="connsiteX1" fmla="*/ 3366000 w 3366000"/>
              <a:gd name="connsiteY1" fmla="*/ 0 h 5176054"/>
              <a:gd name="connsiteX2" fmla="*/ 3358332 w 3366000"/>
              <a:gd name="connsiteY2" fmla="*/ 5155017 h 5176054"/>
              <a:gd name="connsiteX3" fmla="*/ 3264694 w 3366000"/>
              <a:gd name="connsiteY3" fmla="*/ 5093494 h 5176054"/>
              <a:gd name="connsiteX4" fmla="*/ 0 w 3366000"/>
              <a:gd name="connsiteY4" fmla="*/ 3276000 h 5176054"/>
              <a:gd name="connsiteX5" fmla="*/ 0 w 3366000"/>
              <a:gd name="connsiteY5" fmla="*/ 0 h 5176054"/>
              <a:gd name="connsiteX0" fmla="*/ 0 w 3366000"/>
              <a:gd name="connsiteY0" fmla="*/ 0 h 5198670"/>
              <a:gd name="connsiteX1" fmla="*/ 3366000 w 3366000"/>
              <a:gd name="connsiteY1" fmla="*/ 0 h 5198670"/>
              <a:gd name="connsiteX2" fmla="*/ 3358332 w 3366000"/>
              <a:gd name="connsiteY2" fmla="*/ 5155017 h 5198670"/>
              <a:gd name="connsiteX3" fmla="*/ 3307557 w 3366000"/>
              <a:gd name="connsiteY3" fmla="*/ 5181600 h 5198670"/>
              <a:gd name="connsiteX4" fmla="*/ 0 w 3366000"/>
              <a:gd name="connsiteY4" fmla="*/ 3276000 h 5198670"/>
              <a:gd name="connsiteX5" fmla="*/ 0 w 3366000"/>
              <a:gd name="connsiteY5" fmla="*/ 0 h 5198670"/>
              <a:gd name="connsiteX0" fmla="*/ 0 w 3366000"/>
              <a:gd name="connsiteY0" fmla="*/ 0 h 5197494"/>
              <a:gd name="connsiteX1" fmla="*/ 3366000 w 3366000"/>
              <a:gd name="connsiteY1" fmla="*/ 0 h 5197494"/>
              <a:gd name="connsiteX2" fmla="*/ 3358332 w 3366000"/>
              <a:gd name="connsiteY2" fmla="*/ 5152636 h 5197494"/>
              <a:gd name="connsiteX3" fmla="*/ 3307557 w 3366000"/>
              <a:gd name="connsiteY3" fmla="*/ 5181600 h 5197494"/>
              <a:gd name="connsiteX4" fmla="*/ 0 w 3366000"/>
              <a:gd name="connsiteY4" fmla="*/ 3276000 h 5197494"/>
              <a:gd name="connsiteX5" fmla="*/ 0 w 3366000"/>
              <a:gd name="connsiteY5" fmla="*/ 0 h 5197494"/>
              <a:gd name="connsiteX0" fmla="*/ 0 w 3366000"/>
              <a:gd name="connsiteY0" fmla="*/ 0 h 5198413"/>
              <a:gd name="connsiteX1" fmla="*/ 3366000 w 3366000"/>
              <a:gd name="connsiteY1" fmla="*/ 0 h 5198413"/>
              <a:gd name="connsiteX2" fmla="*/ 3358332 w 3366000"/>
              <a:gd name="connsiteY2" fmla="*/ 5152636 h 5198413"/>
              <a:gd name="connsiteX3" fmla="*/ 3307557 w 3366000"/>
              <a:gd name="connsiteY3" fmla="*/ 5181600 h 5198413"/>
              <a:gd name="connsiteX4" fmla="*/ 0 w 3366000"/>
              <a:gd name="connsiteY4" fmla="*/ 3276000 h 5198413"/>
              <a:gd name="connsiteX5" fmla="*/ 0 w 3366000"/>
              <a:gd name="connsiteY5" fmla="*/ 0 h 5198413"/>
              <a:gd name="connsiteX0" fmla="*/ 0 w 3366000"/>
              <a:gd name="connsiteY0" fmla="*/ 0 h 5190314"/>
              <a:gd name="connsiteX1" fmla="*/ 3366000 w 3366000"/>
              <a:gd name="connsiteY1" fmla="*/ 0 h 5190314"/>
              <a:gd name="connsiteX2" fmla="*/ 3358332 w 3366000"/>
              <a:gd name="connsiteY2" fmla="*/ 5152636 h 5190314"/>
              <a:gd name="connsiteX3" fmla="*/ 3307557 w 3366000"/>
              <a:gd name="connsiteY3" fmla="*/ 5181600 h 5190314"/>
              <a:gd name="connsiteX4" fmla="*/ 0 w 3366000"/>
              <a:gd name="connsiteY4" fmla="*/ 3276000 h 5190314"/>
              <a:gd name="connsiteX5" fmla="*/ 0 w 3366000"/>
              <a:gd name="connsiteY5" fmla="*/ 0 h 5190314"/>
              <a:gd name="connsiteX0" fmla="*/ 0 w 3366000"/>
              <a:gd name="connsiteY0" fmla="*/ 0 h 5194621"/>
              <a:gd name="connsiteX1" fmla="*/ 3366000 w 3366000"/>
              <a:gd name="connsiteY1" fmla="*/ 0 h 5194621"/>
              <a:gd name="connsiteX2" fmla="*/ 3363095 w 3366000"/>
              <a:gd name="connsiteY2" fmla="*/ 5164542 h 5194621"/>
              <a:gd name="connsiteX3" fmla="*/ 3307557 w 3366000"/>
              <a:gd name="connsiteY3" fmla="*/ 5181600 h 5194621"/>
              <a:gd name="connsiteX4" fmla="*/ 0 w 3366000"/>
              <a:gd name="connsiteY4" fmla="*/ 3276000 h 5194621"/>
              <a:gd name="connsiteX5" fmla="*/ 0 w 3366000"/>
              <a:gd name="connsiteY5" fmla="*/ 0 h 5194621"/>
              <a:gd name="connsiteX0" fmla="*/ 0 w 3366000"/>
              <a:gd name="connsiteY0" fmla="*/ 0 h 5197431"/>
              <a:gd name="connsiteX1" fmla="*/ 3366000 w 3366000"/>
              <a:gd name="connsiteY1" fmla="*/ 0 h 5197431"/>
              <a:gd name="connsiteX2" fmla="*/ 3363095 w 3366000"/>
              <a:gd name="connsiteY2" fmla="*/ 5164542 h 5197431"/>
              <a:gd name="connsiteX3" fmla="*/ 3309938 w 3366000"/>
              <a:gd name="connsiteY3" fmla="*/ 5186363 h 5197431"/>
              <a:gd name="connsiteX4" fmla="*/ 0 w 3366000"/>
              <a:gd name="connsiteY4" fmla="*/ 3276000 h 5197431"/>
              <a:gd name="connsiteX5" fmla="*/ 0 w 3366000"/>
              <a:gd name="connsiteY5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c071a1f1a55e4d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092C32F3-404B-E98C-A46C-8794586C754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0322 w 5159375"/>
              <a:gd name="connsiteY2" fmla="*/ 4775703 h 6858000"/>
              <a:gd name="connsiteX3" fmla="*/ 1493822 w 5159375"/>
              <a:gd name="connsiteY3" fmla="*/ 6853473 h 6858000"/>
              <a:gd name="connsiteX4" fmla="*/ 0 w 5159375"/>
              <a:gd name="connsiteY4" fmla="*/ 6858000 h 6858000"/>
              <a:gd name="connsiteX5" fmla="*/ 0 w 5159375"/>
              <a:gd name="connsiteY5" fmla="*/ 0 h 6858000"/>
              <a:gd name="connsiteX0" fmla="*/ 0 w 5159375"/>
              <a:gd name="connsiteY0" fmla="*/ 0 h 6905724"/>
              <a:gd name="connsiteX1" fmla="*/ 5159375 w 5159375"/>
              <a:gd name="connsiteY1" fmla="*/ 0 h 6905724"/>
              <a:gd name="connsiteX2" fmla="*/ 5150322 w 5159375"/>
              <a:gd name="connsiteY2" fmla="*/ 4775703 h 6905724"/>
              <a:gd name="connsiteX3" fmla="*/ 1490556 w 5159375"/>
              <a:gd name="connsiteY3" fmla="*/ 6905724 h 6905724"/>
              <a:gd name="connsiteX4" fmla="*/ 0 w 5159375"/>
              <a:gd name="connsiteY4" fmla="*/ 6858000 h 6905724"/>
              <a:gd name="connsiteX5" fmla="*/ 0 w 5159375"/>
              <a:gd name="connsiteY5" fmla="*/ 0 h 6905724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322 w 5159375"/>
              <a:gd name="connsiteY2" fmla="*/ 4775703 h 6863269"/>
              <a:gd name="connsiteX3" fmla="*/ 1484025 w 5159375"/>
              <a:gd name="connsiteY3" fmla="*/ 6863269 h 6863269"/>
              <a:gd name="connsiteX4" fmla="*/ 0 w 5159375"/>
              <a:gd name="connsiteY4" fmla="*/ 6858000 h 6863269"/>
              <a:gd name="connsiteX5" fmla="*/ 0 w 5159375"/>
              <a:gd name="connsiteY5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50322 w 5539864"/>
              <a:gd name="connsiteY3" fmla="*/ 4775703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098071 w 5539864"/>
              <a:gd name="connsiteY3" fmla="*/ 4788766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864"/>
              <a:gd name="connsiteY0" fmla="*/ 0 h 6863269"/>
              <a:gd name="connsiteX1" fmla="*/ 5159375 w 5539864"/>
              <a:gd name="connsiteY1" fmla="*/ 0 h 6863269"/>
              <a:gd name="connsiteX2" fmla="*/ 5153297 w 5539864"/>
              <a:gd name="connsiteY2" fmla="*/ 4686301 h 6863269"/>
              <a:gd name="connsiteX3" fmla="*/ 5108064 w 5539864"/>
              <a:gd name="connsiteY3" fmla="*/ 4776274 h 6863269"/>
              <a:gd name="connsiteX4" fmla="*/ 1484025 w 5539864"/>
              <a:gd name="connsiteY4" fmla="*/ 6863269 h 6863269"/>
              <a:gd name="connsiteX5" fmla="*/ 0 w 5539864"/>
              <a:gd name="connsiteY5" fmla="*/ 6858000 h 6863269"/>
              <a:gd name="connsiteX6" fmla="*/ 0 w 5539864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539222"/>
              <a:gd name="connsiteY0" fmla="*/ 0 h 6863269"/>
              <a:gd name="connsiteX1" fmla="*/ 5159375 w 5539222"/>
              <a:gd name="connsiteY1" fmla="*/ 0 h 6863269"/>
              <a:gd name="connsiteX2" fmla="*/ 5150799 w 5539222"/>
              <a:gd name="connsiteY2" fmla="*/ 4671310 h 6863269"/>
              <a:gd name="connsiteX3" fmla="*/ 5108064 w 5539222"/>
              <a:gd name="connsiteY3" fmla="*/ 4776274 h 6863269"/>
              <a:gd name="connsiteX4" fmla="*/ 1484025 w 5539222"/>
              <a:gd name="connsiteY4" fmla="*/ 6863269 h 6863269"/>
              <a:gd name="connsiteX5" fmla="*/ 0 w 5539222"/>
              <a:gd name="connsiteY5" fmla="*/ 6858000 h 6863269"/>
              <a:gd name="connsiteX6" fmla="*/ 0 w 5539222"/>
              <a:gd name="connsiteY6" fmla="*/ 0 h 6863269"/>
              <a:gd name="connsiteX0" fmla="*/ 0 w 5159375"/>
              <a:gd name="connsiteY0" fmla="*/ 0 h 6863269"/>
              <a:gd name="connsiteX1" fmla="*/ 5159375 w 5159375"/>
              <a:gd name="connsiteY1" fmla="*/ 0 h 6863269"/>
              <a:gd name="connsiteX2" fmla="*/ 5150799 w 5159375"/>
              <a:gd name="connsiteY2" fmla="*/ 4671310 h 6863269"/>
              <a:gd name="connsiteX3" fmla="*/ 5108064 w 5159375"/>
              <a:gd name="connsiteY3" fmla="*/ 4776274 h 6863269"/>
              <a:gd name="connsiteX4" fmla="*/ 1484025 w 5159375"/>
              <a:gd name="connsiteY4" fmla="*/ 6863269 h 6863269"/>
              <a:gd name="connsiteX5" fmla="*/ 0 w 5159375"/>
              <a:gd name="connsiteY5" fmla="*/ 6858000 h 6863269"/>
              <a:gd name="connsiteX6" fmla="*/ 0 w 5159375"/>
              <a:gd name="connsiteY6" fmla="*/ 0 h 6863269"/>
              <a:gd name="connsiteX0" fmla="*/ 0 w 5164138"/>
              <a:gd name="connsiteY0" fmla="*/ 35719 h 6898988"/>
              <a:gd name="connsiteX1" fmla="*/ 5164138 w 5164138"/>
              <a:gd name="connsiteY1" fmla="*/ 0 h 6898988"/>
              <a:gd name="connsiteX2" fmla="*/ 5150799 w 5164138"/>
              <a:gd name="connsiteY2" fmla="*/ 4707029 h 6898988"/>
              <a:gd name="connsiteX3" fmla="*/ 5108064 w 5164138"/>
              <a:gd name="connsiteY3" fmla="*/ 4811993 h 6898988"/>
              <a:gd name="connsiteX4" fmla="*/ 1484025 w 5164138"/>
              <a:gd name="connsiteY4" fmla="*/ 6898988 h 6898988"/>
              <a:gd name="connsiteX5" fmla="*/ 0 w 5164138"/>
              <a:gd name="connsiteY5" fmla="*/ 6893719 h 6898988"/>
              <a:gd name="connsiteX6" fmla="*/ 0 w 5164138"/>
              <a:gd name="connsiteY6" fmla="*/ 35719 h 6898988"/>
              <a:gd name="connsiteX0" fmla="*/ 0 w 5152666"/>
              <a:gd name="connsiteY0" fmla="*/ 2382 h 6865651"/>
              <a:gd name="connsiteX1" fmla="*/ 5149850 w 5152666"/>
              <a:gd name="connsiteY1" fmla="*/ 0 h 6865651"/>
              <a:gd name="connsiteX2" fmla="*/ 5150799 w 5152666"/>
              <a:gd name="connsiteY2" fmla="*/ 4673692 h 6865651"/>
              <a:gd name="connsiteX3" fmla="*/ 5108064 w 5152666"/>
              <a:gd name="connsiteY3" fmla="*/ 4778656 h 6865651"/>
              <a:gd name="connsiteX4" fmla="*/ 1484025 w 5152666"/>
              <a:gd name="connsiteY4" fmla="*/ 6865651 h 6865651"/>
              <a:gd name="connsiteX5" fmla="*/ 0 w 5152666"/>
              <a:gd name="connsiteY5" fmla="*/ 6860382 h 6865651"/>
              <a:gd name="connsiteX6" fmla="*/ 0 w 5152666"/>
              <a:gd name="connsiteY6" fmla="*/ 2382 h 6865651"/>
              <a:gd name="connsiteX0" fmla="*/ 0 w 5240220"/>
              <a:gd name="connsiteY0" fmla="*/ 2382 h 6865651"/>
              <a:gd name="connsiteX1" fmla="*/ 5149850 w 5240220"/>
              <a:gd name="connsiteY1" fmla="*/ 0 h 6865651"/>
              <a:gd name="connsiteX2" fmla="*/ 5150799 w 5240220"/>
              <a:gd name="connsiteY2" fmla="*/ 4673692 h 6865651"/>
              <a:gd name="connsiteX3" fmla="*/ 5108064 w 5240220"/>
              <a:gd name="connsiteY3" fmla="*/ 4778656 h 6865651"/>
              <a:gd name="connsiteX4" fmla="*/ 1484025 w 5240220"/>
              <a:gd name="connsiteY4" fmla="*/ 6865651 h 6865651"/>
              <a:gd name="connsiteX5" fmla="*/ 0 w 5240220"/>
              <a:gd name="connsiteY5" fmla="*/ 6860382 h 6865651"/>
              <a:gd name="connsiteX6" fmla="*/ 0 w 5240220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153539"/>
              <a:gd name="connsiteY0" fmla="*/ 2382 h 6865651"/>
              <a:gd name="connsiteX1" fmla="*/ 5149850 w 5153539"/>
              <a:gd name="connsiteY1" fmla="*/ 0 h 6865651"/>
              <a:gd name="connsiteX2" fmla="*/ 5150799 w 5153539"/>
              <a:gd name="connsiteY2" fmla="*/ 4673692 h 6865651"/>
              <a:gd name="connsiteX3" fmla="*/ 5108064 w 5153539"/>
              <a:gd name="connsiteY3" fmla="*/ 4778656 h 6865651"/>
              <a:gd name="connsiteX4" fmla="*/ 1484025 w 5153539"/>
              <a:gd name="connsiteY4" fmla="*/ 6865651 h 6865651"/>
              <a:gd name="connsiteX5" fmla="*/ 0 w 5153539"/>
              <a:gd name="connsiteY5" fmla="*/ 6860382 h 6865651"/>
              <a:gd name="connsiteX6" fmla="*/ 0 w 5153539"/>
              <a:gd name="connsiteY6" fmla="*/ 2382 h 6865651"/>
              <a:gd name="connsiteX0" fmla="*/ 0 w 5222289"/>
              <a:gd name="connsiteY0" fmla="*/ 2382 h 6865651"/>
              <a:gd name="connsiteX1" fmla="*/ 5149850 w 5222289"/>
              <a:gd name="connsiteY1" fmla="*/ 0 h 6865651"/>
              <a:gd name="connsiteX2" fmla="*/ 5222264 w 5222289"/>
              <a:gd name="connsiteY2" fmla="*/ 4733223 h 6865651"/>
              <a:gd name="connsiteX3" fmla="*/ 5108064 w 5222289"/>
              <a:gd name="connsiteY3" fmla="*/ 4778656 h 6865651"/>
              <a:gd name="connsiteX4" fmla="*/ 1484025 w 5222289"/>
              <a:gd name="connsiteY4" fmla="*/ 6865651 h 6865651"/>
              <a:gd name="connsiteX5" fmla="*/ 0 w 5222289"/>
              <a:gd name="connsiteY5" fmla="*/ 6860382 h 6865651"/>
              <a:gd name="connsiteX6" fmla="*/ 0 w 5222289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  <a:gd name="connsiteX0" fmla="*/ 0 w 5154638"/>
              <a:gd name="connsiteY0" fmla="*/ 2382 h 6865651"/>
              <a:gd name="connsiteX1" fmla="*/ 5149850 w 5154638"/>
              <a:gd name="connsiteY1" fmla="*/ 0 h 6865651"/>
              <a:gd name="connsiteX2" fmla="*/ 5153182 w 5154638"/>
              <a:gd name="connsiteY2" fmla="*/ 4687979 h 6865651"/>
              <a:gd name="connsiteX3" fmla="*/ 5108064 w 5154638"/>
              <a:gd name="connsiteY3" fmla="*/ 4778656 h 6865651"/>
              <a:gd name="connsiteX4" fmla="*/ 1484025 w 5154638"/>
              <a:gd name="connsiteY4" fmla="*/ 6865651 h 6865651"/>
              <a:gd name="connsiteX5" fmla="*/ 0 w 5154638"/>
              <a:gd name="connsiteY5" fmla="*/ 6860382 h 6865651"/>
              <a:gd name="connsiteX6" fmla="*/ 0 w 5154638"/>
              <a:gd name="connsiteY6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9b87c1e07a44443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976DAA-5B63-507B-904A-B3ED2B846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</a:t>
            </a:r>
            <a:r>
              <a:t>YaHei</a:t>
            </a:r>
            <a:r>
              <a:t>, 2</a:t>
            </a:r>
            <a:r>
              <a:t>0</a:t>
            </a:r>
            <a:r>
              <a:t>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</a:t>
            </a:r>
            <a:r>
              <a:t>YaHei</a:t>
            </a:r>
            <a:r>
              <a:t>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FD9B7A0-91A1-B84D-75FD-7BCD2D1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01e75ec79fe94f0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9A1C0E5-9140-7C71-5920-12A9D733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D1EB0683-E0F0-3ED3-EF39-02297E7C628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574F6A0-4DEC-1190-D549-674FE482F1F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1d844d572ebc4b2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427E6EFD-370D-CBA4-0BC9-50F20AFA9CD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342BFE9-DC77-E0CE-10A5-A274975E931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1CB1946-0219-67E1-F78A-851E7EE6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af78969663a6497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EEAC87F4-5DCA-F6DC-2DCA-9C1B3938757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3FD1160-C0FC-75B4-9058-1EDF7955F05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739BA0F-07C1-C244-92BB-7560A0A7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261fc21851d946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87CF1E39-4B59-5370-D72F-4DF2B95D327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ABF2699C-EC25-0D35-69BC-DF36F8578AA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A5E1CB5-E97A-5F59-BA19-F57574A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3a7c5df0276349c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5ECD2F5-5D3E-5008-B6AC-90D1F06B579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A07A69DC-7A55-917F-89A0-8509245F4BD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B4763E8-0CEA-35CE-FB6B-5EFBA16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6ef09d3f3ca64a4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F1B21103-8070-A580-DC06-8E7C0EB3CF3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91348E4-4FA9-F139-A53F-8C1B01FC810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53241DF-B5F2-1399-3443-97153516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3a4c6be2aafe4e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F6E77DD-C39E-4B19-664D-D947E9E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65AD2D5A-9359-0A5D-303C-022BCDBC8EE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288" indent="-268288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063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638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638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588" indent="-150813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263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1">
              <a:buNone/>
            </a:pPr>
            <a:r>
              <a:t>Click to edit text (</a:t>
            </a:r>
            <a:r>
              <a:t>YaHei</a:t>
            </a:r>
            <a:r>
              <a:t>, 18px)</a:t>
            </a:r>
          </a:p>
          <a:p xmlns:a="http://schemas.openxmlformats.org/drawingml/2006/main">
            <a:pPr lvl="2">
              <a:buNone/>
            </a:pPr>
            <a:r>
              <a:t>Click to edit text (</a:t>
            </a:r>
            <a:r>
              <a:t>YaHei</a:t>
            </a:r>
            <a:r>
              <a:t>, 16px)</a:t>
            </a:r>
          </a:p>
          <a:p xmlns:a="http://schemas.openxmlformats.org/drawingml/2006/main">
            <a:pPr lvl="3">
              <a:buNone/>
            </a:pPr>
            <a:r>
              <a:t>Click to edit text (</a:t>
            </a:r>
            <a:r>
              <a:t>YaHei</a:t>
            </a:r>
            <a:r>
              <a:t>, 14px)</a:t>
            </a:r>
          </a:p>
          <a:p xmlns:a="http://schemas.openxmlformats.org/drawingml/2006/main">
            <a:pPr lvl="4">
              <a:buNone/>
            </a:pPr>
            <a:r>
              <a:t>Click to edit text (</a:t>
            </a:r>
            <a:r>
              <a:t>YaHei</a:t>
            </a:r>
            <a:r>
              <a:t>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80AFE5D-7815-8F38-78BA-0DA2B96C943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</a:t>
            </a:r>
            <a:r>
              <a:t>YaHei</a:t>
            </a:r>
            <a:r>
              <a:t>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2AF3628-73C1-007F-3084-0153576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23e3fdecc7a54e6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FB848EBE-391E-7820-AF38-8F9C0664751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426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CF98434-45F3-036E-A9DF-5B2BEA64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4cdedb2a247648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C4920A9D-4930-192C-4295-263BE57FD3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C4FB95C-2262-0E76-535C-15E01EA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3d18db1d1e86475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8775D2A1-4B5E-4F9F-0487-E778F0F2AA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73F686D-4FD4-8CFF-3E69-220FE73F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bdb5c99bc179401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C3DB61A-2135-9816-6B2C-EB18DEBE12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0AF66BA-8D82-314D-449A-3FA5A6C9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009fed681f004e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70FECD4-B6BB-6B19-95E1-F4690D57D81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D99273E-FEA2-5BC6-A045-41F8D76B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958d3e5a3bc74fd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825691B-871A-49F0-5387-5B53B8C5522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DD042DA-3737-0605-954F-01AFCE45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ec363ea97e0f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D57BCE9-1909-1923-60C3-1BE567DAF5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44C9B4E-A846-811C-42FC-586D3E7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5ef0fe4780a94aa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3B4539D-74CC-3FE6-03F5-D7C5464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33EA0DF-09F4-E595-FB18-C5B940BD87B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" fmla="*/ 0 w 12192000"/>
              <a:gd name="connsiteY0" fmla="*/ 0 h 6381328"/>
              <a:gd name="connsiteX1" fmla="*/ 2543175 w 12192000"/>
              <a:gd name="connsiteY1" fmla="*/ 0 h 6381328"/>
              <a:gd name="connsiteX2" fmla="*/ 12192000 w 12192000"/>
              <a:gd name="connsiteY2" fmla="*/ 0 h 6381328"/>
              <a:gd name="connsiteX3" fmla="*/ 12192000 w 12192000"/>
              <a:gd name="connsiteY3" fmla="*/ 6381328 h 6381328"/>
              <a:gd name="connsiteX4" fmla="*/ 0 w 12192000"/>
              <a:gd name="connsiteY4" fmla="*/ 6381328 h 6381328"/>
              <a:gd name="connsiteX5" fmla="*/ 0 w 12192000"/>
              <a:gd name="connsiteY5" fmla="*/ 0 h 6381328"/>
              <a:gd name="connsiteX0" fmla="*/ 19050 w 12211050"/>
              <a:gd name="connsiteY0" fmla="*/ 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19050 w 12211050"/>
              <a:gd name="connsiteY6" fmla="*/ 0 h 6381328"/>
              <a:gd name="connsiteX0" fmla="*/ 2514600 w 12211050"/>
              <a:gd name="connsiteY0" fmla="*/ 4133850 h 6381328"/>
              <a:gd name="connsiteX1" fmla="*/ 2562225 w 12211050"/>
              <a:gd name="connsiteY1" fmla="*/ 0 h 6381328"/>
              <a:gd name="connsiteX2" fmla="*/ 12211050 w 12211050"/>
              <a:gd name="connsiteY2" fmla="*/ 0 h 6381328"/>
              <a:gd name="connsiteX3" fmla="*/ 12211050 w 12211050"/>
              <a:gd name="connsiteY3" fmla="*/ 6381328 h 6381328"/>
              <a:gd name="connsiteX4" fmla="*/ 19050 w 12211050"/>
              <a:gd name="connsiteY4" fmla="*/ 6381328 h 6381328"/>
              <a:gd name="connsiteX5" fmla="*/ 0 w 12211050"/>
              <a:gd name="connsiteY5" fmla="*/ 5591175 h 6381328"/>
              <a:gd name="connsiteX6" fmla="*/ 2514600 w 12211050"/>
              <a:gd name="connsiteY6" fmla="*/ 4133850 h 6381328"/>
              <a:gd name="connsiteX0" fmla="*/ 2497931 w 12194381"/>
              <a:gd name="connsiteY0" fmla="*/ 4133850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497931 w 12194381"/>
              <a:gd name="connsiteY6" fmla="*/ 4133850 h 6381328"/>
              <a:gd name="connsiteX0" fmla="*/ 2505075 w 12194381"/>
              <a:gd name="connsiteY0" fmla="*/ 4124325 h 6381328"/>
              <a:gd name="connsiteX1" fmla="*/ 2545556 w 12194381"/>
              <a:gd name="connsiteY1" fmla="*/ 0 h 6381328"/>
              <a:gd name="connsiteX2" fmla="*/ 12194381 w 12194381"/>
              <a:gd name="connsiteY2" fmla="*/ 0 h 6381328"/>
              <a:gd name="connsiteX3" fmla="*/ 12194381 w 12194381"/>
              <a:gd name="connsiteY3" fmla="*/ 6381328 h 6381328"/>
              <a:gd name="connsiteX4" fmla="*/ 2381 w 12194381"/>
              <a:gd name="connsiteY4" fmla="*/ 6381328 h 6381328"/>
              <a:gd name="connsiteX5" fmla="*/ 0 w 12194381"/>
              <a:gd name="connsiteY5" fmla="*/ 5567362 h 6381328"/>
              <a:gd name="connsiteX6" fmla="*/ 2505075 w 12194381"/>
              <a:gd name="connsiteY6" fmla="*/ 4124325 h 6381328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505075 w 12194381"/>
              <a:gd name="connsiteY0" fmla="*/ 41267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5075 w 12194381"/>
              <a:gd name="connsiteY6" fmla="*/ 4126706 h 6383709"/>
              <a:gd name="connsiteX0" fmla="*/ 2643187 w 12194381"/>
              <a:gd name="connsiteY0" fmla="*/ 418623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643187 w 12194381"/>
              <a:gd name="connsiteY6" fmla="*/ 418623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500312 w 12194381"/>
              <a:gd name="connsiteY6" fmla="*/ 4129087 h 6383709"/>
              <a:gd name="connsiteX0" fmla="*/ 2500312 w 12194381"/>
              <a:gd name="connsiteY0" fmla="*/ 41290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129087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76700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76700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0506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0506 h 6383709"/>
              <a:gd name="connsiteX0" fmla="*/ 2500312 w 12194381"/>
              <a:gd name="connsiteY0" fmla="*/ 4052887 h 6383709"/>
              <a:gd name="connsiteX1" fmla="*/ 2495549 w 12194381"/>
              <a:gd name="connsiteY1" fmla="*/ 0 h 6383709"/>
              <a:gd name="connsiteX2" fmla="*/ 12194381 w 12194381"/>
              <a:gd name="connsiteY2" fmla="*/ 2381 h 6383709"/>
              <a:gd name="connsiteX3" fmla="*/ 12194381 w 12194381"/>
              <a:gd name="connsiteY3" fmla="*/ 6383709 h 6383709"/>
              <a:gd name="connsiteX4" fmla="*/ 2381 w 12194381"/>
              <a:gd name="connsiteY4" fmla="*/ 6383709 h 6383709"/>
              <a:gd name="connsiteX5" fmla="*/ 0 w 12194381"/>
              <a:gd name="connsiteY5" fmla="*/ 5569743 h 6383709"/>
              <a:gd name="connsiteX6" fmla="*/ 2445544 w 12194381"/>
              <a:gd name="connsiteY6" fmla="*/ 4160045 h 6383709"/>
              <a:gd name="connsiteX7" fmla="*/ 2500312 w 12194381"/>
              <a:gd name="connsiteY7" fmla="*/ 4052887 h 6383709"/>
              <a:gd name="connsiteX0" fmla="*/ 2528887 w 12222956"/>
              <a:gd name="connsiteY0" fmla="*/ 4052887 h 6383709"/>
              <a:gd name="connsiteX1" fmla="*/ 2524124 w 12222956"/>
              <a:gd name="connsiteY1" fmla="*/ 0 h 6383709"/>
              <a:gd name="connsiteX2" fmla="*/ 12222956 w 12222956"/>
              <a:gd name="connsiteY2" fmla="*/ 2381 h 6383709"/>
              <a:gd name="connsiteX3" fmla="*/ 12222956 w 12222956"/>
              <a:gd name="connsiteY3" fmla="*/ 6383709 h 6383709"/>
              <a:gd name="connsiteX4" fmla="*/ 30956 w 12222956"/>
              <a:gd name="connsiteY4" fmla="*/ 6383709 h 6383709"/>
              <a:gd name="connsiteX5" fmla="*/ 0 w 12222956"/>
              <a:gd name="connsiteY5" fmla="*/ 5536405 h 6383709"/>
              <a:gd name="connsiteX6" fmla="*/ 2474119 w 12222956"/>
              <a:gd name="connsiteY6" fmla="*/ 4160045 h 6383709"/>
              <a:gd name="connsiteX7" fmla="*/ 2528887 w 12222956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7925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43163 w 12196762"/>
              <a:gd name="connsiteY6" fmla="*/ 4160045 h 6383709"/>
              <a:gd name="connsiteX7" fmla="*/ 2502693 w 12196762"/>
              <a:gd name="connsiteY7" fmla="*/ 4052887 h 6383709"/>
              <a:gd name="connsiteX0" fmla="*/ 2502693 w 12196762"/>
              <a:gd name="connsiteY0" fmla="*/ 4052887 h 6383709"/>
              <a:gd name="connsiteX1" fmla="*/ 2497930 w 12196762"/>
              <a:gd name="connsiteY1" fmla="*/ 0 h 6383709"/>
              <a:gd name="connsiteX2" fmla="*/ 12196762 w 12196762"/>
              <a:gd name="connsiteY2" fmla="*/ 2381 h 6383709"/>
              <a:gd name="connsiteX3" fmla="*/ 12196762 w 12196762"/>
              <a:gd name="connsiteY3" fmla="*/ 6383709 h 6383709"/>
              <a:gd name="connsiteX4" fmla="*/ 4762 w 12196762"/>
              <a:gd name="connsiteY4" fmla="*/ 6383709 h 6383709"/>
              <a:gd name="connsiteX5" fmla="*/ 0 w 12196762"/>
              <a:gd name="connsiteY5" fmla="*/ 5567362 h 6383709"/>
              <a:gd name="connsiteX6" fmla="*/ 2457450 w 12196762"/>
              <a:gd name="connsiteY6" fmla="*/ 4152902 h 6383709"/>
              <a:gd name="connsiteX7" fmla="*/ 2502693 w 12196762"/>
              <a:gd name="connsiteY7" fmla="*/ 4052887 h 6383709"/>
              <a:gd name="connsiteX0" fmla="*/ 2502693 w 12196762"/>
              <a:gd name="connsiteY0" fmla="*/ 4052887 h 6428952"/>
              <a:gd name="connsiteX1" fmla="*/ 2497930 w 12196762"/>
              <a:gd name="connsiteY1" fmla="*/ 0 h 6428952"/>
              <a:gd name="connsiteX2" fmla="*/ 12196762 w 12196762"/>
              <a:gd name="connsiteY2" fmla="*/ 2381 h 6428952"/>
              <a:gd name="connsiteX3" fmla="*/ 12196762 w 12196762"/>
              <a:gd name="connsiteY3" fmla="*/ 6383709 h 6428952"/>
              <a:gd name="connsiteX4" fmla="*/ 4762 w 12196762"/>
              <a:gd name="connsiteY4" fmla="*/ 6428952 h 6428952"/>
              <a:gd name="connsiteX5" fmla="*/ 0 w 12196762"/>
              <a:gd name="connsiteY5" fmla="*/ 5567362 h 6428952"/>
              <a:gd name="connsiteX6" fmla="*/ 2457450 w 12196762"/>
              <a:gd name="connsiteY6" fmla="*/ 4152902 h 6428952"/>
              <a:gd name="connsiteX7" fmla="*/ 2502693 w 12196762"/>
              <a:gd name="connsiteY7" fmla="*/ 4052887 h 6428952"/>
              <a:gd name="connsiteX0" fmla="*/ 2502693 w 12199143"/>
              <a:gd name="connsiteY0" fmla="*/ 4052887 h 6431334"/>
              <a:gd name="connsiteX1" fmla="*/ 2497930 w 12199143"/>
              <a:gd name="connsiteY1" fmla="*/ 0 h 6431334"/>
              <a:gd name="connsiteX2" fmla="*/ 12196762 w 12199143"/>
              <a:gd name="connsiteY2" fmla="*/ 2381 h 6431334"/>
              <a:gd name="connsiteX3" fmla="*/ 12199143 w 12199143"/>
              <a:gd name="connsiteY3" fmla="*/ 6431334 h 6431334"/>
              <a:gd name="connsiteX4" fmla="*/ 4762 w 12199143"/>
              <a:gd name="connsiteY4" fmla="*/ 6428952 h 6431334"/>
              <a:gd name="connsiteX5" fmla="*/ 0 w 12199143"/>
              <a:gd name="connsiteY5" fmla="*/ 5567362 h 6431334"/>
              <a:gd name="connsiteX6" fmla="*/ 2457450 w 12199143"/>
              <a:gd name="connsiteY6" fmla="*/ 4152902 h 6431334"/>
              <a:gd name="connsiteX7" fmla="*/ 2502693 w 12199143"/>
              <a:gd name="connsiteY7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</a:t>
            </a:r>
            <a:r>
              <a:t>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A8405B9-5EB5-BEB1-2248-92382A93C21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5BA0B91-56CF-14C9-ECE4-7772615BB96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</a:t>
            </a:r>
            <a:r>
              <a:t>YaHei</a:t>
            </a:r>
            <a:r>
              <a:t>, Bold, 40px) </a:t>
            </a:r>
          </a:p>
        </p:txBody>
      </p:sp>
      <p:sp>
        <p:nvSpPr>
          <p:cNvPr id="3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EE54048-D6CF-DF05-7A0C-6E06269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326e80374a8f45e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A7970DC-7F0E-BD53-D24A-6BDD5003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ea1ec7cfdd944e5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31561F-A6A5-79DF-B513-92CC084C24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</a:t>
            </a:r>
            <a:r>
              <a:t>YaHei</a:t>
            </a:r>
            <a:r>
              <a:t>, Bold, 40px, grey)  </a:t>
            </a:r>
          </a:p>
        </p:txBody>
      </p:sp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D675B21-F79A-83EF-46B9-B2D0BFF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ff50e1999416e" /><Relationship Type="http://schemas.openxmlformats.org/officeDocument/2006/relationships/slideLayout" Target="/ppt/slideLayouts/slideLayout1.xml" Id="Rd2d70d54c1434285" /><Relationship Type="http://schemas.openxmlformats.org/officeDocument/2006/relationships/slideLayout" Target="/ppt/slideLayouts/slideLayout2.xml" Id="R94b0f06c45b94355" /><Relationship Type="http://schemas.openxmlformats.org/officeDocument/2006/relationships/slideLayout" Target="/ppt/slideLayouts/slideLayout3.xml" Id="Reabe8be256244450" /><Relationship Type="http://schemas.openxmlformats.org/officeDocument/2006/relationships/slideLayout" Target="/ppt/slideLayouts/slideLayout4.xml" Id="Rb2aa448b2e9c4749" /><Relationship Type="http://schemas.openxmlformats.org/officeDocument/2006/relationships/slideLayout" Target="/ppt/slideLayouts/slideLayout5.xml" Id="R73753e89207d4300" /><Relationship Type="http://schemas.openxmlformats.org/officeDocument/2006/relationships/slideLayout" Target="/ppt/slideLayouts/slideLayout6.xml" Id="R33b3bcd845654df1" /><Relationship Type="http://schemas.openxmlformats.org/officeDocument/2006/relationships/slideLayout" Target="/ppt/slideLayouts/slideLayout7.xml" Id="R8ee487f10be84ad9" /><Relationship Type="http://schemas.openxmlformats.org/officeDocument/2006/relationships/slideLayout" Target="/ppt/slideLayouts/slideLayout8.xml" Id="Rf00186ea681040db" /><Relationship Type="http://schemas.openxmlformats.org/officeDocument/2006/relationships/slideLayout" Target="/ppt/slideLayouts/slideLayout9.xml" Id="R3b69705991964fd6" /><Relationship Type="http://schemas.openxmlformats.org/officeDocument/2006/relationships/slideLayout" Target="/ppt/slideLayouts/slideLayout10.xml" Id="R2bdd025db3b74da0" /><Relationship Type="http://schemas.openxmlformats.org/officeDocument/2006/relationships/slideLayout" Target="/ppt/slideLayouts/slideLayout11.xml" Id="R623c50179a47409d" /><Relationship Type="http://schemas.openxmlformats.org/officeDocument/2006/relationships/slideLayout" Target="/ppt/slideLayouts/slideLayout12.xml" Id="R3b348e19859b4e57" /><Relationship Type="http://schemas.openxmlformats.org/officeDocument/2006/relationships/slideLayout" Target="/ppt/slideLayouts/slideLayout13.xml" Id="R1cb669a25cec4e86" /><Relationship Type="http://schemas.openxmlformats.org/officeDocument/2006/relationships/slideLayout" Target="/ppt/slideLayouts/slideLayout14.xml" Id="R00bb6027c5444d31" /><Relationship Type="http://schemas.openxmlformats.org/officeDocument/2006/relationships/slideLayout" Target="/ppt/slideLayouts/slideLayout15.xml" Id="R1085965936a04227" /><Relationship Type="http://schemas.openxmlformats.org/officeDocument/2006/relationships/slideLayout" Target="/ppt/slideLayouts/slideLayout16.xml" Id="Rac2b61b1849c4f38" /><Relationship Type="http://schemas.openxmlformats.org/officeDocument/2006/relationships/slideLayout" Target="/ppt/slideLayouts/slideLayout17.xml" Id="R00e16f55f4d64b89" /><Relationship Type="http://schemas.openxmlformats.org/officeDocument/2006/relationships/slideLayout" Target="/ppt/slideLayouts/slideLayout18.xml" Id="R85d1d38cf5a8450f" /><Relationship Type="http://schemas.openxmlformats.org/officeDocument/2006/relationships/slideLayout" Target="/ppt/slideLayouts/slideLayout19.xml" Id="R976226beb4864ba4" /><Relationship Type="http://schemas.openxmlformats.org/officeDocument/2006/relationships/slideLayout" Target="/ppt/slideLayouts/slideLayout20.xml" Id="R9cb41640c1b6489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92e8cf7cc4e47ab" /><Relationship Type="http://schemas.openxmlformats.org/officeDocument/2006/relationships/slideLayout" Target="/ppt/slideLayouts/slideLayout21.xml" Id="R26039a7b6c464464" /><Relationship Type="http://schemas.openxmlformats.org/officeDocument/2006/relationships/slideLayout" Target="/ppt/slideLayouts/slideLayout22.xml" Id="R48d2aaeb7ee4428b" /><Relationship Type="http://schemas.openxmlformats.org/officeDocument/2006/relationships/slideLayout" Target="/ppt/slideLayouts/slideLayout23.xml" Id="Rb07792c9a3694df4" /><Relationship Type="http://schemas.openxmlformats.org/officeDocument/2006/relationships/slideLayout" Target="/ppt/slideLayouts/slideLayout24.xml" Id="R9d5387d193df4cb1" /><Relationship Type="http://schemas.openxmlformats.org/officeDocument/2006/relationships/slideLayout" Target="/ppt/slideLayouts/slideLayout25.xml" Id="R4f62edecbf6d49f8" /><Relationship Type="http://schemas.openxmlformats.org/officeDocument/2006/relationships/slideLayout" Target="/ppt/slideLayouts/slideLayout26.xml" Id="R617857c1341846e0" /><Relationship Type="http://schemas.openxmlformats.org/officeDocument/2006/relationships/slideLayout" Target="/ppt/slideLayouts/slideLayout27.xml" Id="Rfea6f86603aa4458" /><Relationship Type="http://schemas.openxmlformats.org/officeDocument/2006/relationships/slideLayout" Target="/ppt/slideLayouts/slideLayout28.xml" Id="R775b276c60784699" /><Relationship Type="http://schemas.openxmlformats.org/officeDocument/2006/relationships/slideLayout" Target="/ppt/slideLayouts/slideLayout29.xml" Id="R63ed6d54b688414e" /><Relationship Type="http://schemas.openxmlformats.org/officeDocument/2006/relationships/slideLayout" Target="/ppt/slideLayouts/slideLayout30.xml" Id="R3105dcd9d00841ea" /><Relationship Type="http://schemas.openxmlformats.org/officeDocument/2006/relationships/slideLayout" Target="/ppt/slideLayouts/slideLayout31.xml" Id="Ra447a5c07d7e4cdf" /><Relationship Type="http://schemas.openxmlformats.org/officeDocument/2006/relationships/slideLayout" Target="/ppt/slideLayouts/slideLayout32.xml" Id="R4ec33e65abe84217" /><Relationship Type="http://schemas.openxmlformats.org/officeDocument/2006/relationships/slideLayout" Target="/ppt/slideLayouts/slideLayout33.xml" Id="Rf5cd277e5d9e4e0c" /><Relationship Type="http://schemas.openxmlformats.org/officeDocument/2006/relationships/slideLayout" Target="/ppt/slideLayouts/slideLayout34.xml" Id="Rddcd5f1a81e743be" /><Relationship Type="http://schemas.openxmlformats.org/officeDocument/2006/relationships/slideLayout" Target="/ppt/slideLayouts/slideLayout35.xml" Id="R66ca0297d7f242a4" /><Relationship Type="http://schemas.openxmlformats.org/officeDocument/2006/relationships/slideLayout" Target="/ppt/slideLayouts/slideLayout36.xml" Id="Rccb9e9da0eb74574" /><Relationship Type="http://schemas.openxmlformats.org/officeDocument/2006/relationships/slideLayout" Target="/ppt/slideLayouts/slideLayout37.xml" Id="R9cd578bee0bd4643" /><Relationship Type="http://schemas.openxmlformats.org/officeDocument/2006/relationships/slideLayout" Target="/ppt/slideLayouts/slideLayout38.xml" Id="R435b9bbc81f04e7e" /><Relationship Type="http://schemas.openxmlformats.org/officeDocument/2006/relationships/slideLayout" Target="/ppt/slideLayouts/slideLayout39.xml" Id="R62ea3acf8c1e4a5f" /><Relationship Type="http://schemas.openxmlformats.org/officeDocument/2006/relationships/slideLayout" Target="/ppt/slideLayouts/slideLayout40.xml" Id="Rccb670e9554049b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07a1c44299e4cc6" /><Relationship Type="http://schemas.openxmlformats.org/officeDocument/2006/relationships/slideLayout" Target="/ppt/slideLayouts/slideLayout41.xml" Id="Rb9782d74819a4200" /><Relationship Type="http://schemas.openxmlformats.org/officeDocument/2006/relationships/slideLayout" Target="/ppt/slideLayouts/slideLayout42.xml" Id="R530928a1eccd4452" /><Relationship Type="http://schemas.openxmlformats.org/officeDocument/2006/relationships/slideLayout" Target="/ppt/slideLayouts/slideLayout43.xml" Id="Rcacfa4a43bfc409d" /><Relationship Type="http://schemas.openxmlformats.org/officeDocument/2006/relationships/slideLayout" Target="/ppt/slideLayouts/slideLayout44.xml" Id="R02fd55dc00f540a9" /><Relationship Type="http://schemas.openxmlformats.org/officeDocument/2006/relationships/slideLayout" Target="/ppt/slideLayouts/slideLayout45.xml" Id="R549f5665399f4e57" /><Relationship Type="http://schemas.openxmlformats.org/officeDocument/2006/relationships/slideLayout" Target="/ppt/slideLayouts/slideLayout46.xml" Id="R06851c90e3574b4b" /><Relationship Type="http://schemas.openxmlformats.org/officeDocument/2006/relationships/slideLayout" Target="/ppt/slideLayouts/slideLayout47.xml" Id="R5c87ea801b9a404c" /><Relationship Type="http://schemas.openxmlformats.org/officeDocument/2006/relationships/slideLayout" Target="/ppt/slideLayouts/slideLayout48.xml" Id="R31114156984c477d" /><Relationship Type="http://schemas.openxmlformats.org/officeDocument/2006/relationships/slideLayout" Target="/ppt/slideLayouts/slideLayout49.xml" Id="R4e85a9ddf43547f0" /><Relationship Type="http://schemas.openxmlformats.org/officeDocument/2006/relationships/slideLayout" Target="/ppt/slideLayouts/slideLayout50.xml" Id="R52dc9beedcd248a3" /><Relationship Type="http://schemas.openxmlformats.org/officeDocument/2006/relationships/slideLayout" Target="/ppt/slideLayouts/slideLayout51.xml" Id="Rdfae0ecb51da4cfb" /><Relationship Type="http://schemas.openxmlformats.org/officeDocument/2006/relationships/slideLayout" Target="/ppt/slideLayouts/slideLayout52.xml" Id="R27676a7c60dc4a47" /><Relationship Type="http://schemas.openxmlformats.org/officeDocument/2006/relationships/slideLayout" Target="/ppt/slideLayouts/slideLayout53.xml" Id="R29f1603a04b84cd9" /><Relationship Type="http://schemas.openxmlformats.org/officeDocument/2006/relationships/slideLayout" Target="/ppt/slideLayouts/slideLayout54.xml" Id="R3402910e535944f0" /><Relationship Type="http://schemas.openxmlformats.org/officeDocument/2006/relationships/slideLayout" Target="/ppt/slideLayouts/slideLayout55.xml" Id="R9bbbd360bdb84213" /><Relationship Type="http://schemas.openxmlformats.org/officeDocument/2006/relationships/slideLayout" Target="/ppt/slideLayouts/slideLayout56.xml" Id="R677f1bcff5a24229" /><Relationship Type="http://schemas.openxmlformats.org/officeDocument/2006/relationships/slideLayout" Target="/ppt/slideLayouts/slideLayout57.xml" Id="R6c4683da2a2c49ce" /><Relationship Type="http://schemas.openxmlformats.org/officeDocument/2006/relationships/slideLayout" Target="/ppt/slideLayouts/slideLayout58.xml" Id="R8b3d5e0de82e4e51" /><Relationship Type="http://schemas.openxmlformats.org/officeDocument/2006/relationships/slideLayout" Target="/ppt/slideLayouts/slideLayout59.xml" Id="Red09d2b5aa2848e5" /><Relationship Type="http://schemas.openxmlformats.org/officeDocument/2006/relationships/slideLayout" Target="/ppt/slideLayouts/slideLayout60.xml" Id="R075859d5ea934a77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7bef4bc8f6984869" /><Relationship Type="http://schemas.openxmlformats.org/officeDocument/2006/relationships/slideLayout" Target="/ppt/slideLayouts/slideLayout61.xml" Id="R2d4fc73f09334e70" /><Relationship Type="http://schemas.openxmlformats.org/officeDocument/2006/relationships/slideLayout" Target="/ppt/slideLayouts/slideLayout62.xml" Id="Rab5c68ef813e4417" /><Relationship Type="http://schemas.openxmlformats.org/officeDocument/2006/relationships/slideLayout" Target="/ppt/slideLayouts/slideLayout63.xml" Id="R951a37cef6004889" /><Relationship Type="http://schemas.openxmlformats.org/officeDocument/2006/relationships/slideLayout" Target="/ppt/slideLayouts/slideLayout64.xml" Id="Rfbc450bc06cd44a4" /><Relationship Type="http://schemas.openxmlformats.org/officeDocument/2006/relationships/slideLayout" Target="/ppt/slideLayouts/slideLayout65.xml" Id="R3bfef101564148a7" /><Relationship Type="http://schemas.openxmlformats.org/officeDocument/2006/relationships/slideLayout" Target="/ppt/slideLayouts/slideLayout66.xml" Id="R17e667f6cff24f3c" /><Relationship Type="http://schemas.openxmlformats.org/officeDocument/2006/relationships/slideLayout" Target="/ppt/slideLayouts/slideLayout67.xml" Id="R337b146db7a64ef6" /><Relationship Type="http://schemas.openxmlformats.org/officeDocument/2006/relationships/slideLayout" Target="/ppt/slideLayouts/slideLayout68.xml" Id="Ra47fdb9ca2364fe8" /><Relationship Type="http://schemas.openxmlformats.org/officeDocument/2006/relationships/slideLayout" Target="/ppt/slideLayouts/slideLayout69.xml" Id="Re9158e43cef4438b" /><Relationship Type="http://schemas.openxmlformats.org/officeDocument/2006/relationships/slideLayout" Target="/ppt/slideLayouts/slideLayout70.xml" Id="Rf59f866cc9f24312" /><Relationship Type="http://schemas.openxmlformats.org/officeDocument/2006/relationships/slideLayout" Target="/ppt/slideLayouts/slideLayout71.xml" Id="R42c65a19ee9949d0" /><Relationship Type="http://schemas.openxmlformats.org/officeDocument/2006/relationships/slideLayout" Target="/ppt/slideLayouts/slideLayout72.xml" Id="R70885ea3589040ba" /><Relationship Type="http://schemas.openxmlformats.org/officeDocument/2006/relationships/slideLayout" Target="/ppt/slideLayouts/slideLayout73.xml" Id="R3a2993eb075348a8" /><Relationship Type="http://schemas.openxmlformats.org/officeDocument/2006/relationships/slideLayout" Target="/ppt/slideLayouts/slideLayout74.xml" Id="R6860dbbf4d9c44f8" /><Relationship Type="http://schemas.openxmlformats.org/officeDocument/2006/relationships/slideLayout" Target="/ppt/slideLayouts/slideLayout75.xml" Id="Rf1cfcbdc7cc94e37" /><Relationship Type="http://schemas.openxmlformats.org/officeDocument/2006/relationships/slideLayout" Target="/ppt/slideLayouts/slideLayout76.xml" Id="R2d7d8eabece34807" /><Relationship Type="http://schemas.openxmlformats.org/officeDocument/2006/relationships/slideLayout" Target="/ppt/slideLayouts/slideLayout77.xml" Id="R35697ef0b404456b" /><Relationship Type="http://schemas.openxmlformats.org/officeDocument/2006/relationships/slideLayout" Target="/ppt/slideLayouts/slideLayout78.xml" Id="R0126749a6d8d4348" /><Relationship Type="http://schemas.openxmlformats.org/officeDocument/2006/relationships/slideLayout" Target="/ppt/slideLayouts/slideLayout79.xml" Id="Ra65e1dc50780441c" /><Relationship Type="http://schemas.openxmlformats.org/officeDocument/2006/relationships/slideLayout" Target="/ppt/slideLayouts/slideLayout80.xml" Id="Re8e7e6a611944c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D5C68DA-264C-4CBC-ABC7-D9DA2C544D1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70d54c1434285"/>
    <p:sldLayoutId xmlns:r="http://schemas.openxmlformats.org/officeDocument/2006/relationships" id="2147483650" r:id="R94b0f06c45b94355"/>
    <p:sldLayoutId xmlns:r="http://schemas.openxmlformats.org/officeDocument/2006/relationships" id="2147483651" r:id="Reabe8be256244450"/>
    <p:sldLayoutId xmlns:r="http://schemas.openxmlformats.org/officeDocument/2006/relationships" id="2147483652" r:id="Rb2aa448b2e9c4749"/>
    <p:sldLayoutId xmlns:r="http://schemas.openxmlformats.org/officeDocument/2006/relationships" id="2147483653" r:id="R73753e89207d4300"/>
    <p:sldLayoutId xmlns:r="http://schemas.openxmlformats.org/officeDocument/2006/relationships" id="2147483654" r:id="R33b3bcd845654df1"/>
    <p:sldLayoutId xmlns:r="http://schemas.openxmlformats.org/officeDocument/2006/relationships" id="2147483655" r:id="R8ee487f10be84ad9"/>
    <p:sldLayoutId xmlns:r="http://schemas.openxmlformats.org/officeDocument/2006/relationships" id="2147483656" r:id="Rf00186ea681040db"/>
    <p:sldLayoutId xmlns:r="http://schemas.openxmlformats.org/officeDocument/2006/relationships" id="2147483657" r:id="R3b69705991964fd6"/>
    <p:sldLayoutId xmlns:r="http://schemas.openxmlformats.org/officeDocument/2006/relationships" id="2147483658" r:id="R2bdd025db3b74da0"/>
    <p:sldLayoutId xmlns:r="http://schemas.openxmlformats.org/officeDocument/2006/relationships" id="2147483659" r:id="R623c50179a47409d"/>
    <p:sldLayoutId xmlns:r="http://schemas.openxmlformats.org/officeDocument/2006/relationships" id="2147483660" r:id="R3b348e19859b4e57"/>
    <p:sldLayoutId xmlns:r="http://schemas.openxmlformats.org/officeDocument/2006/relationships" id="2147483661" r:id="R1cb669a25cec4e86"/>
    <p:sldLayoutId xmlns:r="http://schemas.openxmlformats.org/officeDocument/2006/relationships" id="2147483662" r:id="R00bb6027c5444d31"/>
    <p:sldLayoutId xmlns:r="http://schemas.openxmlformats.org/officeDocument/2006/relationships" id="2147483663" r:id="R1085965936a04227"/>
    <p:sldLayoutId xmlns:r="http://schemas.openxmlformats.org/officeDocument/2006/relationships" id="2147483664" r:id="Rac2b61b1849c4f38"/>
    <p:sldLayoutId xmlns:r="http://schemas.openxmlformats.org/officeDocument/2006/relationships" id="2147483665" r:id="R00e16f55f4d64b89"/>
    <p:sldLayoutId xmlns:r="http://schemas.openxmlformats.org/officeDocument/2006/relationships" id="2147483666" r:id="R85d1d38cf5a8450f"/>
    <p:sldLayoutId xmlns:r="http://schemas.openxmlformats.org/officeDocument/2006/relationships" id="2147483667" r:id="R976226beb4864ba4"/>
    <p:sldLayoutId xmlns:r="http://schemas.openxmlformats.org/officeDocument/2006/relationships" id="2147483668" r:id="R9cb41640c1b64892"/>
  </p:sldLayoutIdLst>
  <p:hf sldNum="0" hdr="0" ftr="0"/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377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5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D5C68DA-264C-4CBC-ABC7-D9DA2C544D1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26039a7b6c464464"/>
    <p:sldLayoutId xmlns:r="http://schemas.openxmlformats.org/officeDocument/2006/relationships" id="2147483671" r:id="R48d2aaeb7ee4428b"/>
    <p:sldLayoutId xmlns:r="http://schemas.openxmlformats.org/officeDocument/2006/relationships" id="2147483672" r:id="Rb07792c9a3694df4"/>
    <p:sldLayoutId xmlns:r="http://schemas.openxmlformats.org/officeDocument/2006/relationships" id="2147483673" r:id="R9d5387d193df4cb1"/>
    <p:sldLayoutId xmlns:r="http://schemas.openxmlformats.org/officeDocument/2006/relationships" id="2147483674" r:id="R4f62edecbf6d49f8"/>
    <p:sldLayoutId xmlns:r="http://schemas.openxmlformats.org/officeDocument/2006/relationships" id="2147483675" r:id="R617857c1341846e0"/>
    <p:sldLayoutId xmlns:r="http://schemas.openxmlformats.org/officeDocument/2006/relationships" id="2147483676" r:id="Rfea6f86603aa4458"/>
    <p:sldLayoutId xmlns:r="http://schemas.openxmlformats.org/officeDocument/2006/relationships" id="2147483677" r:id="R775b276c60784699"/>
    <p:sldLayoutId xmlns:r="http://schemas.openxmlformats.org/officeDocument/2006/relationships" id="2147483678" r:id="R63ed6d54b688414e"/>
    <p:sldLayoutId xmlns:r="http://schemas.openxmlformats.org/officeDocument/2006/relationships" id="2147483679" r:id="R3105dcd9d00841ea"/>
    <p:sldLayoutId xmlns:r="http://schemas.openxmlformats.org/officeDocument/2006/relationships" id="2147483680" r:id="Ra447a5c07d7e4cdf"/>
    <p:sldLayoutId xmlns:r="http://schemas.openxmlformats.org/officeDocument/2006/relationships" id="2147483681" r:id="R4ec33e65abe84217"/>
    <p:sldLayoutId xmlns:r="http://schemas.openxmlformats.org/officeDocument/2006/relationships" id="2147483682" r:id="Rf5cd277e5d9e4e0c"/>
    <p:sldLayoutId xmlns:r="http://schemas.openxmlformats.org/officeDocument/2006/relationships" id="2147483683" r:id="Rddcd5f1a81e743be"/>
    <p:sldLayoutId xmlns:r="http://schemas.openxmlformats.org/officeDocument/2006/relationships" id="2147483684" r:id="R66ca0297d7f242a4"/>
    <p:sldLayoutId xmlns:r="http://schemas.openxmlformats.org/officeDocument/2006/relationships" id="2147483685" r:id="Rccb9e9da0eb74574"/>
    <p:sldLayoutId xmlns:r="http://schemas.openxmlformats.org/officeDocument/2006/relationships" id="2147483686" r:id="R9cd578bee0bd4643"/>
    <p:sldLayoutId xmlns:r="http://schemas.openxmlformats.org/officeDocument/2006/relationships" id="2147483687" r:id="R435b9bbc81f04e7e"/>
    <p:sldLayoutId xmlns:r="http://schemas.openxmlformats.org/officeDocument/2006/relationships" id="2147483688" r:id="R62ea3acf8c1e4a5f"/>
    <p:sldLayoutId xmlns:r="http://schemas.openxmlformats.org/officeDocument/2006/relationships" id="2147483689" r:id="Rccb670e9554049bc"/>
  </p:sldLayoutIdLst>
  <p:hf sldNum="0" hdr="0" ftr="0"/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377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5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D5C68DA-264C-4CBC-ABC7-D9DA2C544D1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b9782d74819a4200"/>
    <p:sldLayoutId xmlns:r="http://schemas.openxmlformats.org/officeDocument/2006/relationships" id="2147483692" r:id="R530928a1eccd4452"/>
    <p:sldLayoutId xmlns:r="http://schemas.openxmlformats.org/officeDocument/2006/relationships" id="2147483693" r:id="Rcacfa4a43bfc409d"/>
    <p:sldLayoutId xmlns:r="http://schemas.openxmlformats.org/officeDocument/2006/relationships" id="2147483694" r:id="R02fd55dc00f540a9"/>
    <p:sldLayoutId xmlns:r="http://schemas.openxmlformats.org/officeDocument/2006/relationships" id="2147483695" r:id="R549f5665399f4e57"/>
    <p:sldLayoutId xmlns:r="http://schemas.openxmlformats.org/officeDocument/2006/relationships" id="2147483696" r:id="R06851c90e3574b4b"/>
    <p:sldLayoutId xmlns:r="http://schemas.openxmlformats.org/officeDocument/2006/relationships" id="2147483697" r:id="R5c87ea801b9a404c"/>
    <p:sldLayoutId xmlns:r="http://schemas.openxmlformats.org/officeDocument/2006/relationships" id="2147483698" r:id="R31114156984c477d"/>
    <p:sldLayoutId xmlns:r="http://schemas.openxmlformats.org/officeDocument/2006/relationships" id="2147483699" r:id="R4e85a9ddf43547f0"/>
    <p:sldLayoutId xmlns:r="http://schemas.openxmlformats.org/officeDocument/2006/relationships" id="2147483700" r:id="R52dc9beedcd248a3"/>
    <p:sldLayoutId xmlns:r="http://schemas.openxmlformats.org/officeDocument/2006/relationships" id="2147483701" r:id="Rdfae0ecb51da4cfb"/>
    <p:sldLayoutId xmlns:r="http://schemas.openxmlformats.org/officeDocument/2006/relationships" id="2147483702" r:id="R27676a7c60dc4a47"/>
    <p:sldLayoutId xmlns:r="http://schemas.openxmlformats.org/officeDocument/2006/relationships" id="2147483703" r:id="R29f1603a04b84cd9"/>
    <p:sldLayoutId xmlns:r="http://schemas.openxmlformats.org/officeDocument/2006/relationships" id="2147483704" r:id="R3402910e535944f0"/>
    <p:sldLayoutId xmlns:r="http://schemas.openxmlformats.org/officeDocument/2006/relationships" id="2147483705" r:id="R9bbbd360bdb84213"/>
    <p:sldLayoutId xmlns:r="http://schemas.openxmlformats.org/officeDocument/2006/relationships" id="2147483706" r:id="R677f1bcff5a24229"/>
    <p:sldLayoutId xmlns:r="http://schemas.openxmlformats.org/officeDocument/2006/relationships" id="2147483707" r:id="R6c4683da2a2c49ce"/>
    <p:sldLayoutId xmlns:r="http://schemas.openxmlformats.org/officeDocument/2006/relationships" id="2147483708" r:id="R8b3d5e0de82e4e51"/>
    <p:sldLayoutId xmlns:r="http://schemas.openxmlformats.org/officeDocument/2006/relationships" id="2147483709" r:id="Red09d2b5aa2848e5"/>
    <p:sldLayoutId xmlns:r="http://schemas.openxmlformats.org/officeDocument/2006/relationships" id="2147483710" r:id="R075859d5ea934a77"/>
  </p:sldLayoutIdLst>
  <p:hf sldNum="0" hdr="0" ftr="0"/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377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5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468973EA-4851-8672-91DD-F89AE9706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8D19E94-58E5-5881-060D-74130A387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F4E53D2-4F2D-4EEF-26D4-E2B9EFEBF63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DC714EB1-A4E1-0E30-5C05-9F727189FE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128AB1B-32EC-177C-6A3F-9850E54148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D5C68DA-264C-4CBC-ABC7-D9DA2C544D1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2d4fc73f09334e70"/>
    <p:sldLayoutId xmlns:r="http://schemas.openxmlformats.org/officeDocument/2006/relationships" id="2147483713" r:id="Rab5c68ef813e4417"/>
    <p:sldLayoutId xmlns:r="http://schemas.openxmlformats.org/officeDocument/2006/relationships" id="2147483714" r:id="R951a37cef6004889"/>
    <p:sldLayoutId xmlns:r="http://schemas.openxmlformats.org/officeDocument/2006/relationships" id="2147483715" r:id="Rfbc450bc06cd44a4"/>
    <p:sldLayoutId xmlns:r="http://schemas.openxmlformats.org/officeDocument/2006/relationships" id="2147483716" r:id="R3bfef101564148a7"/>
    <p:sldLayoutId xmlns:r="http://schemas.openxmlformats.org/officeDocument/2006/relationships" id="2147483717" r:id="R17e667f6cff24f3c"/>
    <p:sldLayoutId xmlns:r="http://schemas.openxmlformats.org/officeDocument/2006/relationships" id="2147483718" r:id="R337b146db7a64ef6"/>
    <p:sldLayoutId xmlns:r="http://schemas.openxmlformats.org/officeDocument/2006/relationships" id="2147483719" r:id="Ra47fdb9ca2364fe8"/>
    <p:sldLayoutId xmlns:r="http://schemas.openxmlformats.org/officeDocument/2006/relationships" id="2147483720" r:id="Re9158e43cef4438b"/>
    <p:sldLayoutId xmlns:r="http://schemas.openxmlformats.org/officeDocument/2006/relationships" id="2147483721" r:id="Rf59f866cc9f24312"/>
    <p:sldLayoutId xmlns:r="http://schemas.openxmlformats.org/officeDocument/2006/relationships" id="2147483722" r:id="R42c65a19ee9949d0"/>
    <p:sldLayoutId xmlns:r="http://schemas.openxmlformats.org/officeDocument/2006/relationships" id="2147483723" r:id="R70885ea3589040ba"/>
    <p:sldLayoutId xmlns:r="http://schemas.openxmlformats.org/officeDocument/2006/relationships" id="2147483724" r:id="R3a2993eb075348a8"/>
    <p:sldLayoutId xmlns:r="http://schemas.openxmlformats.org/officeDocument/2006/relationships" id="2147483725" r:id="R6860dbbf4d9c44f8"/>
    <p:sldLayoutId xmlns:r="http://schemas.openxmlformats.org/officeDocument/2006/relationships" id="2147483726" r:id="Rf1cfcbdc7cc94e37"/>
    <p:sldLayoutId xmlns:r="http://schemas.openxmlformats.org/officeDocument/2006/relationships" id="2147483727" r:id="R2d7d8eabece34807"/>
    <p:sldLayoutId xmlns:r="http://schemas.openxmlformats.org/officeDocument/2006/relationships" id="2147483728" r:id="R35697ef0b404456b"/>
    <p:sldLayoutId xmlns:r="http://schemas.openxmlformats.org/officeDocument/2006/relationships" id="2147483729" r:id="R0126749a6d8d4348"/>
    <p:sldLayoutId xmlns:r="http://schemas.openxmlformats.org/officeDocument/2006/relationships" id="2147483730" r:id="Ra65e1dc50780441c"/>
    <p:sldLayoutId xmlns:r="http://schemas.openxmlformats.org/officeDocument/2006/relationships" id="2147483731" r:id="Re8e7e6a611944ccc"/>
  </p:sldLayoutIdLst>
  <p:hf sldNum="0" hdr="0" ftr="0"/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377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5" indent="0" algn="l" defTabSz="914377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18a5b4dd90184d55" /><Relationship Type="http://schemas.openxmlformats.org/officeDocument/2006/relationships/image" Target="/ppt/media/image21.png" Id="R7e7bd33b2ffb4ec7" /><Relationship Type="http://schemas.openxmlformats.org/officeDocument/2006/relationships/notesSlide" Target="/ppt/notesSlides/notesSlide1.xml" Id="R84a404a2d4894b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9c96f1d0b634a10" /><Relationship Type="http://schemas.openxmlformats.org/officeDocument/2006/relationships/notesSlide" Target="/ppt/notesSlides/notesSlide2.xml" Id="R0285174cb60d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a9db9be4c3a43df" /><Relationship Type="http://schemas.openxmlformats.org/officeDocument/2006/relationships/image" Target="/ppt/media/image.jpeg" Id="R35637c2ef5b24240" /><Relationship Type="http://schemas.openxmlformats.org/officeDocument/2006/relationships/notesSlide" Target="/ppt/notesSlides/notesSlide3.xml" Id="R2c45ac8885ca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90f94b982044603" /><Relationship Type="http://schemas.openxmlformats.org/officeDocument/2006/relationships/image" Target="/ppt/media/image2.jpeg" Id="R369297ea479645c3" /><Relationship Type="http://schemas.openxmlformats.org/officeDocument/2006/relationships/notesSlide" Target="/ppt/notesSlides/notesSlide4.xml" Id="Rc94ae3b849cc47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59e2005048b44a8" /><Relationship Type="http://schemas.openxmlformats.org/officeDocument/2006/relationships/notesSlide" Target="/ppt/notesSlides/notesSlide5.xml" Id="Rda0756ed4877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343aec370374939" /><Relationship Type="http://schemas.openxmlformats.org/officeDocument/2006/relationships/image" Target="/ppt/media/image22.png" Id="Rd92b3191b8d7479a" /><Relationship Type="http://schemas.openxmlformats.org/officeDocument/2006/relationships/notesSlide" Target="/ppt/notesSlides/notesSlide6.xml" Id="Rad31a48d25bf46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752841c5563b41f1" /><Relationship Type="http://schemas.openxmlformats.org/officeDocument/2006/relationships/notesSlide" Target="/ppt/notesSlides/notesSlide7.xml" Id="Ra67af04474fa48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2ca7e8ffd7c43b9" /><Relationship Type="http://schemas.openxmlformats.org/officeDocument/2006/relationships/image" Target="/ppt/media/image23.png" Id="Re035328dde7340fd" /><Relationship Type="http://schemas.openxmlformats.org/officeDocument/2006/relationships/notesSlide" Target="/ppt/notesSlides/notesSlide8.xml" Id="R7dd5763cabdb4a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5d65f3e893394ae3" /><Relationship Type="http://schemas.openxmlformats.org/officeDocument/2006/relationships/image" Target="/ppt/media/image24.png" Id="R000d09ac4ae541c3" /><Relationship Type="http://schemas.openxmlformats.org/officeDocument/2006/relationships/notesSlide" Target="/ppt/notesSlides/notesSlide9.xml" Id="R07276e1f079a4d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056545b8449d4446" /><Relationship Type="http://schemas.openxmlformats.org/officeDocument/2006/relationships/image" Target="/ppt/media/image25.png" Id="R6d2561e2d280426a" /><Relationship Type="http://schemas.openxmlformats.org/officeDocument/2006/relationships/notesSlide" Target="/ppt/notesSlides/notesSlide10.xml" Id="Rbbe4f612218a4d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d702adf45534c7f" /><Relationship Type="http://schemas.openxmlformats.org/officeDocument/2006/relationships/notesSlide" Target="/ppt/notesSlides/notesSlide11.xml" Id="R1764c420928043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fec657073d34a16" /><Relationship Type="http://schemas.openxmlformats.org/officeDocument/2006/relationships/image" Target="/ppt/media/image26.png" Id="Rf024e08d515f4fad" /><Relationship Type="http://schemas.openxmlformats.org/officeDocument/2006/relationships/notesSlide" Target="/ppt/notesSlides/notesSlide12.xml" Id="Rd00981e49a8745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b1a160f0af104ff7" /><Relationship Type="http://schemas.openxmlformats.org/officeDocument/2006/relationships/notesSlide" Target="/ppt/notesSlides/notesSlide13.xml" Id="R6e48ff7704164f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eeb487ce30624fa9" /><Relationship Type="http://schemas.openxmlformats.org/officeDocument/2006/relationships/image" Target="/ppt/media/image27.png" Id="R5541a20b71a24922" /><Relationship Type="http://schemas.openxmlformats.org/officeDocument/2006/relationships/notesSlide" Target="/ppt/notesSlides/notesSlide14.xml" Id="R5dc3555a3f594d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D5584315-1991-09B0-FAE8-CD117966AF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从产线认知到机器人双点检测动作改造</a:t>
            </a:r>
          </a:p>
          <a:p xmlns:a="http://schemas.openxmlformats.org/drawingml/2006/main">
            <a:r>
              <a:t>张博｜南京理工大学 控制工程</a:t>
            </a:r>
          </a:p>
          <a:p xmlns:a="http://schemas.openxmlformats.org/drawingml/2006/main">
            <a:r>
              <a:t>2026.07.13—08.12</a:t>
            </a:r>
          </a:p>
        </p:txBody>
      </p:sp>
      <p:sp>
        <p:nvSpPr>
          <p:cNvPr id="4" name="タイトル 3">
            <a:extLst xmlns:a="http://schemas.openxmlformats.org/drawingml/2006/main">
              <a:ext uri="{FF2B5EF4-FFF2-40B4-BE49-F238E27FC236}">
                <a16:creationId xmlns:a16="http://schemas.microsoft.com/office/drawing/2014/main" id="{209BA370-8A59-82F9-E6C3-F70582DD5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把知识装进产线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bd33b2ffb4ec7"/>
          <a:srcRect xmlns:a="http://schemas.openxmlformats.org/drawingml/2006/main" l="31851" t="0" r="318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359658" cy="5209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60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723900" y="5467350"/>
            <a:ext cx="10744200" cy="5143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不只是完成课程，而是把所学汇聚成一个能够在设备上执行的动作单元。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一个月里，我从“参观者”走到了“改进者”</a:t>
            </a:r>
          </a:p>
        </p:txBody>
      </p:sp>
      <p:sp>
        <p:nvSpPr>
          <p:cNvPr id="4" name="s02-days">
            <a:extLst xmlns:a="http://schemas.openxmlformats.org/drawingml/2006/main">
              <a:ext uri="{FF2B5EF4-FFF2-40B4-BE49-F238E27FC236}">
                <a16:creationId xmlns:a16="http://schemas.microsoft.com/office/drawing/2014/main" id="{2C626A88-126E-4048-9820-A7C57F1F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30天</a:t>
            </a:r>
          </a:p>
        </p:txBody>
      </p:sp>
      <p:sp>
        <p:nvSpPr>
          <p:cNvPr id="5" name="s02-date">
            <a:extLst xmlns:a="http://schemas.openxmlformats.org/drawingml/2006/main">
              <a:ext uri="{FF2B5EF4-FFF2-40B4-BE49-F238E27FC236}">
                <a16:creationId xmlns:a16="http://schemas.microsoft.com/office/drawing/2014/main" id="{2203A229-A52D-4CE9-B343-066088A8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7.13—8.12</a:t>
            </a:r>
          </a:p>
        </p:txBody>
      </p:sp>
      <p:sp>
        <p:nvSpPr>
          <p:cNvPr id="6" name="s02-flow-line">
            <a:extLst xmlns:a="http://schemas.openxmlformats.org/drawingml/2006/main">
              <a:ext uri="{FF2B5EF4-FFF2-40B4-BE49-F238E27FC236}">
                <a16:creationId xmlns:a16="http://schemas.microsoft.com/office/drawing/2014/main" id="{0C2BBD45-66CD-4DB1-9563-30D53EF4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781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E"/>
            </a:solidFill>
            <a:prstDash val="solid"/>
          </a:ln>
        </p:spPr>
      </p:sp>
      <p:sp>
        <p:nvSpPr>
          <p:cNvPr id="7" name="s02-01-num">
            <a:extLst xmlns:a="http://schemas.openxmlformats.org/drawingml/2006/main">
              <a:ext uri="{FF2B5EF4-FFF2-40B4-BE49-F238E27FC236}">
                <a16:creationId xmlns:a16="http://schemas.microsoft.com/office/drawing/2014/main" id="{F9FEBFF1-DA44-4EA8-B1E3-FEF42FA2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02-01-title">
            <a:extLst xmlns:a="http://schemas.openxmlformats.org/drawingml/2006/main">
              <a:ext uri="{FF2B5EF4-FFF2-40B4-BE49-F238E27FC236}">
                <a16:creationId xmlns:a16="http://schemas.microsoft.com/office/drawing/2014/main" id="{A7205C72-87CB-4B9D-A28D-436AC8F7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参观者</a:t>
            </a:r>
          </a:p>
        </p:txBody>
      </p:sp>
      <p:sp>
        <p:nvSpPr>
          <p:cNvPr id="9" name="s02-01-detail">
            <a:extLst xmlns:a="http://schemas.openxmlformats.org/drawingml/2006/main">
              <a:ext uri="{FF2B5EF4-FFF2-40B4-BE49-F238E27FC236}">
                <a16:creationId xmlns:a16="http://schemas.microsoft.com/office/drawing/2014/main" id="{60519C8D-5843-40CB-8AAF-39819375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认识安全、设备与生产逻辑</a:t>
            </a:r>
          </a:p>
        </p:txBody>
      </p:sp>
      <p:sp>
        <p:nvSpPr>
          <p:cNvPr id="10" name="s02-02-num">
            <a:extLst xmlns:a="http://schemas.openxmlformats.org/drawingml/2006/main">
              <a:ext uri="{FF2B5EF4-FFF2-40B4-BE49-F238E27FC236}">
                <a16:creationId xmlns:a16="http://schemas.microsoft.com/office/drawing/2014/main" id="{3FAAE662-17C1-4444-AAE0-958227B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02-02-title">
            <a:extLst xmlns:a="http://schemas.openxmlformats.org/drawingml/2006/main">
              <a:ext uri="{FF2B5EF4-FFF2-40B4-BE49-F238E27FC236}">
                <a16:creationId xmlns:a16="http://schemas.microsoft.com/office/drawing/2014/main" id="{FF2498CF-19ED-4B7C-B640-D4AAE11B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学习者</a:t>
            </a:r>
          </a:p>
        </p:txBody>
      </p:sp>
      <p:sp>
        <p:nvSpPr>
          <p:cNvPr id="12" name="s02-02-detail">
            <a:extLst xmlns:a="http://schemas.openxmlformats.org/drawingml/2006/main">
              <a:ext uri="{FF2B5EF4-FFF2-40B4-BE49-F238E27FC236}">
                <a16:creationId xmlns:a16="http://schemas.microsoft.com/office/drawing/2014/main" id="{2EE1F982-7475-4A12-9CCD-63712294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90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打通PLC、通信与机器人知识链</a:t>
            </a:r>
          </a:p>
        </p:txBody>
      </p:sp>
      <p:sp>
        <p:nvSpPr>
          <p:cNvPr id="13" name="s02-03-num">
            <a:extLst xmlns:a="http://schemas.openxmlformats.org/drawingml/2006/main">
              <a:ext uri="{FF2B5EF4-FFF2-40B4-BE49-F238E27FC236}">
                <a16:creationId xmlns:a16="http://schemas.microsoft.com/office/drawing/2014/main" id="{1FBC616C-A805-4CB0-924B-38831AB3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02-03-title">
            <a:extLst xmlns:a="http://schemas.openxmlformats.org/drawingml/2006/main">
              <a:ext uri="{FF2B5EF4-FFF2-40B4-BE49-F238E27FC236}">
                <a16:creationId xmlns:a16="http://schemas.microsoft.com/office/drawing/2014/main" id="{EE7D3AF2-9686-46A2-BF7D-1CD94B85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实践者</a:t>
            </a:r>
          </a:p>
        </p:txBody>
      </p:sp>
      <p:sp>
        <p:nvSpPr>
          <p:cNvPr id="15" name="s02-03-detail">
            <a:extLst xmlns:a="http://schemas.openxmlformats.org/drawingml/2006/main">
              <a:ext uri="{FF2B5EF4-FFF2-40B4-BE49-F238E27FC236}">
                <a16:creationId xmlns:a16="http://schemas.microsoft.com/office/drawing/2014/main" id="{556F4E2B-AC8B-4780-8465-A5345160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完成机械臂双点检测动作</a:t>
            </a:r>
          </a:p>
        </p:txBody>
      </p:sp>
      <p:sp>
        <p:nvSpPr>
          <p:cNvPr id="16" name="s02-result-rule">
            <a:extLst xmlns:a="http://schemas.openxmlformats.org/drawingml/2006/main">
              <a:ext uri="{FF2B5EF4-FFF2-40B4-BE49-F238E27FC236}">
                <a16:creationId xmlns:a16="http://schemas.microsoft.com/office/drawing/2014/main" id="{692A695C-0B08-4A19-BBDA-EFB8847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</p:sp>
      <p:sp>
        <p:nvSpPr>
          <p:cNvPr id="17" name="s02-result">
            <a:extLst xmlns:a="http://schemas.openxmlformats.org/drawingml/2006/main">
              <a:ext uri="{FF2B5EF4-FFF2-40B4-BE49-F238E27FC236}">
                <a16:creationId xmlns:a16="http://schemas.microsoft.com/office/drawing/2014/main" id="{DEF95D86-9B51-4EB0-A9D4-8C5ADC80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1条控制链 · 1个落地动作单元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7810500" y="1619250"/>
            <a:ext cx="3333750" cy="2381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企业与安全</a:t>
            </a:r>
          </a:p>
          <a:p xmlns:a="http://schemas.openxmlformats.org/drawingml/2006/main">
            <a:r>
              <a:t>产业与技术</a:t>
            </a:r>
          </a:p>
          <a:p xmlns:a="http://schemas.openxmlformats.org/drawingml/2006/main">
            <a:r>
              <a:t>团队与交流</a:t>
            </a:r>
          </a:p>
          <a:p xmlns:a="http://schemas.openxmlformats.org/drawingml/2006/main">
            <a:r>
              <a:t>成果输出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夏令营给了广度，部门实践给了深度</a:t>
            </a:r>
          </a:p>
        </p:txBody>
      </p:sp>
      <p:sp>
        <p:nvSpPr>
          <p:cNvPr id="4" name="s03-image-frame">
            <a:extLst xmlns:a="http://schemas.openxmlformats.org/drawingml/2006/main">
              <a:ext uri="{FF2B5EF4-FFF2-40B4-BE49-F238E27FC236}">
                <a16:creationId xmlns:a16="http://schemas.microsoft.com/office/drawing/2014/main" id="{69B100EC-0E17-47D3-A8AF-ECA8938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676275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E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37c2ef5b24240"/>
          <a:srcRect xmlns:a="http://schemas.openxmlformats.org/drawingml/2006/main" l="4716" t="0" r="47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181100"/>
            <a:ext cx="6686550" cy="4152900"/>
          </a:xfrm>
          <a:prstGeom xmlns:a="http://schemas.openxmlformats.org/drawingml/2006/main" prst="rect">
            <a:avLst/>
          </a:prstGeom>
        </p:spPr>
      </p:pic>
      <p:sp>
        <p:nvSpPr>
          <p:cNvPr id="6" name="s03-tag">
            <a:extLst xmlns:a="http://schemas.openxmlformats.org/drawingml/2006/main">
              <a:ext uri="{FF2B5EF4-FFF2-40B4-BE49-F238E27FC236}">
                <a16:creationId xmlns:a16="http://schemas.microsoft.com/office/drawing/2014/main" id="{647D7849-AB22-4CD5-BD42-B47B1244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夏令营｜视野广度</a:t>
            </a:r>
          </a:p>
        </p:txBody>
      </p:sp>
      <p:sp>
        <p:nvSpPr>
          <p:cNvPr id="7" name="s03-dot-1">
            <a:extLst xmlns:a="http://schemas.openxmlformats.org/drawingml/2006/main">
              <a:ext uri="{FF2B5EF4-FFF2-40B4-BE49-F238E27FC236}">
                <a16:creationId xmlns:a16="http://schemas.microsoft.com/office/drawing/2014/main" id="{64FCAA82-8397-47AC-9497-4396B4A9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07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s03-dot-2">
            <a:extLst xmlns:a="http://schemas.openxmlformats.org/drawingml/2006/main">
              <a:ext uri="{FF2B5EF4-FFF2-40B4-BE49-F238E27FC236}">
                <a16:creationId xmlns:a16="http://schemas.microsoft.com/office/drawing/2014/main" id="{818EE005-96F9-48CA-8A8D-0AE4E1D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07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s03-dot-3">
            <a:extLst xmlns:a="http://schemas.openxmlformats.org/drawingml/2006/main">
              <a:ext uri="{FF2B5EF4-FFF2-40B4-BE49-F238E27FC236}">
                <a16:creationId xmlns:a16="http://schemas.microsoft.com/office/drawing/2014/main" id="{F67A4D96-CD97-4AE7-B867-8ACA57A4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07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s03-dot-4">
            <a:extLst xmlns:a="http://schemas.openxmlformats.org/drawingml/2006/main">
              <a:ext uri="{FF2B5EF4-FFF2-40B4-BE49-F238E27FC236}">
                <a16:creationId xmlns:a16="http://schemas.microsoft.com/office/drawing/2014/main" id="{1CF733A8-FA11-4043-81B1-AE1404E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07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1" name="s03-callout-line">
            <a:extLst xmlns:a="http://schemas.openxmlformats.org/drawingml/2006/main">
              <a:ext uri="{FF2B5EF4-FFF2-40B4-BE49-F238E27FC236}">
                <a16:creationId xmlns:a16="http://schemas.microsoft.com/office/drawing/2014/main" id="{E38AB7E1-3437-45AE-9391-52BD0FC2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571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</p:sp>
      <p:sp>
        <p:nvSpPr>
          <p:cNvPr id="12" name="s03-callout">
            <a:extLst xmlns:a="http://schemas.openxmlformats.org/drawingml/2006/main">
              <a:ext uri="{FF2B5EF4-FFF2-40B4-BE49-F238E27FC236}">
                <a16:creationId xmlns:a16="http://schemas.microsoft.com/office/drawing/2014/main" id="{8EA7C35F-8B17-4DCD-87A5-9560D5F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3219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课程让我先理解一家制造企业为什么这样运转，再思考控制工程可以在哪些环节创造价值。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76300" y="4800600"/>
            <a:ext cx="4476750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每一步都为下一步服务：</a:t>
            </a:r>
          </a:p>
          <a:p xmlns:a="http://schemas.openxmlformats.org/drawingml/2006/main">
            <a:r>
              <a:t>先理解设备，才能安全、准确地修改动作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五个递进阶段，把学习压缩成一条技术路线</a:t>
            </a:r>
          </a:p>
        </p:txBody>
      </p:sp>
      <p:sp>
        <p:nvSpPr>
          <p:cNvPr id="4" name="s04-stage-line">
            <a:extLst xmlns:a="http://schemas.openxmlformats.org/drawingml/2006/main">
              <a:ext uri="{FF2B5EF4-FFF2-40B4-BE49-F238E27FC236}">
                <a16:creationId xmlns:a16="http://schemas.microsoft.com/office/drawing/2014/main" id="{0B1BC451-4938-4FCB-8752-A54B376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524000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002F"/>
            </a:solidFill>
            <a:prstDash val="solid"/>
          </a:ln>
        </p:spPr>
      </p:sp>
      <p:sp>
        <p:nvSpPr>
          <p:cNvPr id="5" name="s04-stage-1">
            <a:extLst xmlns:a="http://schemas.openxmlformats.org/drawingml/2006/main">
              <a:ext uri="{FF2B5EF4-FFF2-40B4-BE49-F238E27FC236}">
                <a16:creationId xmlns:a16="http://schemas.microsoft.com/office/drawing/2014/main" id="{33A8E501-B67C-4F35-88E2-D3DA1AD5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s04-title-1">
            <a:extLst xmlns:a="http://schemas.openxmlformats.org/drawingml/2006/main">
              <a:ext uri="{FF2B5EF4-FFF2-40B4-BE49-F238E27FC236}">
                <a16:creationId xmlns:a16="http://schemas.microsoft.com/office/drawing/2014/main" id="{C71BCCCF-8874-47C2-A2E9-7BD672A8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76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现场认知</a:t>
            </a:r>
          </a:p>
        </p:txBody>
      </p:sp>
      <p:sp>
        <p:nvSpPr>
          <p:cNvPr id="7" name="s04-detail-1">
            <a:extLst xmlns:a="http://schemas.openxmlformats.org/drawingml/2006/main">
              <a:ext uri="{FF2B5EF4-FFF2-40B4-BE49-F238E27FC236}">
                <a16:creationId xmlns:a16="http://schemas.microsoft.com/office/drawing/2014/main" id="{07F68E83-2B82-4280-B854-4099F98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安全意识｜SUS合理化线｜UV贴膜线</a:t>
            </a:r>
          </a:p>
        </p:txBody>
      </p:sp>
      <p:sp>
        <p:nvSpPr>
          <p:cNvPr id="8" name="s04-stage-2">
            <a:extLst xmlns:a="http://schemas.openxmlformats.org/drawingml/2006/main">
              <a:ext uri="{FF2B5EF4-FFF2-40B4-BE49-F238E27FC236}">
                <a16:creationId xmlns:a16="http://schemas.microsoft.com/office/drawing/2014/main" id="{F613AA3C-741C-433E-B894-D12516C5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62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s04-title-2">
            <a:extLst xmlns:a="http://schemas.openxmlformats.org/drawingml/2006/main">
              <a:ext uri="{FF2B5EF4-FFF2-40B4-BE49-F238E27FC236}">
                <a16:creationId xmlns:a16="http://schemas.microsoft.com/office/drawing/2014/main" id="{6CBD4650-2BE7-4BB8-AE5B-E8CFFB8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43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PLC与通信</a:t>
            </a:r>
          </a:p>
        </p:txBody>
      </p:sp>
      <p:sp>
        <p:nvSpPr>
          <p:cNvPr id="10" name="s04-detail-2">
            <a:extLst xmlns:a="http://schemas.openxmlformats.org/drawingml/2006/main">
              <a:ext uri="{FF2B5EF4-FFF2-40B4-BE49-F238E27FC236}">
                <a16:creationId xmlns:a16="http://schemas.microsoft.com/office/drawing/2014/main" id="{EE3797B9-F4D2-4EE7-B46A-D112D04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梯形图｜I/O映射｜ST｜工业以太网</a:t>
            </a:r>
          </a:p>
        </p:txBody>
      </p:sp>
      <p:sp>
        <p:nvSpPr>
          <p:cNvPr id="11" name="s04-stage-3">
            <a:extLst xmlns:a="http://schemas.openxmlformats.org/drawingml/2006/main">
              <a:ext uri="{FF2B5EF4-FFF2-40B4-BE49-F238E27FC236}">
                <a16:creationId xmlns:a16="http://schemas.microsoft.com/office/drawing/2014/main" id="{E2B0EECF-5F9E-47E5-849B-4E8C2E9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s04-title-3">
            <a:extLst xmlns:a="http://schemas.openxmlformats.org/drawingml/2006/main">
              <a:ext uri="{FF2B5EF4-FFF2-40B4-BE49-F238E27FC236}">
                <a16:creationId xmlns:a16="http://schemas.microsoft.com/office/drawing/2014/main" id="{F605F3D6-614E-4EEE-AE4C-63EE9F44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机器人</a:t>
            </a:r>
          </a:p>
        </p:txBody>
      </p:sp>
      <p:sp>
        <p:nvSpPr>
          <p:cNvPr id="13" name="s04-detail-3">
            <a:extLst xmlns:a="http://schemas.openxmlformats.org/drawingml/2006/main">
              <a:ext uri="{FF2B5EF4-FFF2-40B4-BE49-F238E27FC236}">
                <a16:creationId xmlns:a16="http://schemas.microsoft.com/office/drawing/2014/main" id="{29E69BA2-E6BF-4727-AEF4-AD3FDE9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示教器｜坐标系｜低速手动操作</a:t>
            </a:r>
          </a:p>
        </p:txBody>
      </p:sp>
      <p:sp>
        <p:nvSpPr>
          <p:cNvPr id="14" name="s04-stage-4">
            <a:extLst xmlns:a="http://schemas.openxmlformats.org/drawingml/2006/main">
              <a:ext uri="{FF2B5EF4-FFF2-40B4-BE49-F238E27FC236}">
                <a16:creationId xmlns:a16="http://schemas.microsoft.com/office/drawing/2014/main" id="{44F495FF-030C-4A7B-BB68-BACE0155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s04-title-4">
            <a:extLst xmlns:a="http://schemas.openxmlformats.org/drawingml/2006/main">
              <a:ext uri="{FF2B5EF4-FFF2-40B4-BE49-F238E27FC236}">
                <a16:creationId xmlns:a16="http://schemas.microsoft.com/office/drawing/2014/main" id="{7F86655A-C4C2-463E-ACA3-B085C583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实践</a:t>
            </a:r>
          </a:p>
        </p:txBody>
      </p:sp>
      <p:sp>
        <p:nvSpPr>
          <p:cNvPr id="16" name="s04-detail-4">
            <a:extLst xmlns:a="http://schemas.openxmlformats.org/drawingml/2006/main">
              <a:ext uri="{FF2B5EF4-FFF2-40B4-BE49-F238E27FC236}">
                <a16:creationId xmlns:a16="http://schemas.microsoft.com/office/drawing/2014/main" id="{D98527D2-40F1-41D7-B40B-9C2DB2B7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吸取、检测与动作衔接</a:t>
            </a:r>
          </a:p>
        </p:txBody>
      </p:sp>
      <p:sp>
        <p:nvSpPr>
          <p:cNvPr id="17" name="s04-stage-5">
            <a:extLst xmlns:a="http://schemas.openxmlformats.org/drawingml/2006/main">
              <a:ext uri="{FF2B5EF4-FFF2-40B4-BE49-F238E27FC236}">
                <a16:creationId xmlns:a16="http://schemas.microsoft.com/office/drawing/2014/main" id="{A6D9A977-41FD-44EC-9D1E-D9A6D58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s04-title-5">
            <a:extLst xmlns:a="http://schemas.openxmlformats.org/drawingml/2006/main">
              <a:ext uri="{FF2B5EF4-FFF2-40B4-BE49-F238E27FC236}">
                <a16:creationId xmlns:a16="http://schemas.microsoft.com/office/drawing/2014/main" id="{74464978-4920-4570-88F7-1F9D308C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成果沉淀</a:t>
            </a:r>
          </a:p>
        </p:txBody>
      </p:sp>
      <p:sp>
        <p:nvSpPr>
          <p:cNvPr id="19" name="s04-detail-5">
            <a:extLst xmlns:a="http://schemas.openxmlformats.org/drawingml/2006/main">
              <a:ext uri="{FF2B5EF4-FFF2-40B4-BE49-F238E27FC236}">
                <a16:creationId xmlns:a16="http://schemas.microsoft.com/office/drawing/2014/main" id="{7C500AEA-5DFB-4EE5-A89A-EE1EEC20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资料整理与结业汇报</a:t>
            </a:r>
          </a:p>
        </p:txBody>
      </p:sp>
      <p:sp>
        <p:nvSpPr>
          <p:cNvPr id="20" name="s04-plan-frame">
            <a:extLst xmlns:a="http://schemas.openxmlformats.org/drawingml/2006/main">
              <a:ext uri="{FF2B5EF4-FFF2-40B4-BE49-F238E27FC236}">
                <a16:creationId xmlns:a16="http://schemas.microsoft.com/office/drawing/2014/main" id="{25693583-D9A2-4FE3-AE03-6AA9EB8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23950"/>
            <a:ext cx="5657850" cy="453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E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297ea479645c3"/>
          <a:srcRect xmlns:a="http://schemas.openxmlformats.org/drawingml/2006/main" l="0" t="27550" r="0" b="27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162050"/>
            <a:ext cx="5581650" cy="4457700"/>
          </a:xfrm>
          <a:prstGeom xmlns:a="http://schemas.openxmlformats.org/drawingml/2006/main" prst="rect">
            <a:avLst/>
          </a:prstGeom>
        </p:spPr>
      </p:pic>
      <p:sp>
        <p:nvSpPr>
          <p:cNvPr id="22" name="s04-image-tag">
            <a:extLst xmlns:a="http://schemas.openxmlformats.org/drawingml/2006/main">
              <a:ext uri="{FF2B5EF4-FFF2-40B4-BE49-F238E27FC236}">
                <a16:creationId xmlns:a16="http://schemas.microsoft.com/office/drawing/2014/main" id="{B1B0B1CB-C415-454F-8E5A-C9E40AF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部门实习计划｜技术深度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57250" y="5476875"/>
            <a:ext cx="10287000" cy="4381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过去知识没有直接给出答案，但让我更快提出正确问题。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三段既有经历，缩短了理解现场的路径</a:t>
            </a:r>
          </a:p>
        </p:txBody>
      </p:sp>
      <p:sp>
        <p:nvSpPr>
          <p:cNvPr id="4" name="s05-leftbar-0">
            <a:extLst xmlns:a="http://schemas.openxmlformats.org/drawingml/2006/main">
              <a:ext uri="{FF2B5EF4-FFF2-40B4-BE49-F238E27FC236}">
                <a16:creationId xmlns:a16="http://schemas.microsoft.com/office/drawing/2014/main" id="{E425B193-FAB1-4045-A2EC-456622B6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571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</p:sp>
      <p:sp>
        <p:nvSpPr>
          <p:cNvPr id="5" name="s05-source-0">
            <a:extLst xmlns:a="http://schemas.openxmlformats.org/drawingml/2006/main">
              <a:ext uri="{FF2B5EF4-FFF2-40B4-BE49-F238E27FC236}">
                <a16:creationId xmlns:a16="http://schemas.microsoft.com/office/drawing/2014/main" id="{596E92D7-E76B-4F0B-B79B-40DCE751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09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本科PLC毕业设计</a:t>
            </a:r>
          </a:p>
        </p:txBody>
      </p:sp>
      <p:sp>
        <p:nvSpPr>
          <p:cNvPr id="6" name="s05-source-detail-0">
            <a:extLst xmlns:a="http://schemas.openxmlformats.org/drawingml/2006/main">
              <a:ext uri="{FF2B5EF4-FFF2-40B4-BE49-F238E27FC236}">
                <a16:creationId xmlns:a16="http://schemas.microsoft.com/office/drawing/2014/main" id="{E03CDFA9-41DA-4291-8C0D-FF927DA5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紫菜处理与清洗生产线</a:t>
            </a:r>
          </a:p>
        </p:txBody>
      </p:sp>
      <p:sp>
        <p:nvSpPr>
          <p:cNvPr id="7" name="s05-arrow-0">
            <a:extLst xmlns:a="http://schemas.openxmlformats.org/drawingml/2006/main">
              <a:ext uri="{FF2B5EF4-FFF2-40B4-BE49-F238E27FC236}">
                <a16:creationId xmlns:a16="http://schemas.microsoft.com/office/drawing/2014/main" id="{449553A9-8DFF-48C5-9103-0A1AFB98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s05-output-0">
            <a:extLst xmlns:a="http://schemas.openxmlformats.org/drawingml/2006/main">
              <a:ext uri="{FF2B5EF4-FFF2-40B4-BE49-F238E27FC236}">
                <a16:creationId xmlns:a16="http://schemas.microsoft.com/office/drawing/2014/main" id="{7035EC41-8B5C-44EC-B818-5F8E8642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478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2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D2223"/>
                </a:solidFill>
                <a:latin typeface="Microsoft YaHei"/>
                <a:ea typeface="Microsoft YaHei"/>
                <a:cs typeface="Microsoft YaHei"/>
              </a:rPr>
              <a:t>快速回顾梯形图与顺序控制</a:t>
            </a:r>
          </a:p>
        </p:txBody>
      </p:sp>
      <p:sp>
        <p:nvSpPr>
          <p:cNvPr id="9" name="s05-rowline-0">
            <a:extLst xmlns:a="http://schemas.openxmlformats.org/drawingml/2006/main">
              <a:ext uri="{FF2B5EF4-FFF2-40B4-BE49-F238E27FC236}">
                <a16:creationId xmlns:a16="http://schemas.microsoft.com/office/drawing/2014/main" id="{5A24D418-03F6-483F-8B66-D22910F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E"/>
            </a:solidFill>
            <a:prstDash val="solid"/>
          </a:ln>
        </p:spPr>
      </p:sp>
      <p:sp>
        <p:nvSpPr>
          <p:cNvPr id="10" name="s05-leftbar-1">
            <a:extLst xmlns:a="http://schemas.openxmlformats.org/drawingml/2006/main">
              <a:ext uri="{FF2B5EF4-FFF2-40B4-BE49-F238E27FC236}">
                <a16:creationId xmlns:a16="http://schemas.microsoft.com/office/drawing/2014/main" id="{2396DEBC-475A-463E-A2FA-2C64CBA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71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</p:sp>
      <p:sp>
        <p:nvSpPr>
          <p:cNvPr id="11" name="s05-source-1">
            <a:extLst xmlns:a="http://schemas.openxmlformats.org/drawingml/2006/main">
              <a:ext uri="{FF2B5EF4-FFF2-40B4-BE49-F238E27FC236}">
                <a16:creationId xmlns:a16="http://schemas.microsoft.com/office/drawing/2014/main" id="{10FFB0BE-DE0F-42D1-AA34-94D68B68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硕士国家级项目</a:t>
            </a:r>
          </a:p>
        </p:txBody>
      </p:sp>
      <p:sp>
        <p:nvSpPr>
          <p:cNvPr id="12" name="s05-source-detail-1">
            <a:extLst xmlns:a="http://schemas.openxmlformats.org/drawingml/2006/main">
              <a:ext uri="{FF2B5EF4-FFF2-40B4-BE49-F238E27FC236}">
                <a16:creationId xmlns:a16="http://schemas.microsoft.com/office/drawing/2014/main" id="{C47D534E-FC16-4072-ADF3-D8647A14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八电机协同控制空间球体</a:t>
            </a:r>
          </a:p>
        </p:txBody>
      </p:sp>
      <p:sp>
        <p:nvSpPr>
          <p:cNvPr id="13" name="s05-arrow-1">
            <a:extLst xmlns:a="http://schemas.openxmlformats.org/drawingml/2006/main">
              <a:ext uri="{FF2B5EF4-FFF2-40B4-BE49-F238E27FC236}">
                <a16:creationId xmlns:a16="http://schemas.microsoft.com/office/drawing/2014/main" id="{9C6303D3-EBDB-4CB9-BE24-8C0D8D6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s05-output-1">
            <a:extLst xmlns:a="http://schemas.openxmlformats.org/drawingml/2006/main">
              <a:ext uri="{FF2B5EF4-FFF2-40B4-BE49-F238E27FC236}">
                <a16:creationId xmlns:a16="http://schemas.microsoft.com/office/drawing/2014/main" id="{5E555470-19F1-465B-98E1-C3E2B2FC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2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D2223"/>
                </a:solidFill>
                <a:latin typeface="Microsoft YaHei"/>
                <a:ea typeface="Microsoft YaHei"/>
                <a:cs typeface="Microsoft YaHei"/>
              </a:rPr>
              <a:t>理解多执行器协同与通信</a:t>
            </a:r>
          </a:p>
        </p:txBody>
      </p:sp>
      <p:sp>
        <p:nvSpPr>
          <p:cNvPr id="15" name="s05-rowline-1">
            <a:extLst xmlns:a="http://schemas.openxmlformats.org/drawingml/2006/main">
              <a:ext uri="{FF2B5EF4-FFF2-40B4-BE49-F238E27FC236}">
                <a16:creationId xmlns:a16="http://schemas.microsoft.com/office/drawing/2014/main" id="{8C848427-9B26-4F79-A12D-6FE8806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E"/>
            </a:solidFill>
            <a:prstDash val="solid"/>
          </a:ln>
        </p:spPr>
      </p:sp>
      <p:sp>
        <p:nvSpPr>
          <p:cNvPr id="16" name="s05-leftbar-2">
            <a:extLst xmlns:a="http://schemas.openxmlformats.org/drawingml/2006/main">
              <a:ext uri="{FF2B5EF4-FFF2-40B4-BE49-F238E27FC236}">
                <a16:creationId xmlns:a16="http://schemas.microsoft.com/office/drawing/2014/main" id="{F8D96A7E-45B8-42E6-924B-146CC0A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571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</p:sp>
      <p:sp>
        <p:nvSpPr>
          <p:cNvPr id="17" name="s05-source-2">
            <a:extLst xmlns:a="http://schemas.openxmlformats.org/drawingml/2006/main">
              <a:ext uri="{FF2B5EF4-FFF2-40B4-BE49-F238E27FC236}">
                <a16:creationId xmlns:a16="http://schemas.microsoft.com/office/drawing/2014/main" id="{E5343563-C6E0-4D89-8F46-3C12D67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研究方向：惯性导航</a:t>
            </a:r>
          </a:p>
        </p:txBody>
      </p:sp>
      <p:sp>
        <p:nvSpPr>
          <p:cNvPr id="18" name="s05-source-detail-2">
            <a:extLst xmlns:a="http://schemas.openxmlformats.org/drawingml/2006/main">
              <a:ext uri="{FF2B5EF4-FFF2-40B4-BE49-F238E27FC236}">
                <a16:creationId xmlns:a16="http://schemas.microsoft.com/office/drawing/2014/main" id="{3802F557-83FE-4EF0-96CE-3F6D721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坐标变换与姿态表达</a:t>
            </a:r>
          </a:p>
        </p:txBody>
      </p:sp>
      <p:sp>
        <p:nvSpPr>
          <p:cNvPr id="19" name="s05-arrow-2">
            <a:extLst xmlns:a="http://schemas.openxmlformats.org/drawingml/2006/main">
              <a:ext uri="{FF2B5EF4-FFF2-40B4-BE49-F238E27FC236}">
                <a16:creationId xmlns:a16="http://schemas.microsoft.com/office/drawing/2014/main" id="{02C31ED5-CB65-442A-967D-56F91FA0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s05-output-2">
            <a:extLst xmlns:a="http://schemas.openxmlformats.org/drawingml/2006/main">
              <a:ext uri="{FF2B5EF4-FFF2-40B4-BE49-F238E27FC236}">
                <a16:creationId xmlns:a16="http://schemas.microsoft.com/office/drawing/2014/main" id="{4C2067EB-5D5F-4ED9-A653-068C7732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672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2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D2223"/>
                </a:solidFill>
                <a:latin typeface="Microsoft YaHei"/>
                <a:ea typeface="Microsoft YaHei"/>
                <a:cs typeface="Microsoft YaHei"/>
              </a:rPr>
              <a:t>快速吸收世界/TCP/用户坐标系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38200" y="1714500"/>
            <a:ext cx="3429000" cy="2476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SUS合理化线</a:t>
            </a:r>
          </a:p>
          <a:p xmlns:a="http://schemas.openxmlformats.org/drawingml/2006/main">
            <a:r>
              <a:t>UV贴膜自动化线</a:t>
            </a:r>
          </a:p>
          <a:p xmlns:a="http://schemas.openxmlformats.org/drawingml/2006/main">
            <a:r>
              <a:t>常见电气部品</a:t>
            </a:r>
          </a:p>
          <a:p xmlns:a="http://schemas.openxmlformats.org/drawingml/2006/main">
            <a:r>
              <a:t>生产线执行元件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从认识部品开始，我看见了“感知—控制—执行”</a:t>
            </a:r>
          </a:p>
        </p:txBody>
      </p:sp>
      <p:sp>
        <p:nvSpPr>
          <p:cNvPr id="4" name="s06-tag">
            <a:extLst xmlns:a="http://schemas.openxmlformats.org/drawingml/2006/main">
              <a:ext uri="{FF2B5EF4-FFF2-40B4-BE49-F238E27FC236}">
                <a16:creationId xmlns:a16="http://schemas.microsoft.com/office/drawing/2014/main" id="{0E55FDFD-F79B-4579-B3A8-D9DCB460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现场见学</a:t>
            </a:r>
          </a:p>
        </p:txBody>
      </p:sp>
      <p:sp>
        <p:nvSpPr>
          <p:cNvPr id="5" name="s06-chain-line">
            <a:extLst xmlns:a="http://schemas.openxmlformats.org/drawingml/2006/main">
              <a:ext uri="{FF2B5EF4-FFF2-40B4-BE49-F238E27FC236}">
                <a16:creationId xmlns:a16="http://schemas.microsoft.com/office/drawing/2014/main" id="{E980684F-FFCF-4DB0-B2D5-CD52B9C5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</p:sp>
      <p:sp>
        <p:nvSpPr>
          <p:cNvPr id="6" name="s06-chain">
            <a:extLst xmlns:a="http://schemas.openxmlformats.org/drawingml/2006/main">
              <a:ext uri="{FF2B5EF4-FFF2-40B4-BE49-F238E27FC236}">
                <a16:creationId xmlns:a16="http://schemas.microsoft.com/office/drawing/2014/main" id="{0D777993-B72C-4AF0-BB6C-C8695BDD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感知  →  控制  →  执行</a:t>
            </a:r>
          </a:p>
        </p:txBody>
      </p:sp>
      <p:sp>
        <p:nvSpPr>
          <p:cNvPr id="7" name="s06-chain-detail">
            <a:extLst xmlns:a="http://schemas.openxmlformats.org/drawingml/2006/main">
              <a:ext uri="{FF2B5EF4-FFF2-40B4-BE49-F238E27FC236}">
                <a16:creationId xmlns:a16="http://schemas.microsoft.com/office/drawing/2014/main" id="{9E80F383-0A9C-4FA7-90E2-50437C66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传感器　 PLC/程序　 机构与机器人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b3191b8d7479a"/>
          <a:srcRect xmlns:a="http://schemas.openxmlformats.org/drawingml/2006/main" l="8881" t="0" r="88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1104900"/>
            <a:ext cx="681990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38200" y="5467350"/>
            <a:ext cx="10287000" cy="457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当变量能够对应到设备状态，程序才真正成为产线行为的说明书。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PLC学习的重点，从“会写指令”转向“看懂设备状态”</a:t>
            </a:r>
          </a:p>
        </p:txBody>
      </p:sp>
      <p:sp>
        <p:nvSpPr>
          <p:cNvPr id="4" name="s07-day">
            <a:extLst xmlns:a="http://schemas.openxmlformats.org/drawingml/2006/main">
              <a:ext uri="{FF2B5EF4-FFF2-40B4-BE49-F238E27FC236}">
                <a16:creationId xmlns:a16="http://schemas.microsoft.com/office/drawing/2014/main" id="{E5952C34-DBF7-4906-8A39-22A55AD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1天</a:t>
            </a:r>
          </a:p>
        </p:txBody>
      </p:sp>
      <p:sp>
        <p:nvSpPr>
          <p:cNvPr id="5" name="s07-day-detail">
            <a:extLst xmlns:a="http://schemas.openxmlformats.org/drawingml/2006/main">
              <a:ext uri="{FF2B5EF4-FFF2-40B4-BE49-F238E27FC236}">
                <a16:creationId xmlns:a16="http://schemas.microsoft.com/office/drawing/2014/main" id="{9C6658AA-B7BE-4482-80AE-D6053AC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完成梯形图基础回顾</a:t>
            </a:r>
          </a:p>
        </p:txBody>
      </p:sp>
      <p:sp>
        <p:nvSpPr>
          <p:cNvPr id="6" name="s07-flow">
            <a:extLst xmlns:a="http://schemas.openxmlformats.org/drawingml/2006/main">
              <a:ext uri="{FF2B5EF4-FFF2-40B4-BE49-F238E27FC236}">
                <a16:creationId xmlns:a16="http://schemas.microsoft.com/office/drawing/2014/main" id="{418C1490-1CBE-4B47-AD4B-D6105EBF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781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E"/>
            </a:solidFill>
            <a:prstDash val="solid"/>
          </a:ln>
        </p:spPr>
      </p:sp>
      <p:sp>
        <p:nvSpPr>
          <p:cNvPr id="7" name="s07-num-0">
            <a:extLst xmlns:a="http://schemas.openxmlformats.org/drawingml/2006/main">
              <a:ext uri="{FF2B5EF4-FFF2-40B4-BE49-F238E27FC236}">
                <a16:creationId xmlns:a16="http://schemas.microsoft.com/office/drawing/2014/main" id="{771C5A09-7B3C-4C2F-9AAB-49381E9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07-title-0">
            <a:extLst xmlns:a="http://schemas.openxmlformats.org/drawingml/2006/main">
              <a:ext uri="{FF2B5EF4-FFF2-40B4-BE49-F238E27FC236}">
                <a16:creationId xmlns:a16="http://schemas.microsoft.com/office/drawing/2014/main" id="{4DD0732F-A280-4E6E-B603-EE9E3F60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梯形图回顾</a:t>
            </a:r>
          </a:p>
        </p:txBody>
      </p:sp>
      <p:sp>
        <p:nvSpPr>
          <p:cNvPr id="9" name="s07-detail-0">
            <a:extLst xmlns:a="http://schemas.openxmlformats.org/drawingml/2006/main">
              <a:ext uri="{FF2B5EF4-FFF2-40B4-BE49-F238E27FC236}">
                <a16:creationId xmlns:a16="http://schemas.microsoft.com/office/drawing/2014/main" id="{78DB9E61-AEC4-4A65-A379-6C830BE1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快速恢复顺序控制语感</a:t>
            </a:r>
          </a:p>
        </p:txBody>
      </p:sp>
      <p:sp>
        <p:nvSpPr>
          <p:cNvPr id="10" name="s07-num-1">
            <a:extLst xmlns:a="http://schemas.openxmlformats.org/drawingml/2006/main">
              <a:ext uri="{FF2B5EF4-FFF2-40B4-BE49-F238E27FC236}">
                <a16:creationId xmlns:a16="http://schemas.microsoft.com/office/drawing/2014/main" id="{F9F953A0-7328-4AAE-A818-8492853A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07-title-1">
            <a:extLst xmlns:a="http://schemas.openxmlformats.org/drawingml/2006/main">
              <a:ext uri="{FF2B5EF4-FFF2-40B4-BE49-F238E27FC236}">
                <a16:creationId xmlns:a16="http://schemas.microsoft.com/office/drawing/2014/main" id="{F9C63D42-00C9-4FF1-B535-6E15ACDB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I/O映射</a:t>
            </a:r>
          </a:p>
        </p:txBody>
      </p:sp>
      <p:sp>
        <p:nvSpPr>
          <p:cNvPr id="12" name="s07-detail-1">
            <a:extLst xmlns:a="http://schemas.openxmlformats.org/drawingml/2006/main">
              <a:ext uri="{FF2B5EF4-FFF2-40B4-BE49-F238E27FC236}">
                <a16:creationId xmlns:a16="http://schemas.microsoft.com/office/drawing/2014/main" id="{29E0E2BD-C94C-49FD-B769-455A2585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变量与真实设备一一对应</a:t>
            </a:r>
          </a:p>
        </p:txBody>
      </p:sp>
      <p:sp>
        <p:nvSpPr>
          <p:cNvPr id="13" name="s07-num-2">
            <a:extLst xmlns:a="http://schemas.openxmlformats.org/drawingml/2006/main">
              <a:ext uri="{FF2B5EF4-FFF2-40B4-BE49-F238E27FC236}">
                <a16:creationId xmlns:a16="http://schemas.microsoft.com/office/drawing/2014/main" id="{95CACA63-07F8-4C01-A36E-331A9B8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07-title-2">
            <a:extLst xmlns:a="http://schemas.openxmlformats.org/drawingml/2006/main">
              <a:ext uri="{FF2B5EF4-FFF2-40B4-BE49-F238E27FC236}">
                <a16:creationId xmlns:a16="http://schemas.microsoft.com/office/drawing/2014/main" id="{DA0E9D87-2013-4C44-B733-8507F9D0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ST编程</a:t>
            </a:r>
          </a:p>
        </p:txBody>
      </p:sp>
      <p:sp>
        <p:nvSpPr>
          <p:cNvPr id="15" name="s07-detail-2">
            <a:extLst xmlns:a="http://schemas.openxmlformats.org/drawingml/2006/main">
              <a:ext uri="{FF2B5EF4-FFF2-40B4-BE49-F238E27FC236}">
                <a16:creationId xmlns:a16="http://schemas.microsoft.com/office/drawing/2014/main" id="{463F7F5B-EEC8-41AA-989F-5A19B7E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结构化表达复杂逻辑</a:t>
            </a:r>
          </a:p>
        </p:txBody>
      </p:sp>
      <p:sp>
        <p:nvSpPr>
          <p:cNvPr id="16" name="s07-num-3">
            <a:extLst xmlns:a="http://schemas.openxmlformats.org/drawingml/2006/main">
              <a:ext uri="{FF2B5EF4-FFF2-40B4-BE49-F238E27FC236}">
                <a16:creationId xmlns:a16="http://schemas.microsoft.com/office/drawing/2014/main" id="{A171DD02-F9A2-45BD-B847-9E2D940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s07-title-3">
            <a:extLst xmlns:a="http://schemas.openxmlformats.org/drawingml/2006/main">
              <a:ext uri="{FF2B5EF4-FFF2-40B4-BE49-F238E27FC236}">
                <a16:creationId xmlns:a16="http://schemas.microsoft.com/office/drawing/2014/main" id="{827D58D5-EA5E-4781-A626-CB7E7CA3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激光测距读取</a:t>
            </a:r>
          </a:p>
        </p:txBody>
      </p:sp>
      <p:sp>
        <p:nvSpPr>
          <p:cNvPr id="18" name="s07-detail-3">
            <a:extLst xmlns:a="http://schemas.openxmlformats.org/drawingml/2006/main">
              <a:ext uri="{FF2B5EF4-FFF2-40B4-BE49-F238E27FC236}">
                <a16:creationId xmlns:a16="http://schemas.microsoft.com/office/drawing/2014/main" id="{C06F349E-B8E3-437D-A5E6-868CCB72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让传感信息成为动作依据</a:t>
            </a:r>
          </a:p>
        </p:txBody>
      </p:sp>
      <p:sp>
        <p:nvSpPr>
          <p:cNvPr id="19" name="s07-result-line">
            <a:extLst xmlns:a="http://schemas.openxmlformats.org/drawingml/2006/main">
              <a:ext uri="{FF2B5EF4-FFF2-40B4-BE49-F238E27FC236}">
                <a16:creationId xmlns:a16="http://schemas.microsoft.com/office/drawing/2014/main" id="{6F962935-BE9F-48D2-B26D-97CE01F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工业通信让我从“单机控制”走向“设备协同”</a:t>
            </a:r>
          </a:p>
        </p:txBody>
      </p:sp>
      <p:sp>
        <p:nvSpPr>
          <p:cNvPr id="4" name="s08-p1">
            <a:extLst xmlns:a="http://schemas.openxmlformats.org/drawingml/2006/main">
              <a:ext uri="{FF2B5EF4-FFF2-40B4-BE49-F238E27FC236}">
                <a16:creationId xmlns:a16="http://schemas.microsoft.com/office/drawing/2014/main" id="{F36138E3-BA88-4BC1-A791-B2683236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28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EtherCAT</a:t>
            </a:r>
          </a:p>
        </p:txBody>
      </p:sp>
      <p:sp>
        <p:nvSpPr>
          <p:cNvPr id="5" name="s08-p2">
            <a:extLst xmlns:a="http://schemas.openxmlformats.org/drawingml/2006/main">
              <a:ext uri="{FF2B5EF4-FFF2-40B4-BE49-F238E27FC236}">
                <a16:creationId xmlns:a16="http://schemas.microsoft.com/office/drawing/2014/main" id="{A7CEF122-E7E3-4992-803F-4F20FA1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28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EtherNet/IP</a:t>
            </a:r>
          </a:p>
        </p:txBody>
      </p:sp>
      <p:sp>
        <p:nvSpPr>
          <p:cNvPr id="6" name="s08-p3">
            <a:extLst xmlns:a="http://schemas.openxmlformats.org/drawingml/2006/main">
              <a:ext uri="{FF2B5EF4-FFF2-40B4-BE49-F238E27FC236}">
                <a16:creationId xmlns:a16="http://schemas.microsoft.com/office/drawing/2014/main" id="{2E987D1C-B69F-4BCB-92E4-508D09FC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028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Modbus TCP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5328dde7340fd"/>
          <a:stretch xmlns:a="http://schemas.openxmlformats.org/drawingml/2006/main"/>
        </p:blipFill>
        <p:spPr>
          <a:xfrm xmlns:a="http://schemas.openxmlformats.org/drawingml/2006/main">
            <a:off x="2863452" y="1409700"/>
            <a:ext cx="6465096" cy="3638550"/>
          </a:xfrm>
          <a:prstGeom xmlns:a="http://schemas.openxmlformats.org/drawingml/2006/main" prst="rect">
            <a:avLst/>
          </a:prstGeom>
        </p:spPr>
      </p:pic>
      <p:sp>
        <p:nvSpPr>
          <p:cNvPr id="8" name="s08-result-line">
            <a:extLst xmlns:a="http://schemas.openxmlformats.org/drawingml/2006/main">
              <a:ext uri="{FF2B5EF4-FFF2-40B4-BE49-F238E27FC236}">
                <a16:creationId xmlns:a16="http://schemas.microsoft.com/office/drawing/2014/main" id="{39E4757C-7240-4478-9AD2-5A63C29D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</p:sp>
      <p:sp>
        <p:nvSpPr>
          <p:cNvPr id="9" name="s08-result">
            <a:extLst xmlns:a="http://schemas.openxmlformats.org/drawingml/2006/main">
              <a:ext uri="{FF2B5EF4-FFF2-40B4-BE49-F238E27FC236}">
                <a16:creationId xmlns:a16="http://schemas.microsoft.com/office/drawing/2014/main" id="{D30BA4C4-E695-4B8E-81AD-18B2F58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传感器给状态，PLC做判断，网络传指令，机器人完成动作。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D61A73A-71C8-D351-3521-8ED160C460D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239125" y="1428750"/>
            <a:ext cx="3105150" cy="3333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世界坐标系</a:t>
            </a:r>
          </a:p>
          <a:p xmlns:a="http://schemas.openxmlformats.org/drawingml/2006/main">
            <a:r>
              <a:t>整机运动的统一基准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工具坐标系（TCP）</a:t>
            </a:r>
          </a:p>
          <a:p xmlns:a="http://schemas.openxmlformats.org/drawingml/2006/main">
            <a:r>
              <a:t>吸嘴末端的位置与姿态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用户坐标系</a:t>
            </a:r>
          </a:p>
          <a:p xmlns:a="http://schemas.openxmlformats.org/drawingml/2006/main">
            <a:r>
              <a:t>面向PCB工作平面的局部基准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坐标系一旦统一，机器人动作才可被准确描述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d09ac4ae541c3"/>
          <a:srcRect xmlns:a="http://schemas.openxmlformats.org/drawingml/2006/main" l="5780" t="0" r="57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143000"/>
            <a:ext cx="7124700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s09-callout-line">
            <a:extLst xmlns:a="http://schemas.openxmlformats.org/drawingml/2006/main">
              <a:ext uri="{FF2B5EF4-FFF2-40B4-BE49-F238E27FC236}">
                <a16:creationId xmlns:a16="http://schemas.microsoft.com/office/drawing/2014/main" id="{A50CAC9D-B1E1-402F-B3A8-827C707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10150"/>
            <a:ext cx="5715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</p:sp>
      <p:sp>
        <p:nvSpPr>
          <p:cNvPr id="6" name="s09-callout">
            <a:extLst xmlns:a="http://schemas.openxmlformats.org/drawingml/2006/main">
              <a:ext uri="{FF2B5EF4-FFF2-40B4-BE49-F238E27FC236}">
                <a16:creationId xmlns:a16="http://schemas.microsoft.com/office/drawing/2014/main" id="{88F48E33-D652-4361-A898-A212C04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720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惯性导航研究帮助我快速建立坐标变换与姿态表达思维。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双点检测位于整条贴片与加压流程的关键衔接处</a:t>
            </a:r>
          </a:p>
        </p:txBody>
      </p:sp>
      <p:sp>
        <p:nvSpPr>
          <p:cNvPr id="4" name="s10-label-0">
            <a:extLst xmlns:a="http://schemas.openxmlformats.org/drawingml/2006/main">
              <a:ext uri="{FF2B5EF4-FFF2-40B4-BE49-F238E27FC236}">
                <a16:creationId xmlns:a16="http://schemas.microsoft.com/office/drawing/2014/main" id="{525C9EBA-23F2-46D6-8004-9DEA29AC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1  贴片完成</a:t>
            </a:r>
          </a:p>
        </p:txBody>
      </p:sp>
      <p:sp>
        <p:nvSpPr>
          <p:cNvPr id="5" name="s10-label-1">
            <a:extLst xmlns:a="http://schemas.openxmlformats.org/drawingml/2006/main">
              <a:ext uri="{FF2B5EF4-FFF2-40B4-BE49-F238E27FC236}">
                <a16:creationId xmlns:a16="http://schemas.microsoft.com/office/drawing/2014/main" id="{43C57A98-B9CA-456B-8E43-9ED764D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066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2  激光测高</a:t>
            </a:r>
          </a:p>
        </p:txBody>
      </p:sp>
      <p:sp>
        <p:nvSpPr>
          <p:cNvPr id="6" name="s10-label-2">
            <a:extLst xmlns:a="http://schemas.openxmlformats.org/drawingml/2006/main">
              <a:ext uri="{FF2B5EF4-FFF2-40B4-BE49-F238E27FC236}">
                <a16:creationId xmlns:a16="http://schemas.microsoft.com/office/drawing/2014/main" id="{298BA688-0A33-45FC-BB2A-16B9B21E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66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3  吸嘴取膜</a:t>
            </a:r>
          </a:p>
        </p:txBody>
      </p:sp>
      <p:sp>
        <p:nvSpPr>
          <p:cNvPr id="7" name="s10-label-3">
            <a:extLst xmlns:a="http://schemas.openxmlformats.org/drawingml/2006/main">
              <a:ext uri="{FF2B5EF4-FFF2-40B4-BE49-F238E27FC236}">
                <a16:creationId xmlns:a16="http://schemas.microsoft.com/office/drawing/2014/main" id="{3DEBA084-A92F-4E4D-B02C-959815F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066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4  取膜检测</a:t>
            </a:r>
          </a:p>
        </p:txBody>
      </p:sp>
      <p:sp>
        <p:nvSpPr>
          <p:cNvPr id="8" name="s10-label-4">
            <a:extLst xmlns:a="http://schemas.openxmlformats.org/drawingml/2006/main">
              <a:ext uri="{FF2B5EF4-FFF2-40B4-BE49-F238E27FC236}">
                <a16:creationId xmlns:a16="http://schemas.microsoft.com/office/drawing/2014/main" id="{3CDEB9A2-9BC5-4515-B9C8-558ADAD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5  膜材贴合</a:t>
            </a:r>
          </a:p>
        </p:txBody>
      </p:sp>
      <p:sp>
        <p:nvSpPr>
          <p:cNvPr id="9" name="s10-label-5">
            <a:extLst xmlns:a="http://schemas.openxmlformats.org/drawingml/2006/main">
              <a:ext uri="{FF2B5EF4-FFF2-40B4-BE49-F238E27FC236}">
                <a16:creationId xmlns:a16="http://schemas.microsoft.com/office/drawing/2014/main" id="{04F5CEF9-C1D2-473A-83A6-BF23F0E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066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6  进入加压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561e2d280426a"/>
          <a:stretch xmlns:a="http://schemas.openxmlformats.org/drawingml/2006/main"/>
        </p:blipFill>
        <p:spPr>
          <a:xfrm xmlns:a="http://schemas.openxmlformats.org/drawingml/2006/main">
            <a:off x="2880376" y="1409700"/>
            <a:ext cx="6431248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s10-task-line">
            <a:extLst xmlns:a="http://schemas.openxmlformats.org/drawingml/2006/main">
              <a:ext uri="{FF2B5EF4-FFF2-40B4-BE49-F238E27FC236}">
                <a16:creationId xmlns:a16="http://schemas.microsoft.com/office/drawing/2014/main" id="{141F4397-ABA7-412D-A1B9-8E9D5E87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571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</p:sp>
      <p:sp>
        <p:nvSpPr>
          <p:cNvPr id="12" name="s10-task-tag">
            <a:extLst xmlns:a="http://schemas.openxmlformats.org/drawingml/2006/main">
              <a:ext uri="{FF2B5EF4-FFF2-40B4-BE49-F238E27FC236}">
                <a16:creationId xmlns:a16="http://schemas.microsoft.com/office/drawing/2014/main" id="{79B69B39-6548-4D83-B476-CF423B78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我的实践任务</a:t>
            </a:r>
          </a:p>
        </p:txBody>
      </p:sp>
      <p:sp>
        <p:nvSpPr>
          <p:cNvPr id="13" name="s10-task">
            <a:extLst xmlns:a="http://schemas.openxmlformats.org/drawingml/2006/main">
              <a:ext uri="{FF2B5EF4-FFF2-40B4-BE49-F238E27FC236}">
                <a16:creationId xmlns:a16="http://schemas.microsoft.com/office/drawing/2014/main" id="{C7DC3991-7F05-4209-8F1A-CC29B5F8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将单点检测扩展为双点检测，并保持与原流程的顺序衔接。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原流程只检右上角，新增左上角扩大检测覆盖</a:t>
            </a:r>
          </a:p>
        </p:txBody>
      </p:sp>
      <p:sp>
        <p:nvSpPr>
          <p:cNvPr id="4" name="s11-original-heading">
            <a:extLst xmlns:a="http://schemas.openxmlformats.org/drawingml/2006/main">
              <a:ext uri="{FF2B5EF4-FFF2-40B4-BE49-F238E27FC236}">
                <a16:creationId xmlns:a16="http://schemas.microsoft.com/office/drawing/2014/main" id="{4630192D-CC2E-4123-960A-027DF9B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62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原流程｜一次检测</a:t>
            </a:r>
          </a:p>
        </p:txBody>
      </p:sp>
      <p:sp>
        <p:nvSpPr>
          <p:cNvPr id="5" name="s11-target-heading">
            <a:extLst xmlns:a="http://schemas.openxmlformats.org/drawingml/2006/main">
              <a:ext uri="{FF2B5EF4-FFF2-40B4-BE49-F238E27FC236}">
                <a16:creationId xmlns:a16="http://schemas.microsoft.com/office/drawing/2014/main" id="{9080F6A8-C25B-44A5-979D-35054E01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62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目标流程｜两次检测</a:t>
            </a:r>
          </a:p>
        </p:txBody>
      </p:sp>
      <p:sp>
        <p:nvSpPr>
          <p:cNvPr id="6" name="s11-vline">
            <a:extLst xmlns:a="http://schemas.openxmlformats.org/drawingml/2006/main">
              <a:ext uri="{FF2B5EF4-FFF2-40B4-BE49-F238E27FC236}">
                <a16:creationId xmlns:a16="http://schemas.microsoft.com/office/drawing/2014/main" id="{4709FA50-B027-4882-8B8E-39457257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</p:sp>
      <p:sp>
        <p:nvSpPr>
          <p:cNvPr id="7" name="s11-o-arrow-0">
            <a:extLst xmlns:a="http://schemas.openxmlformats.org/drawingml/2006/main">
              <a:ext uri="{FF2B5EF4-FFF2-40B4-BE49-F238E27FC236}">
                <a16:creationId xmlns:a16="http://schemas.microsoft.com/office/drawing/2014/main" id="{85F0DF73-7389-4A61-BD29-305BF910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33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s11-o-arrow-1">
            <a:extLst xmlns:a="http://schemas.openxmlformats.org/drawingml/2006/main">
              <a:ext uri="{FF2B5EF4-FFF2-40B4-BE49-F238E27FC236}">
                <a16:creationId xmlns:a16="http://schemas.microsoft.com/office/drawing/2014/main" id="{BBF9FCDB-2AEE-4F89-B04D-B7D33B49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33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11-o-node-0">
            <a:extLst xmlns:a="http://schemas.openxmlformats.org/drawingml/2006/main">
              <a:ext uri="{FF2B5EF4-FFF2-40B4-BE49-F238E27FC236}">
                <a16:creationId xmlns:a16="http://schemas.microsoft.com/office/drawing/2014/main" id="{24D6034C-5615-40FD-AF7C-A3065081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990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原点</a:t>
            </a:r>
          </a:p>
        </p:txBody>
      </p:sp>
      <p:sp>
        <p:nvSpPr>
          <p:cNvPr id="10" name="s11-o-node-1">
            <a:extLst xmlns:a="http://schemas.openxmlformats.org/drawingml/2006/main">
              <a:ext uri="{FF2B5EF4-FFF2-40B4-BE49-F238E27FC236}">
                <a16:creationId xmlns:a16="http://schemas.microsoft.com/office/drawing/2014/main" id="{B85CCEB3-30F4-4F91-8902-B25B9DC4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990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002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右上角</a:t>
            </a:r>
          </a:p>
        </p:txBody>
      </p:sp>
      <p:sp>
        <p:nvSpPr>
          <p:cNvPr id="11" name="s11-o-node-2">
            <a:extLst xmlns:a="http://schemas.openxmlformats.org/drawingml/2006/main">
              <a:ext uri="{FF2B5EF4-FFF2-40B4-BE49-F238E27FC236}">
                <a16:creationId xmlns:a16="http://schemas.microsoft.com/office/drawing/2014/main" id="{EAA76186-5F87-4A39-A9A1-DC131E8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990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2" name="s11-t-arrow-0">
            <a:extLst xmlns:a="http://schemas.openxmlformats.org/drawingml/2006/main">
              <a:ext uri="{FF2B5EF4-FFF2-40B4-BE49-F238E27FC236}">
                <a16:creationId xmlns:a16="http://schemas.microsoft.com/office/drawing/2014/main" id="{84775EB7-8490-4633-B0B8-01E82CD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s11-t-arrow-1">
            <a:extLst xmlns:a="http://schemas.openxmlformats.org/drawingml/2006/main">
              <a:ext uri="{FF2B5EF4-FFF2-40B4-BE49-F238E27FC236}">
                <a16:creationId xmlns:a16="http://schemas.microsoft.com/office/drawing/2014/main" id="{7520FA91-7C99-4C1F-A5A8-0FCED36A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s11-t-arrow-2">
            <a:extLst xmlns:a="http://schemas.openxmlformats.org/drawingml/2006/main">
              <a:ext uri="{FF2B5EF4-FFF2-40B4-BE49-F238E27FC236}">
                <a16:creationId xmlns:a16="http://schemas.microsoft.com/office/drawing/2014/main" id="{164DEDB7-95CD-4471-A117-16A3C706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s11-t-arrow-3">
            <a:extLst xmlns:a="http://schemas.openxmlformats.org/drawingml/2006/main">
              <a:ext uri="{FF2B5EF4-FFF2-40B4-BE49-F238E27FC236}">
                <a16:creationId xmlns:a16="http://schemas.microsoft.com/office/drawing/2014/main" id="{9E2CD8A7-4B8A-41B6-8DAA-ECE834BC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s11-t-node-0">
            <a:extLst xmlns:a="http://schemas.openxmlformats.org/drawingml/2006/main">
              <a:ext uri="{FF2B5EF4-FFF2-40B4-BE49-F238E27FC236}">
                <a16:creationId xmlns:a16="http://schemas.microsoft.com/office/drawing/2014/main" id="{C229A0BA-3F3E-4892-910A-7FDD118D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7" name="s11-t-node-1">
            <a:extLst xmlns:a="http://schemas.openxmlformats.org/drawingml/2006/main">
              <a:ext uri="{FF2B5EF4-FFF2-40B4-BE49-F238E27FC236}">
                <a16:creationId xmlns:a16="http://schemas.microsoft.com/office/drawing/2014/main" id="{8F0F4A07-C691-46EC-8C0E-6C22C7EF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002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8" name="s11-t-node-2">
            <a:extLst xmlns:a="http://schemas.openxmlformats.org/drawingml/2006/main">
              <a:ext uri="{FF2B5EF4-FFF2-40B4-BE49-F238E27FC236}">
                <a16:creationId xmlns:a16="http://schemas.microsoft.com/office/drawing/2014/main" id="{52370D65-5D53-454A-BA75-A1AD0C30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9" name="s11-t-node-3">
            <a:extLst xmlns:a="http://schemas.openxmlformats.org/drawingml/2006/main">
              <a:ext uri="{FF2B5EF4-FFF2-40B4-BE49-F238E27FC236}">
                <a16:creationId xmlns:a16="http://schemas.microsoft.com/office/drawing/2014/main" id="{7CAF61F5-29B7-4C5F-970A-674AE1AE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002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0" name="s11-t-node-4">
            <a:extLst xmlns:a="http://schemas.openxmlformats.org/drawingml/2006/main">
              <a:ext uri="{FF2B5EF4-FFF2-40B4-BE49-F238E27FC236}">
                <a16:creationId xmlns:a16="http://schemas.microsoft.com/office/drawing/2014/main" id="{F850BE51-EFA9-4D37-B86F-BE0A6890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21" name="s11-target-detail">
            <a:extLst xmlns:a="http://schemas.openxmlformats.org/drawingml/2006/main">
              <a:ext uri="{FF2B5EF4-FFF2-40B4-BE49-F238E27FC236}">
                <a16:creationId xmlns:a16="http://schemas.microsoft.com/office/drawing/2014/main" id="{35875D04-5115-4535-8413-F6A6AE66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原点 → 右上角 → 原点 → 左上角</a:t>
            </a:r>
          </a:p>
        </p:txBody>
      </p:sp>
      <p:sp>
        <p:nvSpPr>
          <p:cNvPr id="22" name="s11-bottom-line">
            <a:extLst xmlns:a="http://schemas.openxmlformats.org/drawingml/2006/main">
              <a:ext uri="{FF2B5EF4-FFF2-40B4-BE49-F238E27FC236}">
                <a16:creationId xmlns:a16="http://schemas.microsoft.com/office/drawing/2014/main" id="{A669F144-A9C2-40E6-836F-14534DC7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</p:sp>
      <p:sp>
        <p:nvSpPr>
          <p:cNvPr id="23" name="s11-bottom-heading">
            <a:extLst xmlns:a="http://schemas.openxmlformats.org/drawingml/2006/main">
              <a:ext uri="{FF2B5EF4-FFF2-40B4-BE49-F238E27FC236}">
                <a16:creationId xmlns:a16="http://schemas.microsoft.com/office/drawing/2014/main" id="{7FA47954-044A-443D-B523-BA07B267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变化只有一个检测点，工程影响涉及三件事</a:t>
            </a:r>
          </a:p>
        </p:txBody>
      </p:sp>
      <p:sp>
        <p:nvSpPr>
          <p:cNvPr id="24" name="s11-impact-title-0">
            <a:extLst xmlns:a="http://schemas.openxmlformats.org/drawingml/2006/main">
              <a:ext uri="{FF2B5EF4-FFF2-40B4-BE49-F238E27FC236}">
                <a16:creationId xmlns:a16="http://schemas.microsoft.com/office/drawing/2014/main" id="{15AD59B0-5D3D-4E90-B51D-545AAE47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检测覆盖</a:t>
            </a:r>
          </a:p>
        </p:txBody>
      </p:sp>
      <p:sp>
        <p:nvSpPr>
          <p:cNvPr id="25" name="s11-impact-detail-0">
            <a:extLst xmlns:a="http://schemas.openxmlformats.org/drawingml/2006/main">
              <a:ext uri="{FF2B5EF4-FFF2-40B4-BE49-F238E27FC236}">
                <a16:creationId xmlns:a16="http://schemas.microsoft.com/office/drawing/2014/main" id="{6D9F03E2-CF01-43B9-A88D-044E1EF2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两个角点提供更完整的局部信息</a:t>
            </a:r>
          </a:p>
        </p:txBody>
      </p:sp>
      <p:sp>
        <p:nvSpPr>
          <p:cNvPr id="26" name="s11-impact-divider-1">
            <a:extLst xmlns:a="http://schemas.openxmlformats.org/drawingml/2006/main">
              <a:ext uri="{FF2B5EF4-FFF2-40B4-BE49-F238E27FC236}">
                <a16:creationId xmlns:a16="http://schemas.microsoft.com/office/drawing/2014/main" id="{CF976889-9B12-4A2E-A257-55E1686A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705350"/>
            <a:ext cx="9525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</p:sp>
      <p:sp>
        <p:nvSpPr>
          <p:cNvPr id="27" name="s11-impact-title-1">
            <a:extLst xmlns:a="http://schemas.openxmlformats.org/drawingml/2006/main">
              <a:ext uri="{FF2B5EF4-FFF2-40B4-BE49-F238E27FC236}">
                <a16:creationId xmlns:a16="http://schemas.microsoft.com/office/drawing/2014/main" id="{902ACC81-5F88-4F92-9042-15F9258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路径复现</a:t>
            </a:r>
          </a:p>
        </p:txBody>
      </p:sp>
      <p:sp>
        <p:nvSpPr>
          <p:cNvPr id="28" name="s11-impact-detail-1">
            <a:extLst xmlns:a="http://schemas.openxmlformats.org/drawingml/2006/main">
              <a:ext uri="{FF2B5EF4-FFF2-40B4-BE49-F238E27FC236}">
                <a16:creationId xmlns:a16="http://schemas.microsoft.com/office/drawing/2014/main" id="{C3BB2AC2-4202-40D1-8B21-B434A847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67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以P0作为统一中间位置</a:t>
            </a:r>
          </a:p>
        </p:txBody>
      </p:sp>
      <p:sp>
        <p:nvSpPr>
          <p:cNvPr id="29" name="s11-impact-divider-2">
            <a:extLst xmlns:a="http://schemas.openxmlformats.org/drawingml/2006/main">
              <a:ext uri="{FF2B5EF4-FFF2-40B4-BE49-F238E27FC236}">
                <a16:creationId xmlns:a16="http://schemas.microsoft.com/office/drawing/2014/main" id="{1B6EDF72-834E-4CDC-A5F0-140B5B4B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05350"/>
            <a:ext cx="9525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</p:sp>
      <p:sp>
        <p:nvSpPr>
          <p:cNvPr id="30" name="s11-impact-title-2">
            <a:extLst xmlns:a="http://schemas.openxmlformats.org/drawingml/2006/main">
              <a:ext uri="{FF2B5EF4-FFF2-40B4-BE49-F238E27FC236}">
                <a16:creationId xmlns:a16="http://schemas.microsoft.com/office/drawing/2014/main" id="{4BC13F0E-FF73-4D86-962D-F18E4986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流程衔接</a:t>
            </a:r>
          </a:p>
        </p:txBody>
      </p:sp>
      <p:sp>
        <p:nvSpPr>
          <p:cNvPr id="31" name="s11-impact-detail-2">
            <a:extLst xmlns:a="http://schemas.openxmlformats.org/drawingml/2006/main">
              <a:ext uri="{FF2B5EF4-FFF2-40B4-BE49-F238E27FC236}">
                <a16:creationId xmlns:a16="http://schemas.microsoft.com/office/drawing/2014/main" id="{AD947CC0-5883-48CE-B591-864F72F4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通过后继续原有贴膜与加压动作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“P0—P1—P0—P2”构成可验证的稳定路径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4e08d515f4fad"/>
          <a:stretch xmlns:a="http://schemas.openxmlformats.org/drawingml/2006/main"/>
        </p:blipFill>
        <p:spPr>
          <a:xfrm xmlns:a="http://schemas.openxmlformats.org/drawingml/2006/main">
            <a:off x="2118781" y="1066800"/>
            <a:ext cx="7954438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s12-label-bg-0">
            <a:extLst xmlns:a="http://schemas.openxmlformats.org/drawingml/2006/main">
              <a:ext uri="{FF2B5EF4-FFF2-40B4-BE49-F238E27FC236}">
                <a16:creationId xmlns:a16="http://schemas.microsoft.com/office/drawing/2014/main" id="{99107232-C5AE-430E-B8B3-93A00589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18097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P2｜左上角检测</a:t>
            </a:r>
          </a:p>
        </p:txBody>
      </p:sp>
      <p:sp>
        <p:nvSpPr>
          <p:cNvPr id="6" name="s12-label-bg-1">
            <a:extLst xmlns:a="http://schemas.openxmlformats.org/drawingml/2006/main">
              <a:ext uri="{FF2B5EF4-FFF2-40B4-BE49-F238E27FC236}">
                <a16:creationId xmlns:a16="http://schemas.microsoft.com/office/drawing/2014/main" id="{99481A74-7258-4163-9860-A6BC3E98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8097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P1｜右上角检测</a:t>
            </a:r>
          </a:p>
        </p:txBody>
      </p:sp>
      <p:sp>
        <p:nvSpPr>
          <p:cNvPr id="7" name="s12-label-bg-2">
            <a:extLst xmlns:a="http://schemas.openxmlformats.org/drawingml/2006/main">
              <a:ext uri="{FF2B5EF4-FFF2-40B4-BE49-F238E27FC236}">
                <a16:creationId xmlns:a16="http://schemas.microsoft.com/office/drawing/2014/main" id="{71D8CA5E-FBC5-4A41-9552-C8A8662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8097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5B5C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P0｜统一原点</a:t>
            </a:r>
          </a:p>
        </p:txBody>
      </p:sp>
      <p:sp>
        <p:nvSpPr>
          <p:cNvPr id="8" name="s12-bottom-rule">
            <a:extLst xmlns:a="http://schemas.openxmlformats.org/drawingml/2006/main">
              <a:ext uri="{FF2B5EF4-FFF2-40B4-BE49-F238E27FC236}">
                <a16:creationId xmlns:a16="http://schemas.microsoft.com/office/drawing/2014/main" id="{AFBED0B2-35C4-4303-921B-844FF818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</p:sp>
      <p:sp>
        <p:nvSpPr>
          <p:cNvPr id="9" name="s12-bottom">
            <a:extLst xmlns:a="http://schemas.openxmlformats.org/drawingml/2006/main">
              <a:ext uri="{FF2B5EF4-FFF2-40B4-BE49-F238E27FC236}">
                <a16:creationId xmlns:a16="http://schemas.microsoft.com/office/drawing/2014/main" id="{AFFDB0D2-C1D2-40AE-9ECE-A8A6587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P0既是取膜后的起始位置，也是两次检测之间的统一中间位置。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49D9EF8-EC50-58DA-FED1-785BB9BE0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现场调试先确认安全、位置与顺序，再谈速度</a:t>
            </a:r>
          </a:p>
        </p:txBody>
      </p:sp>
      <p:sp>
        <p:nvSpPr>
          <p:cNvPr id="4" name="s13-timeline">
            <a:extLst xmlns:a="http://schemas.openxmlformats.org/drawingml/2006/main">
              <a:ext uri="{FF2B5EF4-FFF2-40B4-BE49-F238E27FC236}">
                <a16:creationId xmlns:a16="http://schemas.microsoft.com/office/drawing/2014/main" id="{54C505E0-AE58-4EE6-AAFF-075EB60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71600"/>
            <a:ext cx="9525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002F"/>
            </a:solidFill>
            <a:prstDash val="solid"/>
          </a:ln>
        </p:spPr>
      </p:sp>
      <p:sp>
        <p:nvSpPr>
          <p:cNvPr id="5" name="s13-step-0">
            <a:extLst xmlns:a="http://schemas.openxmlformats.org/drawingml/2006/main">
              <a:ext uri="{FF2B5EF4-FFF2-40B4-BE49-F238E27FC236}">
                <a16:creationId xmlns:a16="http://schemas.microsoft.com/office/drawing/2014/main" id="{1EB4B8E0-F558-4831-AE1C-94822BCC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s13-title-0">
            <a:extLst xmlns:a="http://schemas.openxmlformats.org/drawingml/2006/main">
              <a:ext uri="{FF2B5EF4-FFF2-40B4-BE49-F238E27FC236}">
                <a16:creationId xmlns:a16="http://schemas.microsoft.com/office/drawing/2014/main" id="{4322A7A0-94C6-4751-B8F9-BF605496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81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明确P0 / P1 / P2</a:t>
            </a:r>
          </a:p>
        </p:txBody>
      </p:sp>
      <p:sp>
        <p:nvSpPr>
          <p:cNvPr id="7" name="s13-detail-0">
            <a:extLst xmlns:a="http://schemas.openxmlformats.org/drawingml/2006/main">
              <a:ext uri="{FF2B5EF4-FFF2-40B4-BE49-F238E27FC236}">
                <a16:creationId xmlns:a16="http://schemas.microsoft.com/office/drawing/2014/main" id="{A14B5AF3-CD38-4435-A269-DAF4BEC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先定义统一原点与两个检测位置</a:t>
            </a:r>
          </a:p>
        </p:txBody>
      </p:sp>
      <p:sp>
        <p:nvSpPr>
          <p:cNvPr id="8" name="s13-step-1">
            <a:extLst xmlns:a="http://schemas.openxmlformats.org/drawingml/2006/main">
              <a:ext uri="{FF2B5EF4-FFF2-40B4-BE49-F238E27FC236}">
                <a16:creationId xmlns:a16="http://schemas.microsoft.com/office/drawing/2014/main" id="{4405CB5B-7881-4BA1-BC17-63A1AFB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s13-title-1">
            <a:extLst xmlns:a="http://schemas.openxmlformats.org/drawingml/2006/main">
              <a:ext uri="{FF2B5EF4-FFF2-40B4-BE49-F238E27FC236}">
                <a16:creationId xmlns:a16="http://schemas.microsoft.com/office/drawing/2014/main" id="{8B513A7A-CE94-408B-8990-DBBF3FBD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低速确认XYZ与姿态</a:t>
            </a:r>
          </a:p>
        </p:txBody>
      </p:sp>
      <p:sp>
        <p:nvSpPr>
          <p:cNvPr id="10" name="s13-detail-1">
            <a:extLst xmlns:a="http://schemas.openxmlformats.org/drawingml/2006/main">
              <a:ext uri="{FF2B5EF4-FFF2-40B4-BE49-F238E27FC236}">
                <a16:creationId xmlns:a16="http://schemas.microsoft.com/office/drawing/2014/main" id="{17D8986A-C182-4ED8-B977-3FB7227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使用示教器检查移动方向</a:t>
            </a:r>
          </a:p>
        </p:txBody>
      </p:sp>
      <p:sp>
        <p:nvSpPr>
          <p:cNvPr id="11" name="s13-step-2">
            <a:extLst xmlns:a="http://schemas.openxmlformats.org/drawingml/2006/main">
              <a:ext uri="{FF2B5EF4-FFF2-40B4-BE49-F238E27FC236}">
                <a16:creationId xmlns:a16="http://schemas.microsoft.com/office/drawing/2014/main" id="{35925B6D-2022-47BF-90F0-AE4BD88C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s13-title-2">
            <a:extLst xmlns:a="http://schemas.openxmlformats.org/drawingml/2006/main">
              <a:ext uri="{FF2B5EF4-FFF2-40B4-BE49-F238E27FC236}">
                <a16:creationId xmlns:a16="http://schemas.microsoft.com/office/drawing/2014/main" id="{8D6BBD2A-E6CD-4732-86ED-B99EC6D1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逐段验证三段路径</a:t>
            </a:r>
          </a:p>
        </p:txBody>
      </p:sp>
      <p:sp>
        <p:nvSpPr>
          <p:cNvPr id="13" name="s13-detail-2">
            <a:extLst xmlns:a="http://schemas.openxmlformats.org/drawingml/2006/main">
              <a:ext uri="{FF2B5EF4-FFF2-40B4-BE49-F238E27FC236}">
                <a16:creationId xmlns:a16="http://schemas.microsoft.com/office/drawing/2014/main" id="{D9642B3B-9EDD-4261-9B63-2DBBB03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0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P0→P1、P1→P0、P0→P2</a:t>
            </a:r>
          </a:p>
        </p:txBody>
      </p:sp>
      <p:sp>
        <p:nvSpPr>
          <p:cNvPr id="14" name="s13-step-3">
            <a:extLst xmlns:a="http://schemas.openxmlformats.org/drawingml/2006/main">
              <a:ext uri="{FF2B5EF4-FFF2-40B4-BE49-F238E27FC236}">
                <a16:creationId xmlns:a16="http://schemas.microsoft.com/office/drawing/2014/main" id="{055C95DC-A6E6-4F05-9C92-AFEF6639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9405C32C-3028-43B9-8A12-01B5DD52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确认流程衔接</a:t>
            </a:r>
          </a:p>
        </p:txBody>
      </p:sp>
      <p:sp>
        <p:nvSpPr>
          <p:cNvPr id="16" name="s13-detail-3">
            <a:extLst xmlns:a="http://schemas.openxmlformats.org/drawingml/2006/main">
              <a:ext uri="{FF2B5EF4-FFF2-40B4-BE49-F238E27FC236}">
                <a16:creationId xmlns:a16="http://schemas.microsoft.com/office/drawing/2014/main" id="{08D75614-9749-4CFA-90BA-E607EF2E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检测通过后进入原有后续动作</a:t>
            </a:r>
          </a:p>
        </p:txBody>
      </p:sp>
      <p:sp>
        <p:nvSpPr>
          <p:cNvPr id="17" name="s13-step-4">
            <a:extLst xmlns:a="http://schemas.openxmlformats.org/drawingml/2006/main">
              <a:ext uri="{FF2B5EF4-FFF2-40B4-BE49-F238E27FC236}">
                <a16:creationId xmlns:a16="http://schemas.microsoft.com/office/drawing/2014/main" id="{5BB97400-BE73-45A0-816F-861EF26C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s13-title-4">
            <a:extLst xmlns:a="http://schemas.openxmlformats.org/drawingml/2006/main">
              <a:ext uri="{FF2B5EF4-FFF2-40B4-BE49-F238E27FC236}">
                <a16:creationId xmlns:a16="http://schemas.microsoft.com/office/drawing/2014/main" id="{C6DAFABE-81F9-4B5B-8A7C-24460CA6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连续观察重复性</a:t>
            </a:r>
          </a:p>
        </p:txBody>
      </p:sp>
      <p:sp>
        <p:nvSpPr>
          <p:cNvPr id="19" name="s13-detail-4">
            <a:extLst xmlns:a="http://schemas.openxmlformats.org/drawingml/2006/main">
              <a:ext uri="{FF2B5EF4-FFF2-40B4-BE49-F238E27FC236}">
                <a16:creationId xmlns:a16="http://schemas.microsoft.com/office/drawing/2014/main" id="{C770298D-F8CC-44AA-A95A-B3855351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从“能动”走向“稳定可复现”</a:t>
            </a:r>
          </a:p>
        </p:txBody>
      </p:sp>
      <p:sp>
        <p:nvSpPr>
          <p:cNvPr id="20" name="s13-divider">
            <a:extLst xmlns:a="http://schemas.openxmlformats.org/drawingml/2006/main">
              <a:ext uri="{FF2B5EF4-FFF2-40B4-BE49-F238E27FC236}">
                <a16:creationId xmlns:a16="http://schemas.microsoft.com/office/drawing/2014/main" id="{22F6D21E-A1B2-4791-B68D-D0C3ABC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81100"/>
            <a:ext cx="9525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</p:sp>
      <p:sp>
        <p:nvSpPr>
          <p:cNvPr id="21" name="s13-done-tag">
            <a:extLst xmlns:a="http://schemas.openxmlformats.org/drawingml/2006/main">
              <a:ext uri="{FF2B5EF4-FFF2-40B4-BE49-F238E27FC236}">
                <a16:creationId xmlns:a16="http://schemas.microsoft.com/office/drawing/2014/main" id="{C86DA99B-1D42-452B-B996-AC391A5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2" name="s13-done">
            <a:extLst xmlns:a="http://schemas.openxmlformats.org/drawingml/2006/main">
              <a:ext uri="{FF2B5EF4-FFF2-40B4-BE49-F238E27FC236}">
                <a16:creationId xmlns:a16="http://schemas.microsoft.com/office/drawing/2014/main" id="{3A6D4FD6-4679-4A70-BF3D-349837CB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双点检测动作序列</a:t>
            </a:r>
          </a:p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关键点位定位</a:t>
            </a:r>
          </a:p>
          <a:p xmlns:a="http://schemas.openxmlformats.org/drawingml/2006/main">
            <a:pPr algn="l">
              <a:def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与原有后续动作衔接</a:t>
            </a:r>
          </a:p>
        </p:txBody>
      </p:sp>
      <p:sp>
        <p:nvSpPr>
          <p:cNvPr id="23" name="s13-right-mid">
            <a:extLst xmlns:a="http://schemas.openxmlformats.org/drawingml/2006/main">
              <a:ext uri="{FF2B5EF4-FFF2-40B4-BE49-F238E27FC236}">
                <a16:creationId xmlns:a16="http://schemas.microsoft.com/office/drawing/2014/main" id="{DE36FC18-00E0-423E-8C81-96531C7A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</p:sp>
      <p:sp>
        <p:nvSpPr>
          <p:cNvPr id="24" name="s13-next-tag">
            <a:extLst xmlns:a="http://schemas.openxmlformats.org/drawingml/2006/main">
              <a:ext uri="{FF2B5EF4-FFF2-40B4-BE49-F238E27FC236}">
                <a16:creationId xmlns:a16="http://schemas.microsoft.com/office/drawing/2014/main" id="{C86FA31E-1C51-4744-875C-D3D29320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25B5C"/>
                </a:solidFill>
                <a:latin typeface="Microsoft YaHei"/>
                <a:ea typeface="Microsoft YaHei"/>
                <a:cs typeface="Microsoft YaHei"/>
              </a:rPr>
              <a:t>下一步量化验证</a:t>
            </a:r>
          </a:p>
        </p:txBody>
      </p:sp>
      <p:sp>
        <p:nvSpPr>
          <p:cNvPr id="25" name="s13-next">
            <a:extLst xmlns:a="http://schemas.openxmlformats.org/drawingml/2006/main">
              <a:ext uri="{FF2B5EF4-FFF2-40B4-BE49-F238E27FC236}">
                <a16:creationId xmlns:a16="http://schemas.microsoft.com/office/drawing/2014/main" id="{5AE02918-3505-48AA-82E5-D5D7C15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762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连续试运行次数与成功率</a:t>
            </a:r>
          </a:p>
          <a:p xmlns:a="http://schemas.openxmlformats.org/drawingml/2006/main">
            <a:pPr algn="l">
              <a:def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新增动作对节拍的影响</a:t>
            </a:r>
          </a:p>
          <a:p xmlns:a="http://schemas.openxmlformats.org/drawingml/2006/main">
            <a:pPr algn="l">
              <a:def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单张/多张样本验证</a:t>
            </a:r>
          </a:p>
          <a:p xmlns:a="http://schemas.openxmlformats.org/drawingml/2006/main">
            <a:pPr algn="l">
              <a:def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D8687"/>
                </a:solidFill>
                <a:latin typeface="Microsoft YaHei"/>
                <a:ea typeface="Microsoft YaHei"/>
                <a:cs typeface="Microsoft YaHei"/>
              </a:rPr>
              <a:t>异常、报警与流程中断记录</a:t>
            </a:r>
          </a:p>
        </p:txBody>
      </p:sp>
      <p:sp>
        <p:nvSpPr>
          <p:cNvPr id="26" name="s13-boundary">
            <a:extLst xmlns:a="http://schemas.openxmlformats.org/drawingml/2006/main">
              <a:ext uri="{FF2B5EF4-FFF2-40B4-BE49-F238E27FC236}">
                <a16:creationId xmlns:a16="http://schemas.microsoft.com/office/drawing/2014/main" id="{A1EC2E80-DAD3-4535-8E08-44476510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57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002F"/>
                </a:solidFill>
                <a:latin typeface="Microsoft YaHei"/>
                <a:ea typeface="Microsoft YaHei"/>
                <a:cs typeface="Microsoft YaHei"/>
              </a:rPr>
              <a:t>当前验证边界</a:t>
            </a:r>
          </a:p>
        </p:txBody>
      </p:sp>
    </p:spTree>
    <p:extLst>
      <p:ext uri="{BB962C8B-B14F-4D97-AF65-F5344CB8AC3E}">
        <p14:creationId xmlns:p14="http://schemas.microsoft.com/office/powerpoint/2010/main" val="18905410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D5584315-1991-09B0-FAE8-CD117966AF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参观者 → 学习者 → 实践者</a:t>
            </a:r>
          </a:p>
          <a:p xmlns:a="http://schemas.openxmlformats.org/drawingml/2006/main">
            <a:r>
              <a:t>系统思维｜安全优先｜持续验证</a:t>
            </a:r>
          </a:p>
          <a:p xmlns:a="http://schemas.openxmlformats.org/drawingml/2006/main">
            <a:r>
              <a:t>感谢各位指导老师与团队</a:t>
            </a:r>
          </a:p>
        </p:txBody>
      </p:sp>
      <p:sp>
        <p:nvSpPr>
          <p:cNvPr id="4" name="タイトル 3">
            <a:extLst xmlns:a="http://schemas.openxmlformats.org/drawingml/2006/main">
              <a:ext uri="{FF2B5EF4-FFF2-40B4-BE49-F238E27FC236}">
                <a16:creationId xmlns:a16="http://schemas.microsoft.com/office/drawing/2014/main" id="{209BA370-8A59-82F9-E6C3-F70582DD5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结业，是新的起点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1a20b71a24922"/>
          <a:srcRect xmlns:a="http://schemas.openxmlformats.org/drawingml/2006/main" l="31851" t="0" r="318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359658" cy="5209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6098"/>
      </p:ext>
    </p:extLst>
  </p:cSld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2026-07-29T12:12:17.2470000Z</dcterms:created>
  <dcterms:modified xsi:type="dcterms:W3CDTF">2026-07-29T12:12:17.2470000Z</dcterms:modified>
</coreProperties>
</file>