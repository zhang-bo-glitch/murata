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79" r:id="rId5"/>
    <p:sldMasterId id="2147483737" r:id="rId6"/>
    <p:sldMasterId id="2147483758" r:id="rId7"/>
  </p:sldMasterIdLst>
  <p:notesMasterIdLst>
    <p:notesMasterId r:id="rId10"/>
  </p:notesMasterIdLst>
  <p:handoutMasterIdLst>
    <p:handoutMasterId r:id="rId11"/>
  </p:handoutMasterIdLst>
  <p:sldIdLst>
    <p:sldId id="258" r:id="rId8"/>
    <p:sldId id="259" r:id="rId9"/>
  </p:sldIdLst>
  <p:sldSz cx="12192000" cy="6858000"/>
  <p:notesSz cx="6807200" cy="9939338"/>
  <p:defaultTextStyle>
    <a:defPPr>
      <a:defRPr lang="ja-JP"/>
    </a:defPPr>
    <a:lvl1pPr marL="0" algn="l" defTabSz="914377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7421" autoAdjust="0"/>
  </p:normalViewPr>
  <p:slideViewPr>
    <p:cSldViewPr showGuides="1">
      <p:cViewPr varScale="1">
        <p:scale>
          <a:sx n="82" d="100"/>
          <a:sy n="82" d="100"/>
        </p:scale>
        <p:origin x="629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28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4A4905DA-1466-026C-9DB2-CFCE18C136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D4DA074-1901-6993-6017-DEA397B3B75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78BF68-8433-45D8-BCE2-63E0FF34CD3F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B435493-74B3-1A42-4165-D4A012A7DE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DFA3646-007C-7EE6-3935-37E609AE8B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304A28-1AF3-4EF9-8EF4-A2C853C3EB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404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D86B0-99DD-4E65-BDC1-4AEC6CC35870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EC564F-4A42-44F3-8527-686BE8898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8547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A757B78D-EC21-FA38-D9E3-4BDF8294DBD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" fmla="*/ 0 w 3366000"/>
              <a:gd name="connsiteY0" fmla="*/ 0 h 5200260"/>
              <a:gd name="connsiteX1" fmla="*/ 3366000 w 3366000"/>
              <a:gd name="connsiteY1" fmla="*/ 0 h 5200260"/>
              <a:gd name="connsiteX2" fmla="*/ 3355951 w 3366000"/>
              <a:gd name="connsiteY2" fmla="*/ 5200260 h 5200260"/>
              <a:gd name="connsiteX3" fmla="*/ 0 w 3366000"/>
              <a:gd name="connsiteY3" fmla="*/ 3276000 h 5200260"/>
              <a:gd name="connsiteX4" fmla="*/ 0 w 3366000"/>
              <a:gd name="connsiteY4" fmla="*/ 0 h 5200260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0 w 3366000"/>
              <a:gd name="connsiteY3" fmla="*/ 3276000 h 5207404"/>
              <a:gd name="connsiteX4" fmla="*/ 0 w 3366000"/>
              <a:gd name="connsiteY4" fmla="*/ 0 h 5207404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3321844 w 3366000"/>
              <a:gd name="connsiteY3" fmla="*/ 5186363 h 5207404"/>
              <a:gd name="connsiteX4" fmla="*/ 0 w 3366000"/>
              <a:gd name="connsiteY4" fmla="*/ 3276000 h 5207404"/>
              <a:gd name="connsiteX5" fmla="*/ 0 w 3366000"/>
              <a:gd name="connsiteY5" fmla="*/ 0 h 5207404"/>
              <a:gd name="connsiteX0" fmla="*/ 0 w 3366000"/>
              <a:gd name="connsiteY0" fmla="*/ 0 h 5186363"/>
              <a:gd name="connsiteX1" fmla="*/ 3366000 w 3366000"/>
              <a:gd name="connsiteY1" fmla="*/ 0 h 5186363"/>
              <a:gd name="connsiteX2" fmla="*/ 3358332 w 3366000"/>
              <a:gd name="connsiteY2" fmla="*/ 5155017 h 5186363"/>
              <a:gd name="connsiteX3" fmla="*/ 3321844 w 3366000"/>
              <a:gd name="connsiteY3" fmla="*/ 5186363 h 5186363"/>
              <a:gd name="connsiteX4" fmla="*/ 0 w 3366000"/>
              <a:gd name="connsiteY4" fmla="*/ 3276000 h 5186363"/>
              <a:gd name="connsiteX5" fmla="*/ 0 w 3366000"/>
              <a:gd name="connsiteY5" fmla="*/ 0 h 5186363"/>
              <a:gd name="connsiteX0" fmla="*/ 0 w 3366000"/>
              <a:gd name="connsiteY0" fmla="*/ 0 h 5192467"/>
              <a:gd name="connsiteX1" fmla="*/ 3366000 w 3366000"/>
              <a:gd name="connsiteY1" fmla="*/ 0 h 5192467"/>
              <a:gd name="connsiteX2" fmla="*/ 3358332 w 3366000"/>
              <a:gd name="connsiteY2" fmla="*/ 5155017 h 5192467"/>
              <a:gd name="connsiteX3" fmla="*/ 3321844 w 3366000"/>
              <a:gd name="connsiteY3" fmla="*/ 5186363 h 5192467"/>
              <a:gd name="connsiteX4" fmla="*/ 0 w 3366000"/>
              <a:gd name="connsiteY4" fmla="*/ 3276000 h 5192467"/>
              <a:gd name="connsiteX5" fmla="*/ 0 w 3366000"/>
              <a:gd name="connsiteY5" fmla="*/ 0 h 5192467"/>
              <a:gd name="connsiteX0" fmla="*/ 0 w 3366000"/>
              <a:gd name="connsiteY0" fmla="*/ 0 h 5201135"/>
              <a:gd name="connsiteX1" fmla="*/ 3366000 w 3366000"/>
              <a:gd name="connsiteY1" fmla="*/ 0 h 5201135"/>
              <a:gd name="connsiteX2" fmla="*/ 3358332 w 3366000"/>
              <a:gd name="connsiteY2" fmla="*/ 5155017 h 5201135"/>
              <a:gd name="connsiteX3" fmla="*/ 3321844 w 3366000"/>
              <a:gd name="connsiteY3" fmla="*/ 5186363 h 5201135"/>
              <a:gd name="connsiteX4" fmla="*/ 0 w 3366000"/>
              <a:gd name="connsiteY4" fmla="*/ 3276000 h 5201135"/>
              <a:gd name="connsiteX5" fmla="*/ 0 w 3366000"/>
              <a:gd name="connsiteY5" fmla="*/ 0 h 5201135"/>
              <a:gd name="connsiteX0" fmla="*/ 0 w 3366000"/>
              <a:gd name="connsiteY0" fmla="*/ 0 h 5176054"/>
              <a:gd name="connsiteX1" fmla="*/ 3366000 w 3366000"/>
              <a:gd name="connsiteY1" fmla="*/ 0 h 5176054"/>
              <a:gd name="connsiteX2" fmla="*/ 3358332 w 3366000"/>
              <a:gd name="connsiteY2" fmla="*/ 5155017 h 5176054"/>
              <a:gd name="connsiteX3" fmla="*/ 3264694 w 3366000"/>
              <a:gd name="connsiteY3" fmla="*/ 5093494 h 5176054"/>
              <a:gd name="connsiteX4" fmla="*/ 0 w 3366000"/>
              <a:gd name="connsiteY4" fmla="*/ 3276000 h 5176054"/>
              <a:gd name="connsiteX5" fmla="*/ 0 w 3366000"/>
              <a:gd name="connsiteY5" fmla="*/ 0 h 5176054"/>
              <a:gd name="connsiteX0" fmla="*/ 0 w 3366000"/>
              <a:gd name="connsiteY0" fmla="*/ 0 h 5198670"/>
              <a:gd name="connsiteX1" fmla="*/ 3366000 w 3366000"/>
              <a:gd name="connsiteY1" fmla="*/ 0 h 5198670"/>
              <a:gd name="connsiteX2" fmla="*/ 3358332 w 3366000"/>
              <a:gd name="connsiteY2" fmla="*/ 5155017 h 5198670"/>
              <a:gd name="connsiteX3" fmla="*/ 3307557 w 3366000"/>
              <a:gd name="connsiteY3" fmla="*/ 5181600 h 5198670"/>
              <a:gd name="connsiteX4" fmla="*/ 0 w 3366000"/>
              <a:gd name="connsiteY4" fmla="*/ 3276000 h 5198670"/>
              <a:gd name="connsiteX5" fmla="*/ 0 w 3366000"/>
              <a:gd name="connsiteY5" fmla="*/ 0 h 5198670"/>
              <a:gd name="connsiteX0" fmla="*/ 0 w 3366000"/>
              <a:gd name="connsiteY0" fmla="*/ 0 h 5197494"/>
              <a:gd name="connsiteX1" fmla="*/ 3366000 w 3366000"/>
              <a:gd name="connsiteY1" fmla="*/ 0 h 5197494"/>
              <a:gd name="connsiteX2" fmla="*/ 3358332 w 3366000"/>
              <a:gd name="connsiteY2" fmla="*/ 5152636 h 5197494"/>
              <a:gd name="connsiteX3" fmla="*/ 3307557 w 3366000"/>
              <a:gd name="connsiteY3" fmla="*/ 5181600 h 5197494"/>
              <a:gd name="connsiteX4" fmla="*/ 0 w 3366000"/>
              <a:gd name="connsiteY4" fmla="*/ 3276000 h 5197494"/>
              <a:gd name="connsiteX5" fmla="*/ 0 w 3366000"/>
              <a:gd name="connsiteY5" fmla="*/ 0 h 5197494"/>
              <a:gd name="connsiteX0" fmla="*/ 0 w 3366000"/>
              <a:gd name="connsiteY0" fmla="*/ 0 h 5198413"/>
              <a:gd name="connsiteX1" fmla="*/ 3366000 w 3366000"/>
              <a:gd name="connsiteY1" fmla="*/ 0 h 5198413"/>
              <a:gd name="connsiteX2" fmla="*/ 3358332 w 3366000"/>
              <a:gd name="connsiteY2" fmla="*/ 5152636 h 5198413"/>
              <a:gd name="connsiteX3" fmla="*/ 3307557 w 3366000"/>
              <a:gd name="connsiteY3" fmla="*/ 5181600 h 5198413"/>
              <a:gd name="connsiteX4" fmla="*/ 0 w 3366000"/>
              <a:gd name="connsiteY4" fmla="*/ 3276000 h 5198413"/>
              <a:gd name="connsiteX5" fmla="*/ 0 w 3366000"/>
              <a:gd name="connsiteY5" fmla="*/ 0 h 5198413"/>
              <a:gd name="connsiteX0" fmla="*/ 0 w 3366000"/>
              <a:gd name="connsiteY0" fmla="*/ 0 h 5190314"/>
              <a:gd name="connsiteX1" fmla="*/ 3366000 w 3366000"/>
              <a:gd name="connsiteY1" fmla="*/ 0 h 5190314"/>
              <a:gd name="connsiteX2" fmla="*/ 3358332 w 3366000"/>
              <a:gd name="connsiteY2" fmla="*/ 5152636 h 5190314"/>
              <a:gd name="connsiteX3" fmla="*/ 3307557 w 3366000"/>
              <a:gd name="connsiteY3" fmla="*/ 5181600 h 5190314"/>
              <a:gd name="connsiteX4" fmla="*/ 0 w 3366000"/>
              <a:gd name="connsiteY4" fmla="*/ 3276000 h 5190314"/>
              <a:gd name="connsiteX5" fmla="*/ 0 w 3366000"/>
              <a:gd name="connsiteY5" fmla="*/ 0 h 5190314"/>
              <a:gd name="connsiteX0" fmla="*/ 0 w 3366000"/>
              <a:gd name="connsiteY0" fmla="*/ 0 h 5194621"/>
              <a:gd name="connsiteX1" fmla="*/ 3366000 w 3366000"/>
              <a:gd name="connsiteY1" fmla="*/ 0 h 5194621"/>
              <a:gd name="connsiteX2" fmla="*/ 3363095 w 3366000"/>
              <a:gd name="connsiteY2" fmla="*/ 5164542 h 5194621"/>
              <a:gd name="connsiteX3" fmla="*/ 3307557 w 3366000"/>
              <a:gd name="connsiteY3" fmla="*/ 5181600 h 5194621"/>
              <a:gd name="connsiteX4" fmla="*/ 0 w 3366000"/>
              <a:gd name="connsiteY4" fmla="*/ 3276000 h 5194621"/>
              <a:gd name="connsiteX5" fmla="*/ 0 w 3366000"/>
              <a:gd name="connsiteY5" fmla="*/ 0 h 5194621"/>
              <a:gd name="connsiteX0" fmla="*/ 0 w 3366000"/>
              <a:gd name="connsiteY0" fmla="*/ 0 h 5197431"/>
              <a:gd name="connsiteX1" fmla="*/ 3366000 w 3366000"/>
              <a:gd name="connsiteY1" fmla="*/ 0 h 5197431"/>
              <a:gd name="connsiteX2" fmla="*/ 3363095 w 3366000"/>
              <a:gd name="connsiteY2" fmla="*/ 5164542 h 5197431"/>
              <a:gd name="connsiteX3" fmla="*/ 3309938 w 3366000"/>
              <a:gd name="connsiteY3" fmla="*/ 5186363 h 5197431"/>
              <a:gd name="connsiteX4" fmla="*/ 0 w 3366000"/>
              <a:gd name="connsiteY4" fmla="*/ 3276000 h 5197431"/>
              <a:gd name="connsiteX5" fmla="*/ 0 w 3366000"/>
              <a:gd name="connsiteY5" fmla="*/ 0 h 5197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dirty="0" err="1"/>
              <a:t>YaHei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Presentation Title Here (</a:t>
            </a:r>
            <a:r>
              <a:rPr lang="en-US" altLang="ja-JP" dirty="0" err="1"/>
              <a:t>YaHei</a:t>
            </a:r>
            <a:r>
              <a:rPr lang="en-US" altLang="ja-JP" dirty="0"/>
              <a:t>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8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8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663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dirty="0" err="1"/>
              <a:t>YaHei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Title Here (</a:t>
            </a:r>
            <a:r>
              <a:rPr lang="en-US" altLang="ja-JP" dirty="0" err="1"/>
              <a:t>YaHei</a:t>
            </a:r>
            <a:r>
              <a:rPr lang="en-US" altLang="ja-JP" dirty="0"/>
              <a:t>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8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8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092C32F3-404B-E98C-A46C-8794586C75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1493822 w 5159375"/>
              <a:gd name="connsiteY3" fmla="*/ 6853473 h 6858000"/>
              <a:gd name="connsiteX4" fmla="*/ 0 w 5159375"/>
              <a:gd name="connsiteY4" fmla="*/ 6858000 h 6858000"/>
              <a:gd name="connsiteX5" fmla="*/ 0 w 5159375"/>
              <a:gd name="connsiteY5" fmla="*/ 0 h 6858000"/>
              <a:gd name="connsiteX0" fmla="*/ 0 w 5159375"/>
              <a:gd name="connsiteY0" fmla="*/ 0 h 6905724"/>
              <a:gd name="connsiteX1" fmla="*/ 5159375 w 5159375"/>
              <a:gd name="connsiteY1" fmla="*/ 0 h 6905724"/>
              <a:gd name="connsiteX2" fmla="*/ 5150322 w 5159375"/>
              <a:gd name="connsiteY2" fmla="*/ 4775703 h 6905724"/>
              <a:gd name="connsiteX3" fmla="*/ 1490556 w 5159375"/>
              <a:gd name="connsiteY3" fmla="*/ 6905724 h 6905724"/>
              <a:gd name="connsiteX4" fmla="*/ 0 w 5159375"/>
              <a:gd name="connsiteY4" fmla="*/ 6858000 h 6905724"/>
              <a:gd name="connsiteX5" fmla="*/ 0 w 5159375"/>
              <a:gd name="connsiteY5" fmla="*/ 0 h 6905724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08064 w 5539864"/>
              <a:gd name="connsiteY3" fmla="*/ 4776274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799 w 5159375"/>
              <a:gd name="connsiteY2" fmla="*/ 4671310 h 6863269"/>
              <a:gd name="connsiteX3" fmla="*/ 5108064 w 5159375"/>
              <a:gd name="connsiteY3" fmla="*/ 4776274 h 6863269"/>
              <a:gd name="connsiteX4" fmla="*/ 1484025 w 5159375"/>
              <a:gd name="connsiteY4" fmla="*/ 6863269 h 6863269"/>
              <a:gd name="connsiteX5" fmla="*/ 0 w 5159375"/>
              <a:gd name="connsiteY5" fmla="*/ 6858000 h 6863269"/>
              <a:gd name="connsiteX6" fmla="*/ 0 w 5159375"/>
              <a:gd name="connsiteY6" fmla="*/ 0 h 6863269"/>
              <a:gd name="connsiteX0" fmla="*/ 0 w 5164138"/>
              <a:gd name="connsiteY0" fmla="*/ 35719 h 6898988"/>
              <a:gd name="connsiteX1" fmla="*/ 5164138 w 5164138"/>
              <a:gd name="connsiteY1" fmla="*/ 0 h 6898988"/>
              <a:gd name="connsiteX2" fmla="*/ 5150799 w 5164138"/>
              <a:gd name="connsiteY2" fmla="*/ 4707029 h 6898988"/>
              <a:gd name="connsiteX3" fmla="*/ 5108064 w 5164138"/>
              <a:gd name="connsiteY3" fmla="*/ 4811993 h 6898988"/>
              <a:gd name="connsiteX4" fmla="*/ 1484025 w 5164138"/>
              <a:gd name="connsiteY4" fmla="*/ 6898988 h 6898988"/>
              <a:gd name="connsiteX5" fmla="*/ 0 w 5164138"/>
              <a:gd name="connsiteY5" fmla="*/ 6893719 h 6898988"/>
              <a:gd name="connsiteX6" fmla="*/ 0 w 5164138"/>
              <a:gd name="connsiteY6" fmla="*/ 35719 h 6898988"/>
              <a:gd name="connsiteX0" fmla="*/ 0 w 5152666"/>
              <a:gd name="connsiteY0" fmla="*/ 2382 h 6865651"/>
              <a:gd name="connsiteX1" fmla="*/ 5149850 w 5152666"/>
              <a:gd name="connsiteY1" fmla="*/ 0 h 6865651"/>
              <a:gd name="connsiteX2" fmla="*/ 5150799 w 5152666"/>
              <a:gd name="connsiteY2" fmla="*/ 4673692 h 6865651"/>
              <a:gd name="connsiteX3" fmla="*/ 5108064 w 5152666"/>
              <a:gd name="connsiteY3" fmla="*/ 4778656 h 6865651"/>
              <a:gd name="connsiteX4" fmla="*/ 1484025 w 5152666"/>
              <a:gd name="connsiteY4" fmla="*/ 6865651 h 6865651"/>
              <a:gd name="connsiteX5" fmla="*/ 0 w 5152666"/>
              <a:gd name="connsiteY5" fmla="*/ 6860382 h 6865651"/>
              <a:gd name="connsiteX6" fmla="*/ 0 w 5152666"/>
              <a:gd name="connsiteY6" fmla="*/ 2382 h 6865651"/>
              <a:gd name="connsiteX0" fmla="*/ 0 w 5240220"/>
              <a:gd name="connsiteY0" fmla="*/ 2382 h 6865651"/>
              <a:gd name="connsiteX1" fmla="*/ 5149850 w 5240220"/>
              <a:gd name="connsiteY1" fmla="*/ 0 h 6865651"/>
              <a:gd name="connsiteX2" fmla="*/ 5150799 w 5240220"/>
              <a:gd name="connsiteY2" fmla="*/ 4673692 h 6865651"/>
              <a:gd name="connsiteX3" fmla="*/ 5108064 w 5240220"/>
              <a:gd name="connsiteY3" fmla="*/ 4778656 h 6865651"/>
              <a:gd name="connsiteX4" fmla="*/ 1484025 w 5240220"/>
              <a:gd name="connsiteY4" fmla="*/ 6865651 h 6865651"/>
              <a:gd name="connsiteX5" fmla="*/ 0 w 5240220"/>
              <a:gd name="connsiteY5" fmla="*/ 6860382 h 6865651"/>
              <a:gd name="connsiteX6" fmla="*/ 0 w 5240220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222289"/>
              <a:gd name="connsiteY0" fmla="*/ 2382 h 6865651"/>
              <a:gd name="connsiteX1" fmla="*/ 5149850 w 5222289"/>
              <a:gd name="connsiteY1" fmla="*/ 0 h 6865651"/>
              <a:gd name="connsiteX2" fmla="*/ 5222264 w 5222289"/>
              <a:gd name="connsiteY2" fmla="*/ 4733223 h 6865651"/>
              <a:gd name="connsiteX3" fmla="*/ 5108064 w 5222289"/>
              <a:gd name="connsiteY3" fmla="*/ 4778656 h 6865651"/>
              <a:gd name="connsiteX4" fmla="*/ 1484025 w 5222289"/>
              <a:gd name="connsiteY4" fmla="*/ 6865651 h 6865651"/>
              <a:gd name="connsiteX5" fmla="*/ 0 w 5222289"/>
              <a:gd name="connsiteY5" fmla="*/ 6860382 h 6865651"/>
              <a:gd name="connsiteX6" fmla="*/ 0 w 5222289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863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dirty="0" err="1"/>
              <a:t>YaHei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Presentation Title Here (</a:t>
            </a:r>
            <a:r>
              <a:rPr lang="en-US" altLang="ja-JP" dirty="0" err="1"/>
              <a:t>YaHei</a:t>
            </a:r>
            <a:r>
              <a:rPr lang="en-US" altLang="ja-JP" dirty="0"/>
              <a:t>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8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8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228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014C1539-33CB-95AB-7418-F0569302F9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6762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4" name="テキスト プレースホルダー 7">
            <a:extLst>
              <a:ext uri="{FF2B5EF4-FFF2-40B4-BE49-F238E27FC236}">
                <a16:creationId xmlns:a16="http://schemas.microsoft.com/office/drawing/2014/main" id="{5C2E2A90-7C69-E01B-64FE-8D42B832E9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2" name="タイトル 18">
            <a:extLst>
              <a:ext uri="{FF2B5EF4-FFF2-40B4-BE49-F238E27FC236}">
                <a16:creationId xmlns:a16="http://schemas.microsoft.com/office/drawing/2014/main" id="{31232AB7-42BE-5BCA-CE0B-A49EC8DB27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FFE348A8-4ED6-951E-BDE4-5F37B2D026A3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072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テキスト プレースホルダー 7">
            <a:extLst>
              <a:ext uri="{FF2B5EF4-FFF2-40B4-BE49-F238E27FC236}">
                <a16:creationId xmlns:a16="http://schemas.microsoft.com/office/drawing/2014/main" id="{1FB5B858-1BF5-556C-5F04-176306F3CE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2" name="タイトル 18">
            <a:extLst>
              <a:ext uri="{FF2B5EF4-FFF2-40B4-BE49-F238E27FC236}">
                <a16:creationId xmlns:a16="http://schemas.microsoft.com/office/drawing/2014/main" id="{48AAF95D-2E55-5F89-1EE2-BE85BE4842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51999B-1DBD-A5BD-D797-5D4D315C8724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20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テキスト プレースホルダー 7">
            <a:extLst>
              <a:ext uri="{FF2B5EF4-FFF2-40B4-BE49-F238E27FC236}">
                <a16:creationId xmlns:a16="http://schemas.microsoft.com/office/drawing/2014/main" id="{F89C5050-7EAD-E35E-4E0E-83BCD10A6B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2" name="タイトル 18">
            <a:extLst>
              <a:ext uri="{FF2B5EF4-FFF2-40B4-BE49-F238E27FC236}">
                <a16:creationId xmlns:a16="http://schemas.microsoft.com/office/drawing/2014/main" id="{5B6EEEFC-E4C7-BBE8-4161-80B93C0DF9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9A082A0-FCA5-DC14-941A-73FB6960FF5B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738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テキスト プレースホルダー 7">
            <a:extLst>
              <a:ext uri="{FF2B5EF4-FFF2-40B4-BE49-F238E27FC236}">
                <a16:creationId xmlns:a16="http://schemas.microsoft.com/office/drawing/2014/main" id="{5AEBE227-3567-C3A8-D480-A31825F649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2" name="タイトル 18">
            <a:extLst>
              <a:ext uri="{FF2B5EF4-FFF2-40B4-BE49-F238E27FC236}">
                <a16:creationId xmlns:a16="http://schemas.microsoft.com/office/drawing/2014/main" id="{A35CA4A4-445C-6DC3-D6C9-AA9333A880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E12E651-3FEF-031E-8F95-B234AB2A7574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794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テキスト プレースホルダー 7">
            <a:extLst>
              <a:ext uri="{FF2B5EF4-FFF2-40B4-BE49-F238E27FC236}">
                <a16:creationId xmlns:a16="http://schemas.microsoft.com/office/drawing/2014/main" id="{3F7E2268-32F2-EF5D-E01F-6CFF6F822B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2" name="タイトル 18">
            <a:extLst>
              <a:ext uri="{FF2B5EF4-FFF2-40B4-BE49-F238E27FC236}">
                <a16:creationId xmlns:a16="http://schemas.microsoft.com/office/drawing/2014/main" id="{B2A82235-27B8-67C7-A731-DC2ABD7DA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8666DF8-9168-4A21-160E-D6FD7136E9D5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888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テキスト プレースホルダー 7">
            <a:extLst>
              <a:ext uri="{FF2B5EF4-FFF2-40B4-BE49-F238E27FC236}">
                <a16:creationId xmlns:a16="http://schemas.microsoft.com/office/drawing/2014/main" id="{50F55FEF-4518-2F39-4981-D5B22E6024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2" name="タイトル 18">
            <a:extLst>
              <a:ext uri="{FF2B5EF4-FFF2-40B4-BE49-F238E27FC236}">
                <a16:creationId xmlns:a16="http://schemas.microsoft.com/office/drawing/2014/main" id="{4E4901C8-BB47-E620-5278-7AB1B561BD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31F2096-7F5F-A8A1-4167-C02851E024FD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71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B848EBE-391E-7820-AF38-8F9C066475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426000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40621D1-2B29-5A90-3B4E-BE88C311DC06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389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352C9625-DCC7-A9E0-83F1-F7E45BEB70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B97BEA46-2A08-DE76-DE1A-91CB2C4B3043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748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747239E7-779F-9201-213D-76A32B4A5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C164697F-E375-CA1D-1B53-F145B5948429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8562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DE119E51-1F84-39EE-2B16-F7C869C0FC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5420F30C-D226-79B3-FD97-F474FD750126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9603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417232E1-B0B8-C1B2-4EA7-EF0DD22DF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1C837F0B-5892-6BAC-618E-9D4DE278779C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0824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043761D5-48C8-575B-2EBA-1B65AA8A8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0FB56555-7625-19E9-0526-1E97A008CF78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4834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EFC00BF9-5739-7F08-C7E4-A2FDA5930C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F5DBB320-8696-32B9-B866-CF79F1776C46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0034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DB3DC0D1-E578-00B0-E79C-17047CCE5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7FD182F7-A143-0EE1-A2FA-4B619A845863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5125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3">
            <a:extLst>
              <a:ext uri="{FF2B5EF4-FFF2-40B4-BE49-F238E27FC236}">
                <a16:creationId xmlns:a16="http://schemas.microsoft.com/office/drawing/2014/main" id="{67856476-7D39-3A5A-B1BF-66323DE17BCC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7283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Ending Remarks Here (</a:t>
            </a:r>
            <a:r>
              <a:rPr lang="en-US" altLang="ja-JP" dirty="0" err="1"/>
              <a:t>YaHei</a:t>
            </a:r>
            <a:r>
              <a:rPr lang="en-US" altLang="ja-JP" dirty="0"/>
              <a:t>, Bold, 40px, grey)  </a:t>
            </a:r>
          </a:p>
        </p:txBody>
      </p:sp>
      <p:sp>
        <p:nvSpPr>
          <p:cNvPr id="2" name="フッター プレースホルダー 3">
            <a:extLst>
              <a:ext uri="{FF2B5EF4-FFF2-40B4-BE49-F238E27FC236}">
                <a16:creationId xmlns:a16="http://schemas.microsoft.com/office/drawing/2014/main" id="{DE105860-014B-2FCD-E4F3-F074A4DA8587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8774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A757B78D-EC21-FA38-D9E3-4BDF8294DBD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" fmla="*/ 0 w 3366000"/>
              <a:gd name="connsiteY0" fmla="*/ 0 h 5200260"/>
              <a:gd name="connsiteX1" fmla="*/ 3366000 w 3366000"/>
              <a:gd name="connsiteY1" fmla="*/ 0 h 5200260"/>
              <a:gd name="connsiteX2" fmla="*/ 3355951 w 3366000"/>
              <a:gd name="connsiteY2" fmla="*/ 5200260 h 5200260"/>
              <a:gd name="connsiteX3" fmla="*/ 0 w 3366000"/>
              <a:gd name="connsiteY3" fmla="*/ 3276000 h 5200260"/>
              <a:gd name="connsiteX4" fmla="*/ 0 w 3366000"/>
              <a:gd name="connsiteY4" fmla="*/ 0 h 5200260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0 w 3366000"/>
              <a:gd name="connsiteY3" fmla="*/ 3276000 h 5207404"/>
              <a:gd name="connsiteX4" fmla="*/ 0 w 3366000"/>
              <a:gd name="connsiteY4" fmla="*/ 0 h 5207404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3321844 w 3366000"/>
              <a:gd name="connsiteY3" fmla="*/ 5186363 h 5207404"/>
              <a:gd name="connsiteX4" fmla="*/ 0 w 3366000"/>
              <a:gd name="connsiteY4" fmla="*/ 3276000 h 5207404"/>
              <a:gd name="connsiteX5" fmla="*/ 0 w 3366000"/>
              <a:gd name="connsiteY5" fmla="*/ 0 h 5207404"/>
              <a:gd name="connsiteX0" fmla="*/ 0 w 3366000"/>
              <a:gd name="connsiteY0" fmla="*/ 0 h 5186363"/>
              <a:gd name="connsiteX1" fmla="*/ 3366000 w 3366000"/>
              <a:gd name="connsiteY1" fmla="*/ 0 h 5186363"/>
              <a:gd name="connsiteX2" fmla="*/ 3358332 w 3366000"/>
              <a:gd name="connsiteY2" fmla="*/ 5155017 h 5186363"/>
              <a:gd name="connsiteX3" fmla="*/ 3321844 w 3366000"/>
              <a:gd name="connsiteY3" fmla="*/ 5186363 h 5186363"/>
              <a:gd name="connsiteX4" fmla="*/ 0 w 3366000"/>
              <a:gd name="connsiteY4" fmla="*/ 3276000 h 5186363"/>
              <a:gd name="connsiteX5" fmla="*/ 0 w 3366000"/>
              <a:gd name="connsiteY5" fmla="*/ 0 h 5186363"/>
              <a:gd name="connsiteX0" fmla="*/ 0 w 3366000"/>
              <a:gd name="connsiteY0" fmla="*/ 0 h 5192467"/>
              <a:gd name="connsiteX1" fmla="*/ 3366000 w 3366000"/>
              <a:gd name="connsiteY1" fmla="*/ 0 h 5192467"/>
              <a:gd name="connsiteX2" fmla="*/ 3358332 w 3366000"/>
              <a:gd name="connsiteY2" fmla="*/ 5155017 h 5192467"/>
              <a:gd name="connsiteX3" fmla="*/ 3321844 w 3366000"/>
              <a:gd name="connsiteY3" fmla="*/ 5186363 h 5192467"/>
              <a:gd name="connsiteX4" fmla="*/ 0 w 3366000"/>
              <a:gd name="connsiteY4" fmla="*/ 3276000 h 5192467"/>
              <a:gd name="connsiteX5" fmla="*/ 0 w 3366000"/>
              <a:gd name="connsiteY5" fmla="*/ 0 h 5192467"/>
              <a:gd name="connsiteX0" fmla="*/ 0 w 3366000"/>
              <a:gd name="connsiteY0" fmla="*/ 0 h 5201135"/>
              <a:gd name="connsiteX1" fmla="*/ 3366000 w 3366000"/>
              <a:gd name="connsiteY1" fmla="*/ 0 h 5201135"/>
              <a:gd name="connsiteX2" fmla="*/ 3358332 w 3366000"/>
              <a:gd name="connsiteY2" fmla="*/ 5155017 h 5201135"/>
              <a:gd name="connsiteX3" fmla="*/ 3321844 w 3366000"/>
              <a:gd name="connsiteY3" fmla="*/ 5186363 h 5201135"/>
              <a:gd name="connsiteX4" fmla="*/ 0 w 3366000"/>
              <a:gd name="connsiteY4" fmla="*/ 3276000 h 5201135"/>
              <a:gd name="connsiteX5" fmla="*/ 0 w 3366000"/>
              <a:gd name="connsiteY5" fmla="*/ 0 h 5201135"/>
              <a:gd name="connsiteX0" fmla="*/ 0 w 3366000"/>
              <a:gd name="connsiteY0" fmla="*/ 0 h 5176054"/>
              <a:gd name="connsiteX1" fmla="*/ 3366000 w 3366000"/>
              <a:gd name="connsiteY1" fmla="*/ 0 h 5176054"/>
              <a:gd name="connsiteX2" fmla="*/ 3358332 w 3366000"/>
              <a:gd name="connsiteY2" fmla="*/ 5155017 h 5176054"/>
              <a:gd name="connsiteX3" fmla="*/ 3264694 w 3366000"/>
              <a:gd name="connsiteY3" fmla="*/ 5093494 h 5176054"/>
              <a:gd name="connsiteX4" fmla="*/ 0 w 3366000"/>
              <a:gd name="connsiteY4" fmla="*/ 3276000 h 5176054"/>
              <a:gd name="connsiteX5" fmla="*/ 0 w 3366000"/>
              <a:gd name="connsiteY5" fmla="*/ 0 h 5176054"/>
              <a:gd name="connsiteX0" fmla="*/ 0 w 3366000"/>
              <a:gd name="connsiteY0" fmla="*/ 0 h 5198670"/>
              <a:gd name="connsiteX1" fmla="*/ 3366000 w 3366000"/>
              <a:gd name="connsiteY1" fmla="*/ 0 h 5198670"/>
              <a:gd name="connsiteX2" fmla="*/ 3358332 w 3366000"/>
              <a:gd name="connsiteY2" fmla="*/ 5155017 h 5198670"/>
              <a:gd name="connsiteX3" fmla="*/ 3307557 w 3366000"/>
              <a:gd name="connsiteY3" fmla="*/ 5181600 h 5198670"/>
              <a:gd name="connsiteX4" fmla="*/ 0 w 3366000"/>
              <a:gd name="connsiteY4" fmla="*/ 3276000 h 5198670"/>
              <a:gd name="connsiteX5" fmla="*/ 0 w 3366000"/>
              <a:gd name="connsiteY5" fmla="*/ 0 h 5198670"/>
              <a:gd name="connsiteX0" fmla="*/ 0 w 3366000"/>
              <a:gd name="connsiteY0" fmla="*/ 0 h 5197494"/>
              <a:gd name="connsiteX1" fmla="*/ 3366000 w 3366000"/>
              <a:gd name="connsiteY1" fmla="*/ 0 h 5197494"/>
              <a:gd name="connsiteX2" fmla="*/ 3358332 w 3366000"/>
              <a:gd name="connsiteY2" fmla="*/ 5152636 h 5197494"/>
              <a:gd name="connsiteX3" fmla="*/ 3307557 w 3366000"/>
              <a:gd name="connsiteY3" fmla="*/ 5181600 h 5197494"/>
              <a:gd name="connsiteX4" fmla="*/ 0 w 3366000"/>
              <a:gd name="connsiteY4" fmla="*/ 3276000 h 5197494"/>
              <a:gd name="connsiteX5" fmla="*/ 0 w 3366000"/>
              <a:gd name="connsiteY5" fmla="*/ 0 h 5197494"/>
              <a:gd name="connsiteX0" fmla="*/ 0 w 3366000"/>
              <a:gd name="connsiteY0" fmla="*/ 0 h 5198413"/>
              <a:gd name="connsiteX1" fmla="*/ 3366000 w 3366000"/>
              <a:gd name="connsiteY1" fmla="*/ 0 h 5198413"/>
              <a:gd name="connsiteX2" fmla="*/ 3358332 w 3366000"/>
              <a:gd name="connsiteY2" fmla="*/ 5152636 h 5198413"/>
              <a:gd name="connsiteX3" fmla="*/ 3307557 w 3366000"/>
              <a:gd name="connsiteY3" fmla="*/ 5181600 h 5198413"/>
              <a:gd name="connsiteX4" fmla="*/ 0 w 3366000"/>
              <a:gd name="connsiteY4" fmla="*/ 3276000 h 5198413"/>
              <a:gd name="connsiteX5" fmla="*/ 0 w 3366000"/>
              <a:gd name="connsiteY5" fmla="*/ 0 h 5198413"/>
              <a:gd name="connsiteX0" fmla="*/ 0 w 3366000"/>
              <a:gd name="connsiteY0" fmla="*/ 0 h 5190314"/>
              <a:gd name="connsiteX1" fmla="*/ 3366000 w 3366000"/>
              <a:gd name="connsiteY1" fmla="*/ 0 h 5190314"/>
              <a:gd name="connsiteX2" fmla="*/ 3358332 w 3366000"/>
              <a:gd name="connsiteY2" fmla="*/ 5152636 h 5190314"/>
              <a:gd name="connsiteX3" fmla="*/ 3307557 w 3366000"/>
              <a:gd name="connsiteY3" fmla="*/ 5181600 h 5190314"/>
              <a:gd name="connsiteX4" fmla="*/ 0 w 3366000"/>
              <a:gd name="connsiteY4" fmla="*/ 3276000 h 5190314"/>
              <a:gd name="connsiteX5" fmla="*/ 0 w 3366000"/>
              <a:gd name="connsiteY5" fmla="*/ 0 h 5190314"/>
              <a:gd name="connsiteX0" fmla="*/ 0 w 3366000"/>
              <a:gd name="connsiteY0" fmla="*/ 0 h 5194621"/>
              <a:gd name="connsiteX1" fmla="*/ 3366000 w 3366000"/>
              <a:gd name="connsiteY1" fmla="*/ 0 h 5194621"/>
              <a:gd name="connsiteX2" fmla="*/ 3363095 w 3366000"/>
              <a:gd name="connsiteY2" fmla="*/ 5164542 h 5194621"/>
              <a:gd name="connsiteX3" fmla="*/ 3307557 w 3366000"/>
              <a:gd name="connsiteY3" fmla="*/ 5181600 h 5194621"/>
              <a:gd name="connsiteX4" fmla="*/ 0 w 3366000"/>
              <a:gd name="connsiteY4" fmla="*/ 3276000 h 5194621"/>
              <a:gd name="connsiteX5" fmla="*/ 0 w 3366000"/>
              <a:gd name="connsiteY5" fmla="*/ 0 h 5194621"/>
              <a:gd name="connsiteX0" fmla="*/ 0 w 3366000"/>
              <a:gd name="connsiteY0" fmla="*/ 0 h 5197431"/>
              <a:gd name="connsiteX1" fmla="*/ 3366000 w 3366000"/>
              <a:gd name="connsiteY1" fmla="*/ 0 h 5197431"/>
              <a:gd name="connsiteX2" fmla="*/ 3363095 w 3366000"/>
              <a:gd name="connsiteY2" fmla="*/ 5164542 h 5197431"/>
              <a:gd name="connsiteX3" fmla="*/ 3309938 w 3366000"/>
              <a:gd name="connsiteY3" fmla="*/ 5186363 h 5197431"/>
              <a:gd name="connsiteX4" fmla="*/ 0 w 3366000"/>
              <a:gd name="connsiteY4" fmla="*/ 3276000 h 5197431"/>
              <a:gd name="connsiteX5" fmla="*/ 0 w 3366000"/>
              <a:gd name="connsiteY5" fmla="*/ 0 h 5197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dirty="0" err="1"/>
              <a:t>YaHei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Presentation Title Here (</a:t>
            </a:r>
            <a:r>
              <a:rPr lang="en-US" altLang="ja-JP" dirty="0" err="1"/>
              <a:t>YaHei</a:t>
            </a:r>
            <a:r>
              <a:rPr lang="en-US" altLang="ja-JP" dirty="0"/>
              <a:t>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8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8044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dirty="0" err="1"/>
              <a:t>YaHei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Title Here (</a:t>
            </a:r>
            <a:r>
              <a:rPr lang="en-US" altLang="ja-JP" dirty="0" err="1"/>
              <a:t>YaHei</a:t>
            </a:r>
            <a:r>
              <a:rPr lang="en-US" altLang="ja-JP" dirty="0"/>
              <a:t>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8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092C32F3-404B-E98C-A46C-8794586C75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1493822 w 5159375"/>
              <a:gd name="connsiteY3" fmla="*/ 6853473 h 6858000"/>
              <a:gd name="connsiteX4" fmla="*/ 0 w 5159375"/>
              <a:gd name="connsiteY4" fmla="*/ 6858000 h 6858000"/>
              <a:gd name="connsiteX5" fmla="*/ 0 w 5159375"/>
              <a:gd name="connsiteY5" fmla="*/ 0 h 6858000"/>
              <a:gd name="connsiteX0" fmla="*/ 0 w 5159375"/>
              <a:gd name="connsiteY0" fmla="*/ 0 h 6905724"/>
              <a:gd name="connsiteX1" fmla="*/ 5159375 w 5159375"/>
              <a:gd name="connsiteY1" fmla="*/ 0 h 6905724"/>
              <a:gd name="connsiteX2" fmla="*/ 5150322 w 5159375"/>
              <a:gd name="connsiteY2" fmla="*/ 4775703 h 6905724"/>
              <a:gd name="connsiteX3" fmla="*/ 1490556 w 5159375"/>
              <a:gd name="connsiteY3" fmla="*/ 6905724 h 6905724"/>
              <a:gd name="connsiteX4" fmla="*/ 0 w 5159375"/>
              <a:gd name="connsiteY4" fmla="*/ 6858000 h 6905724"/>
              <a:gd name="connsiteX5" fmla="*/ 0 w 5159375"/>
              <a:gd name="connsiteY5" fmla="*/ 0 h 6905724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08064 w 5539864"/>
              <a:gd name="connsiteY3" fmla="*/ 4776274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799 w 5159375"/>
              <a:gd name="connsiteY2" fmla="*/ 4671310 h 6863269"/>
              <a:gd name="connsiteX3" fmla="*/ 5108064 w 5159375"/>
              <a:gd name="connsiteY3" fmla="*/ 4776274 h 6863269"/>
              <a:gd name="connsiteX4" fmla="*/ 1484025 w 5159375"/>
              <a:gd name="connsiteY4" fmla="*/ 6863269 h 6863269"/>
              <a:gd name="connsiteX5" fmla="*/ 0 w 5159375"/>
              <a:gd name="connsiteY5" fmla="*/ 6858000 h 6863269"/>
              <a:gd name="connsiteX6" fmla="*/ 0 w 5159375"/>
              <a:gd name="connsiteY6" fmla="*/ 0 h 6863269"/>
              <a:gd name="connsiteX0" fmla="*/ 0 w 5164138"/>
              <a:gd name="connsiteY0" fmla="*/ 35719 h 6898988"/>
              <a:gd name="connsiteX1" fmla="*/ 5164138 w 5164138"/>
              <a:gd name="connsiteY1" fmla="*/ 0 h 6898988"/>
              <a:gd name="connsiteX2" fmla="*/ 5150799 w 5164138"/>
              <a:gd name="connsiteY2" fmla="*/ 4707029 h 6898988"/>
              <a:gd name="connsiteX3" fmla="*/ 5108064 w 5164138"/>
              <a:gd name="connsiteY3" fmla="*/ 4811993 h 6898988"/>
              <a:gd name="connsiteX4" fmla="*/ 1484025 w 5164138"/>
              <a:gd name="connsiteY4" fmla="*/ 6898988 h 6898988"/>
              <a:gd name="connsiteX5" fmla="*/ 0 w 5164138"/>
              <a:gd name="connsiteY5" fmla="*/ 6893719 h 6898988"/>
              <a:gd name="connsiteX6" fmla="*/ 0 w 5164138"/>
              <a:gd name="connsiteY6" fmla="*/ 35719 h 6898988"/>
              <a:gd name="connsiteX0" fmla="*/ 0 w 5152666"/>
              <a:gd name="connsiteY0" fmla="*/ 2382 h 6865651"/>
              <a:gd name="connsiteX1" fmla="*/ 5149850 w 5152666"/>
              <a:gd name="connsiteY1" fmla="*/ 0 h 6865651"/>
              <a:gd name="connsiteX2" fmla="*/ 5150799 w 5152666"/>
              <a:gd name="connsiteY2" fmla="*/ 4673692 h 6865651"/>
              <a:gd name="connsiteX3" fmla="*/ 5108064 w 5152666"/>
              <a:gd name="connsiteY3" fmla="*/ 4778656 h 6865651"/>
              <a:gd name="connsiteX4" fmla="*/ 1484025 w 5152666"/>
              <a:gd name="connsiteY4" fmla="*/ 6865651 h 6865651"/>
              <a:gd name="connsiteX5" fmla="*/ 0 w 5152666"/>
              <a:gd name="connsiteY5" fmla="*/ 6860382 h 6865651"/>
              <a:gd name="connsiteX6" fmla="*/ 0 w 5152666"/>
              <a:gd name="connsiteY6" fmla="*/ 2382 h 6865651"/>
              <a:gd name="connsiteX0" fmla="*/ 0 w 5240220"/>
              <a:gd name="connsiteY0" fmla="*/ 2382 h 6865651"/>
              <a:gd name="connsiteX1" fmla="*/ 5149850 w 5240220"/>
              <a:gd name="connsiteY1" fmla="*/ 0 h 6865651"/>
              <a:gd name="connsiteX2" fmla="*/ 5150799 w 5240220"/>
              <a:gd name="connsiteY2" fmla="*/ 4673692 h 6865651"/>
              <a:gd name="connsiteX3" fmla="*/ 5108064 w 5240220"/>
              <a:gd name="connsiteY3" fmla="*/ 4778656 h 6865651"/>
              <a:gd name="connsiteX4" fmla="*/ 1484025 w 5240220"/>
              <a:gd name="connsiteY4" fmla="*/ 6865651 h 6865651"/>
              <a:gd name="connsiteX5" fmla="*/ 0 w 5240220"/>
              <a:gd name="connsiteY5" fmla="*/ 6860382 h 6865651"/>
              <a:gd name="connsiteX6" fmla="*/ 0 w 5240220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222289"/>
              <a:gd name="connsiteY0" fmla="*/ 2382 h 6865651"/>
              <a:gd name="connsiteX1" fmla="*/ 5149850 w 5222289"/>
              <a:gd name="connsiteY1" fmla="*/ 0 h 6865651"/>
              <a:gd name="connsiteX2" fmla="*/ 5222264 w 5222289"/>
              <a:gd name="connsiteY2" fmla="*/ 4733223 h 6865651"/>
              <a:gd name="connsiteX3" fmla="*/ 5108064 w 5222289"/>
              <a:gd name="connsiteY3" fmla="*/ 4778656 h 6865651"/>
              <a:gd name="connsiteX4" fmla="*/ 1484025 w 5222289"/>
              <a:gd name="connsiteY4" fmla="*/ 6865651 h 6865651"/>
              <a:gd name="connsiteX5" fmla="*/ 0 w 5222289"/>
              <a:gd name="connsiteY5" fmla="*/ 6860382 h 6865651"/>
              <a:gd name="connsiteX6" fmla="*/ 0 w 5222289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881613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dirty="0" err="1"/>
              <a:t>YaHei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Presentation Title Here (</a:t>
            </a:r>
            <a:r>
              <a:rPr lang="en-US" altLang="ja-JP" dirty="0" err="1"/>
              <a:t>YaHei</a:t>
            </a:r>
            <a:r>
              <a:rPr lang="en-US" altLang="ja-JP" dirty="0"/>
              <a:t>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8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0079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テキスト プレースホルダー 7">
            <a:extLst>
              <a:ext uri="{FF2B5EF4-FFF2-40B4-BE49-F238E27FC236}">
                <a16:creationId xmlns:a16="http://schemas.microsoft.com/office/drawing/2014/main" id="{A71526E6-9FA6-6C1D-7DAC-DB5620C460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2" name="タイトル 18">
            <a:extLst>
              <a:ext uri="{FF2B5EF4-FFF2-40B4-BE49-F238E27FC236}">
                <a16:creationId xmlns:a16="http://schemas.microsoft.com/office/drawing/2014/main" id="{74FF19BF-1F0C-A9BA-8737-2A52C5C794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988242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638C5E49-6553-0BD7-AD4E-8117ABA927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C8B5488B-66BA-7186-1870-FB0A2795DD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698941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BF23F0BA-AAC9-2E6E-479D-0B4551A2D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ECEDE3B4-A8FC-B272-E14D-780DE95EB4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84398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74CAFD23-6B70-AC53-530F-8A5869ABF9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9C46CEE4-E893-6E52-D556-336C5F02F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17278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C29DBF1D-FEF9-B035-6FC2-3E6C377284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62982597-8682-58C6-D649-111FADAAB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45131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CCFE210D-473E-3CB9-BB56-2060139003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6C7DA783-0204-DACA-F98D-9E11659063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19790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81DB5105-FDE0-7CF6-79C6-0669DF8057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35D56414-6724-1171-B103-9887EA01AA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050583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B848EBE-391E-7820-AF38-8F9C066475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552000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3541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CB6D446B-E393-9CF8-6CE6-9B79733AE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051114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AB0984FF-90E3-82F9-F338-58CFF85C4BB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EC8859F9-AD75-6B84-C8F5-F14438A2C5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347471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D0E90B35-24C4-FA42-7F49-2102F0D0EE6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8685B2B1-8F27-478C-0184-7AAC836BD0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4137451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E2096F5E-BDB9-9C5F-F29B-8FABF763493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80C3CB89-94CC-B676-CD62-DAE53CE660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981418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36FD5251-9C80-7D42-C5B7-94F7835FF96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6FAA65D9-D5FE-6581-8827-E5C7F9B24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23722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F0EFD8CA-4A6A-3517-1794-103747A10B4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C845EA63-185E-8420-5B3C-393594912D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392258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D4CA24AD-8EB0-1F43-F2FE-094642A5B73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7B9F5007-3ED6-E6A0-4B54-FB1CC0D1D7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575219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041440B7-ADA1-9444-F82A-D2FB7B5A3340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92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Ending Remarks Here (</a:t>
            </a:r>
            <a:r>
              <a:rPr lang="en-US" altLang="ja-JP" dirty="0" err="1"/>
              <a:t>YaHei</a:t>
            </a:r>
            <a:r>
              <a:rPr lang="en-US" altLang="ja-JP" dirty="0"/>
              <a:t>, Bold, 40px, grey)  </a:t>
            </a:r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E2BC97CD-4A1A-95D8-7193-A14A1179A0CF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08913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A757B78D-EC21-FA38-D9E3-4BDF8294DBD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" fmla="*/ 0 w 3366000"/>
              <a:gd name="connsiteY0" fmla="*/ 0 h 5200260"/>
              <a:gd name="connsiteX1" fmla="*/ 3366000 w 3366000"/>
              <a:gd name="connsiteY1" fmla="*/ 0 h 5200260"/>
              <a:gd name="connsiteX2" fmla="*/ 3355951 w 3366000"/>
              <a:gd name="connsiteY2" fmla="*/ 5200260 h 5200260"/>
              <a:gd name="connsiteX3" fmla="*/ 0 w 3366000"/>
              <a:gd name="connsiteY3" fmla="*/ 3276000 h 5200260"/>
              <a:gd name="connsiteX4" fmla="*/ 0 w 3366000"/>
              <a:gd name="connsiteY4" fmla="*/ 0 h 5200260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0 w 3366000"/>
              <a:gd name="connsiteY3" fmla="*/ 3276000 h 5207404"/>
              <a:gd name="connsiteX4" fmla="*/ 0 w 3366000"/>
              <a:gd name="connsiteY4" fmla="*/ 0 h 5207404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3321844 w 3366000"/>
              <a:gd name="connsiteY3" fmla="*/ 5186363 h 5207404"/>
              <a:gd name="connsiteX4" fmla="*/ 0 w 3366000"/>
              <a:gd name="connsiteY4" fmla="*/ 3276000 h 5207404"/>
              <a:gd name="connsiteX5" fmla="*/ 0 w 3366000"/>
              <a:gd name="connsiteY5" fmla="*/ 0 h 5207404"/>
              <a:gd name="connsiteX0" fmla="*/ 0 w 3366000"/>
              <a:gd name="connsiteY0" fmla="*/ 0 h 5186363"/>
              <a:gd name="connsiteX1" fmla="*/ 3366000 w 3366000"/>
              <a:gd name="connsiteY1" fmla="*/ 0 h 5186363"/>
              <a:gd name="connsiteX2" fmla="*/ 3358332 w 3366000"/>
              <a:gd name="connsiteY2" fmla="*/ 5155017 h 5186363"/>
              <a:gd name="connsiteX3" fmla="*/ 3321844 w 3366000"/>
              <a:gd name="connsiteY3" fmla="*/ 5186363 h 5186363"/>
              <a:gd name="connsiteX4" fmla="*/ 0 w 3366000"/>
              <a:gd name="connsiteY4" fmla="*/ 3276000 h 5186363"/>
              <a:gd name="connsiteX5" fmla="*/ 0 w 3366000"/>
              <a:gd name="connsiteY5" fmla="*/ 0 h 5186363"/>
              <a:gd name="connsiteX0" fmla="*/ 0 w 3366000"/>
              <a:gd name="connsiteY0" fmla="*/ 0 h 5192467"/>
              <a:gd name="connsiteX1" fmla="*/ 3366000 w 3366000"/>
              <a:gd name="connsiteY1" fmla="*/ 0 h 5192467"/>
              <a:gd name="connsiteX2" fmla="*/ 3358332 w 3366000"/>
              <a:gd name="connsiteY2" fmla="*/ 5155017 h 5192467"/>
              <a:gd name="connsiteX3" fmla="*/ 3321844 w 3366000"/>
              <a:gd name="connsiteY3" fmla="*/ 5186363 h 5192467"/>
              <a:gd name="connsiteX4" fmla="*/ 0 w 3366000"/>
              <a:gd name="connsiteY4" fmla="*/ 3276000 h 5192467"/>
              <a:gd name="connsiteX5" fmla="*/ 0 w 3366000"/>
              <a:gd name="connsiteY5" fmla="*/ 0 h 5192467"/>
              <a:gd name="connsiteX0" fmla="*/ 0 w 3366000"/>
              <a:gd name="connsiteY0" fmla="*/ 0 h 5201135"/>
              <a:gd name="connsiteX1" fmla="*/ 3366000 w 3366000"/>
              <a:gd name="connsiteY1" fmla="*/ 0 h 5201135"/>
              <a:gd name="connsiteX2" fmla="*/ 3358332 w 3366000"/>
              <a:gd name="connsiteY2" fmla="*/ 5155017 h 5201135"/>
              <a:gd name="connsiteX3" fmla="*/ 3321844 w 3366000"/>
              <a:gd name="connsiteY3" fmla="*/ 5186363 h 5201135"/>
              <a:gd name="connsiteX4" fmla="*/ 0 w 3366000"/>
              <a:gd name="connsiteY4" fmla="*/ 3276000 h 5201135"/>
              <a:gd name="connsiteX5" fmla="*/ 0 w 3366000"/>
              <a:gd name="connsiteY5" fmla="*/ 0 h 5201135"/>
              <a:gd name="connsiteX0" fmla="*/ 0 w 3366000"/>
              <a:gd name="connsiteY0" fmla="*/ 0 h 5176054"/>
              <a:gd name="connsiteX1" fmla="*/ 3366000 w 3366000"/>
              <a:gd name="connsiteY1" fmla="*/ 0 h 5176054"/>
              <a:gd name="connsiteX2" fmla="*/ 3358332 w 3366000"/>
              <a:gd name="connsiteY2" fmla="*/ 5155017 h 5176054"/>
              <a:gd name="connsiteX3" fmla="*/ 3264694 w 3366000"/>
              <a:gd name="connsiteY3" fmla="*/ 5093494 h 5176054"/>
              <a:gd name="connsiteX4" fmla="*/ 0 w 3366000"/>
              <a:gd name="connsiteY4" fmla="*/ 3276000 h 5176054"/>
              <a:gd name="connsiteX5" fmla="*/ 0 w 3366000"/>
              <a:gd name="connsiteY5" fmla="*/ 0 h 5176054"/>
              <a:gd name="connsiteX0" fmla="*/ 0 w 3366000"/>
              <a:gd name="connsiteY0" fmla="*/ 0 h 5198670"/>
              <a:gd name="connsiteX1" fmla="*/ 3366000 w 3366000"/>
              <a:gd name="connsiteY1" fmla="*/ 0 h 5198670"/>
              <a:gd name="connsiteX2" fmla="*/ 3358332 w 3366000"/>
              <a:gd name="connsiteY2" fmla="*/ 5155017 h 5198670"/>
              <a:gd name="connsiteX3" fmla="*/ 3307557 w 3366000"/>
              <a:gd name="connsiteY3" fmla="*/ 5181600 h 5198670"/>
              <a:gd name="connsiteX4" fmla="*/ 0 w 3366000"/>
              <a:gd name="connsiteY4" fmla="*/ 3276000 h 5198670"/>
              <a:gd name="connsiteX5" fmla="*/ 0 w 3366000"/>
              <a:gd name="connsiteY5" fmla="*/ 0 h 5198670"/>
              <a:gd name="connsiteX0" fmla="*/ 0 w 3366000"/>
              <a:gd name="connsiteY0" fmla="*/ 0 h 5197494"/>
              <a:gd name="connsiteX1" fmla="*/ 3366000 w 3366000"/>
              <a:gd name="connsiteY1" fmla="*/ 0 h 5197494"/>
              <a:gd name="connsiteX2" fmla="*/ 3358332 w 3366000"/>
              <a:gd name="connsiteY2" fmla="*/ 5152636 h 5197494"/>
              <a:gd name="connsiteX3" fmla="*/ 3307557 w 3366000"/>
              <a:gd name="connsiteY3" fmla="*/ 5181600 h 5197494"/>
              <a:gd name="connsiteX4" fmla="*/ 0 w 3366000"/>
              <a:gd name="connsiteY4" fmla="*/ 3276000 h 5197494"/>
              <a:gd name="connsiteX5" fmla="*/ 0 w 3366000"/>
              <a:gd name="connsiteY5" fmla="*/ 0 h 5197494"/>
              <a:gd name="connsiteX0" fmla="*/ 0 w 3366000"/>
              <a:gd name="connsiteY0" fmla="*/ 0 h 5198413"/>
              <a:gd name="connsiteX1" fmla="*/ 3366000 w 3366000"/>
              <a:gd name="connsiteY1" fmla="*/ 0 h 5198413"/>
              <a:gd name="connsiteX2" fmla="*/ 3358332 w 3366000"/>
              <a:gd name="connsiteY2" fmla="*/ 5152636 h 5198413"/>
              <a:gd name="connsiteX3" fmla="*/ 3307557 w 3366000"/>
              <a:gd name="connsiteY3" fmla="*/ 5181600 h 5198413"/>
              <a:gd name="connsiteX4" fmla="*/ 0 w 3366000"/>
              <a:gd name="connsiteY4" fmla="*/ 3276000 h 5198413"/>
              <a:gd name="connsiteX5" fmla="*/ 0 w 3366000"/>
              <a:gd name="connsiteY5" fmla="*/ 0 h 5198413"/>
              <a:gd name="connsiteX0" fmla="*/ 0 w 3366000"/>
              <a:gd name="connsiteY0" fmla="*/ 0 h 5190314"/>
              <a:gd name="connsiteX1" fmla="*/ 3366000 w 3366000"/>
              <a:gd name="connsiteY1" fmla="*/ 0 h 5190314"/>
              <a:gd name="connsiteX2" fmla="*/ 3358332 w 3366000"/>
              <a:gd name="connsiteY2" fmla="*/ 5152636 h 5190314"/>
              <a:gd name="connsiteX3" fmla="*/ 3307557 w 3366000"/>
              <a:gd name="connsiteY3" fmla="*/ 5181600 h 5190314"/>
              <a:gd name="connsiteX4" fmla="*/ 0 w 3366000"/>
              <a:gd name="connsiteY4" fmla="*/ 3276000 h 5190314"/>
              <a:gd name="connsiteX5" fmla="*/ 0 w 3366000"/>
              <a:gd name="connsiteY5" fmla="*/ 0 h 5190314"/>
              <a:gd name="connsiteX0" fmla="*/ 0 w 3366000"/>
              <a:gd name="connsiteY0" fmla="*/ 0 h 5194621"/>
              <a:gd name="connsiteX1" fmla="*/ 3366000 w 3366000"/>
              <a:gd name="connsiteY1" fmla="*/ 0 h 5194621"/>
              <a:gd name="connsiteX2" fmla="*/ 3363095 w 3366000"/>
              <a:gd name="connsiteY2" fmla="*/ 5164542 h 5194621"/>
              <a:gd name="connsiteX3" fmla="*/ 3307557 w 3366000"/>
              <a:gd name="connsiteY3" fmla="*/ 5181600 h 5194621"/>
              <a:gd name="connsiteX4" fmla="*/ 0 w 3366000"/>
              <a:gd name="connsiteY4" fmla="*/ 3276000 h 5194621"/>
              <a:gd name="connsiteX5" fmla="*/ 0 w 3366000"/>
              <a:gd name="connsiteY5" fmla="*/ 0 h 5194621"/>
              <a:gd name="connsiteX0" fmla="*/ 0 w 3366000"/>
              <a:gd name="connsiteY0" fmla="*/ 0 h 5197431"/>
              <a:gd name="connsiteX1" fmla="*/ 3366000 w 3366000"/>
              <a:gd name="connsiteY1" fmla="*/ 0 h 5197431"/>
              <a:gd name="connsiteX2" fmla="*/ 3363095 w 3366000"/>
              <a:gd name="connsiteY2" fmla="*/ 5164542 h 5197431"/>
              <a:gd name="connsiteX3" fmla="*/ 3309938 w 3366000"/>
              <a:gd name="connsiteY3" fmla="*/ 5186363 h 5197431"/>
              <a:gd name="connsiteX4" fmla="*/ 0 w 3366000"/>
              <a:gd name="connsiteY4" fmla="*/ 3276000 h 5197431"/>
              <a:gd name="connsiteX5" fmla="*/ 0 w 3366000"/>
              <a:gd name="connsiteY5" fmla="*/ 0 h 5197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dirty="0" err="1"/>
              <a:t>YaHei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Presentation Title Here (</a:t>
            </a:r>
            <a:r>
              <a:rPr lang="en-US" altLang="ja-JP" dirty="0" err="1"/>
              <a:t>YaHei</a:t>
            </a:r>
            <a:r>
              <a:rPr lang="en-US" altLang="ja-JP" dirty="0"/>
              <a:t>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8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8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3144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dirty="0" err="1"/>
              <a:t>YaHei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Title Here (</a:t>
            </a:r>
            <a:r>
              <a:rPr lang="en-US" altLang="ja-JP" dirty="0" err="1"/>
              <a:t>YaHei</a:t>
            </a:r>
            <a:r>
              <a:rPr lang="en-US" altLang="ja-JP" dirty="0"/>
              <a:t>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8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8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092C32F3-404B-E98C-A46C-8794586C75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1493822 w 5159375"/>
              <a:gd name="connsiteY3" fmla="*/ 6853473 h 6858000"/>
              <a:gd name="connsiteX4" fmla="*/ 0 w 5159375"/>
              <a:gd name="connsiteY4" fmla="*/ 6858000 h 6858000"/>
              <a:gd name="connsiteX5" fmla="*/ 0 w 5159375"/>
              <a:gd name="connsiteY5" fmla="*/ 0 h 6858000"/>
              <a:gd name="connsiteX0" fmla="*/ 0 w 5159375"/>
              <a:gd name="connsiteY0" fmla="*/ 0 h 6905724"/>
              <a:gd name="connsiteX1" fmla="*/ 5159375 w 5159375"/>
              <a:gd name="connsiteY1" fmla="*/ 0 h 6905724"/>
              <a:gd name="connsiteX2" fmla="*/ 5150322 w 5159375"/>
              <a:gd name="connsiteY2" fmla="*/ 4775703 h 6905724"/>
              <a:gd name="connsiteX3" fmla="*/ 1490556 w 5159375"/>
              <a:gd name="connsiteY3" fmla="*/ 6905724 h 6905724"/>
              <a:gd name="connsiteX4" fmla="*/ 0 w 5159375"/>
              <a:gd name="connsiteY4" fmla="*/ 6858000 h 6905724"/>
              <a:gd name="connsiteX5" fmla="*/ 0 w 5159375"/>
              <a:gd name="connsiteY5" fmla="*/ 0 h 6905724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08064 w 5539864"/>
              <a:gd name="connsiteY3" fmla="*/ 4776274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799 w 5159375"/>
              <a:gd name="connsiteY2" fmla="*/ 4671310 h 6863269"/>
              <a:gd name="connsiteX3" fmla="*/ 5108064 w 5159375"/>
              <a:gd name="connsiteY3" fmla="*/ 4776274 h 6863269"/>
              <a:gd name="connsiteX4" fmla="*/ 1484025 w 5159375"/>
              <a:gd name="connsiteY4" fmla="*/ 6863269 h 6863269"/>
              <a:gd name="connsiteX5" fmla="*/ 0 w 5159375"/>
              <a:gd name="connsiteY5" fmla="*/ 6858000 h 6863269"/>
              <a:gd name="connsiteX6" fmla="*/ 0 w 5159375"/>
              <a:gd name="connsiteY6" fmla="*/ 0 h 6863269"/>
              <a:gd name="connsiteX0" fmla="*/ 0 w 5164138"/>
              <a:gd name="connsiteY0" fmla="*/ 35719 h 6898988"/>
              <a:gd name="connsiteX1" fmla="*/ 5164138 w 5164138"/>
              <a:gd name="connsiteY1" fmla="*/ 0 h 6898988"/>
              <a:gd name="connsiteX2" fmla="*/ 5150799 w 5164138"/>
              <a:gd name="connsiteY2" fmla="*/ 4707029 h 6898988"/>
              <a:gd name="connsiteX3" fmla="*/ 5108064 w 5164138"/>
              <a:gd name="connsiteY3" fmla="*/ 4811993 h 6898988"/>
              <a:gd name="connsiteX4" fmla="*/ 1484025 w 5164138"/>
              <a:gd name="connsiteY4" fmla="*/ 6898988 h 6898988"/>
              <a:gd name="connsiteX5" fmla="*/ 0 w 5164138"/>
              <a:gd name="connsiteY5" fmla="*/ 6893719 h 6898988"/>
              <a:gd name="connsiteX6" fmla="*/ 0 w 5164138"/>
              <a:gd name="connsiteY6" fmla="*/ 35719 h 6898988"/>
              <a:gd name="connsiteX0" fmla="*/ 0 w 5152666"/>
              <a:gd name="connsiteY0" fmla="*/ 2382 h 6865651"/>
              <a:gd name="connsiteX1" fmla="*/ 5149850 w 5152666"/>
              <a:gd name="connsiteY1" fmla="*/ 0 h 6865651"/>
              <a:gd name="connsiteX2" fmla="*/ 5150799 w 5152666"/>
              <a:gd name="connsiteY2" fmla="*/ 4673692 h 6865651"/>
              <a:gd name="connsiteX3" fmla="*/ 5108064 w 5152666"/>
              <a:gd name="connsiteY3" fmla="*/ 4778656 h 6865651"/>
              <a:gd name="connsiteX4" fmla="*/ 1484025 w 5152666"/>
              <a:gd name="connsiteY4" fmla="*/ 6865651 h 6865651"/>
              <a:gd name="connsiteX5" fmla="*/ 0 w 5152666"/>
              <a:gd name="connsiteY5" fmla="*/ 6860382 h 6865651"/>
              <a:gd name="connsiteX6" fmla="*/ 0 w 5152666"/>
              <a:gd name="connsiteY6" fmla="*/ 2382 h 6865651"/>
              <a:gd name="connsiteX0" fmla="*/ 0 w 5240220"/>
              <a:gd name="connsiteY0" fmla="*/ 2382 h 6865651"/>
              <a:gd name="connsiteX1" fmla="*/ 5149850 w 5240220"/>
              <a:gd name="connsiteY1" fmla="*/ 0 h 6865651"/>
              <a:gd name="connsiteX2" fmla="*/ 5150799 w 5240220"/>
              <a:gd name="connsiteY2" fmla="*/ 4673692 h 6865651"/>
              <a:gd name="connsiteX3" fmla="*/ 5108064 w 5240220"/>
              <a:gd name="connsiteY3" fmla="*/ 4778656 h 6865651"/>
              <a:gd name="connsiteX4" fmla="*/ 1484025 w 5240220"/>
              <a:gd name="connsiteY4" fmla="*/ 6865651 h 6865651"/>
              <a:gd name="connsiteX5" fmla="*/ 0 w 5240220"/>
              <a:gd name="connsiteY5" fmla="*/ 6860382 h 6865651"/>
              <a:gd name="connsiteX6" fmla="*/ 0 w 5240220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222289"/>
              <a:gd name="connsiteY0" fmla="*/ 2382 h 6865651"/>
              <a:gd name="connsiteX1" fmla="*/ 5149850 w 5222289"/>
              <a:gd name="connsiteY1" fmla="*/ 0 h 6865651"/>
              <a:gd name="connsiteX2" fmla="*/ 5222264 w 5222289"/>
              <a:gd name="connsiteY2" fmla="*/ 4733223 h 6865651"/>
              <a:gd name="connsiteX3" fmla="*/ 5108064 w 5222289"/>
              <a:gd name="connsiteY3" fmla="*/ 4778656 h 6865651"/>
              <a:gd name="connsiteX4" fmla="*/ 1484025 w 5222289"/>
              <a:gd name="connsiteY4" fmla="*/ 6865651 h 6865651"/>
              <a:gd name="connsiteX5" fmla="*/ 0 w 5222289"/>
              <a:gd name="connsiteY5" fmla="*/ 6860382 h 6865651"/>
              <a:gd name="connsiteX6" fmla="*/ 0 w 5222289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676170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dirty="0" err="1"/>
              <a:t>YaHei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Presentation Title Here (</a:t>
            </a:r>
            <a:r>
              <a:rPr lang="en-US" altLang="ja-JP" dirty="0" err="1"/>
              <a:t>YaHei</a:t>
            </a:r>
            <a:r>
              <a:rPr lang="en-US" altLang="ja-JP" dirty="0"/>
              <a:t>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8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8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63958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95388725-1FB2-CBAB-CD4B-EDC966DCA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6E8D684B-FF4C-6089-ACF5-25052160A9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4996281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A80B4B12-0F8C-94B1-4ED0-0887BDE7B9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563634DC-ECCA-DEDD-96B3-04D736DB8E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3D12AF3-6460-A538-99DB-5F828A33B7A8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94717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B9EA7EA1-73F9-76FB-E509-7C424DC5E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69B765A1-9542-00BD-8BA7-81B5023D57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AE564B8-BDD9-A105-6FB7-BC2ADA775F20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5429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テキスト プレースホルダー 7">
            <a:extLst>
              <a:ext uri="{FF2B5EF4-FFF2-40B4-BE49-F238E27FC236}">
                <a16:creationId xmlns:a16="http://schemas.microsoft.com/office/drawing/2014/main" id="{A5BB9876-A9B9-0123-BB15-2BA0141040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2" name="タイトル 18">
            <a:extLst>
              <a:ext uri="{FF2B5EF4-FFF2-40B4-BE49-F238E27FC236}">
                <a16:creationId xmlns:a16="http://schemas.microsoft.com/office/drawing/2014/main" id="{91BD14C2-E22F-7A7F-EDD0-EB75501F7C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5AC7D75-C736-4488-9D3D-D0B75E92830B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33943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テキスト プレースホルダー 7">
            <a:extLst>
              <a:ext uri="{FF2B5EF4-FFF2-40B4-BE49-F238E27FC236}">
                <a16:creationId xmlns:a16="http://schemas.microsoft.com/office/drawing/2014/main" id="{C88AF243-AB02-ADF3-648E-86D157CFFC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2" name="タイトル 18">
            <a:extLst>
              <a:ext uri="{FF2B5EF4-FFF2-40B4-BE49-F238E27FC236}">
                <a16:creationId xmlns:a16="http://schemas.microsoft.com/office/drawing/2014/main" id="{759443FF-2377-12CD-8803-816A0460D4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EECB833-7A08-62ED-E809-9F7337D9BA5D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98201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95A8ED2E-AF07-001B-6F6C-809DDDDB12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BC688748-6F36-C820-C719-A4B4BBFBCC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8D559E3-F378-6440-76C6-48B191199771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11021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8D56F7BB-BD24-A10C-0D90-1B22CBEEFD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59E1CA68-FAC4-8E8E-4C91-DD20279030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94F4CAD-3AAD-49C0-7784-471E8F0C3094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1416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B848EBE-391E-7820-AF38-8F9C066475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426000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961F762-22E3-01DA-A34D-E9D91705E757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614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D1D1D766-75DF-55EA-5977-C520D9E8B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1787E3C6-61B1-9A78-E9FF-F524C120860D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3579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92AD3A4C-F8C3-EA08-EF35-8651A58C15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992815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D22AF1BC-11C2-5772-8D88-4FBF627643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9404119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F07BED99-D3AF-24FE-FCEE-F895420795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4D8167CE-4D8F-A20B-361C-27AED873B10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77244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E43FFB2A-8989-6DDF-6819-01F8EF1C57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85DFDC50-0821-A007-10F8-D329A58EAE12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10685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1C7B4C9D-A5F9-E689-A1DB-016C2EE33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FC2FF7AE-53BE-5294-5A09-7AE4CE989E14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74980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343E122B-8F1B-3335-D6FF-7543F5E246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D00A3490-C0D8-F001-8CF6-9FF0B442B4D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88919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3">
            <a:extLst>
              <a:ext uri="{FF2B5EF4-FFF2-40B4-BE49-F238E27FC236}">
                <a16:creationId xmlns:a16="http://schemas.microsoft.com/office/drawing/2014/main" id="{265028CD-62BF-3DC8-26E5-F2414595A8A4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868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Ending Remarks Here (</a:t>
            </a:r>
            <a:r>
              <a:rPr lang="en-US" altLang="ja-JP" dirty="0" err="1"/>
              <a:t>YaHei</a:t>
            </a:r>
            <a:r>
              <a:rPr lang="en-US" altLang="ja-JP" dirty="0"/>
              <a:t>, Bold, 40px, grey)  </a:t>
            </a:r>
          </a:p>
        </p:txBody>
      </p:sp>
      <p:sp>
        <p:nvSpPr>
          <p:cNvPr id="2" name="フッター プレースホルダー 3">
            <a:extLst>
              <a:ext uri="{FF2B5EF4-FFF2-40B4-BE49-F238E27FC236}">
                <a16:creationId xmlns:a16="http://schemas.microsoft.com/office/drawing/2014/main" id="{089829A8-7BDF-509B-3242-58221D2DCBE7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71093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A757B78D-EC21-FA38-D9E3-4BDF8294DBD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" fmla="*/ 0 w 3366000"/>
              <a:gd name="connsiteY0" fmla="*/ 0 h 5200260"/>
              <a:gd name="connsiteX1" fmla="*/ 3366000 w 3366000"/>
              <a:gd name="connsiteY1" fmla="*/ 0 h 5200260"/>
              <a:gd name="connsiteX2" fmla="*/ 3355951 w 3366000"/>
              <a:gd name="connsiteY2" fmla="*/ 5200260 h 5200260"/>
              <a:gd name="connsiteX3" fmla="*/ 0 w 3366000"/>
              <a:gd name="connsiteY3" fmla="*/ 3276000 h 5200260"/>
              <a:gd name="connsiteX4" fmla="*/ 0 w 3366000"/>
              <a:gd name="connsiteY4" fmla="*/ 0 h 5200260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0 w 3366000"/>
              <a:gd name="connsiteY3" fmla="*/ 3276000 h 5207404"/>
              <a:gd name="connsiteX4" fmla="*/ 0 w 3366000"/>
              <a:gd name="connsiteY4" fmla="*/ 0 h 5207404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3321844 w 3366000"/>
              <a:gd name="connsiteY3" fmla="*/ 5186363 h 5207404"/>
              <a:gd name="connsiteX4" fmla="*/ 0 w 3366000"/>
              <a:gd name="connsiteY4" fmla="*/ 3276000 h 5207404"/>
              <a:gd name="connsiteX5" fmla="*/ 0 w 3366000"/>
              <a:gd name="connsiteY5" fmla="*/ 0 h 5207404"/>
              <a:gd name="connsiteX0" fmla="*/ 0 w 3366000"/>
              <a:gd name="connsiteY0" fmla="*/ 0 h 5186363"/>
              <a:gd name="connsiteX1" fmla="*/ 3366000 w 3366000"/>
              <a:gd name="connsiteY1" fmla="*/ 0 h 5186363"/>
              <a:gd name="connsiteX2" fmla="*/ 3358332 w 3366000"/>
              <a:gd name="connsiteY2" fmla="*/ 5155017 h 5186363"/>
              <a:gd name="connsiteX3" fmla="*/ 3321844 w 3366000"/>
              <a:gd name="connsiteY3" fmla="*/ 5186363 h 5186363"/>
              <a:gd name="connsiteX4" fmla="*/ 0 w 3366000"/>
              <a:gd name="connsiteY4" fmla="*/ 3276000 h 5186363"/>
              <a:gd name="connsiteX5" fmla="*/ 0 w 3366000"/>
              <a:gd name="connsiteY5" fmla="*/ 0 h 5186363"/>
              <a:gd name="connsiteX0" fmla="*/ 0 w 3366000"/>
              <a:gd name="connsiteY0" fmla="*/ 0 h 5192467"/>
              <a:gd name="connsiteX1" fmla="*/ 3366000 w 3366000"/>
              <a:gd name="connsiteY1" fmla="*/ 0 h 5192467"/>
              <a:gd name="connsiteX2" fmla="*/ 3358332 w 3366000"/>
              <a:gd name="connsiteY2" fmla="*/ 5155017 h 5192467"/>
              <a:gd name="connsiteX3" fmla="*/ 3321844 w 3366000"/>
              <a:gd name="connsiteY3" fmla="*/ 5186363 h 5192467"/>
              <a:gd name="connsiteX4" fmla="*/ 0 w 3366000"/>
              <a:gd name="connsiteY4" fmla="*/ 3276000 h 5192467"/>
              <a:gd name="connsiteX5" fmla="*/ 0 w 3366000"/>
              <a:gd name="connsiteY5" fmla="*/ 0 h 5192467"/>
              <a:gd name="connsiteX0" fmla="*/ 0 w 3366000"/>
              <a:gd name="connsiteY0" fmla="*/ 0 h 5201135"/>
              <a:gd name="connsiteX1" fmla="*/ 3366000 w 3366000"/>
              <a:gd name="connsiteY1" fmla="*/ 0 h 5201135"/>
              <a:gd name="connsiteX2" fmla="*/ 3358332 w 3366000"/>
              <a:gd name="connsiteY2" fmla="*/ 5155017 h 5201135"/>
              <a:gd name="connsiteX3" fmla="*/ 3321844 w 3366000"/>
              <a:gd name="connsiteY3" fmla="*/ 5186363 h 5201135"/>
              <a:gd name="connsiteX4" fmla="*/ 0 w 3366000"/>
              <a:gd name="connsiteY4" fmla="*/ 3276000 h 5201135"/>
              <a:gd name="connsiteX5" fmla="*/ 0 w 3366000"/>
              <a:gd name="connsiteY5" fmla="*/ 0 h 5201135"/>
              <a:gd name="connsiteX0" fmla="*/ 0 w 3366000"/>
              <a:gd name="connsiteY0" fmla="*/ 0 h 5176054"/>
              <a:gd name="connsiteX1" fmla="*/ 3366000 w 3366000"/>
              <a:gd name="connsiteY1" fmla="*/ 0 h 5176054"/>
              <a:gd name="connsiteX2" fmla="*/ 3358332 w 3366000"/>
              <a:gd name="connsiteY2" fmla="*/ 5155017 h 5176054"/>
              <a:gd name="connsiteX3" fmla="*/ 3264694 w 3366000"/>
              <a:gd name="connsiteY3" fmla="*/ 5093494 h 5176054"/>
              <a:gd name="connsiteX4" fmla="*/ 0 w 3366000"/>
              <a:gd name="connsiteY4" fmla="*/ 3276000 h 5176054"/>
              <a:gd name="connsiteX5" fmla="*/ 0 w 3366000"/>
              <a:gd name="connsiteY5" fmla="*/ 0 h 5176054"/>
              <a:gd name="connsiteX0" fmla="*/ 0 w 3366000"/>
              <a:gd name="connsiteY0" fmla="*/ 0 h 5198670"/>
              <a:gd name="connsiteX1" fmla="*/ 3366000 w 3366000"/>
              <a:gd name="connsiteY1" fmla="*/ 0 h 5198670"/>
              <a:gd name="connsiteX2" fmla="*/ 3358332 w 3366000"/>
              <a:gd name="connsiteY2" fmla="*/ 5155017 h 5198670"/>
              <a:gd name="connsiteX3" fmla="*/ 3307557 w 3366000"/>
              <a:gd name="connsiteY3" fmla="*/ 5181600 h 5198670"/>
              <a:gd name="connsiteX4" fmla="*/ 0 w 3366000"/>
              <a:gd name="connsiteY4" fmla="*/ 3276000 h 5198670"/>
              <a:gd name="connsiteX5" fmla="*/ 0 w 3366000"/>
              <a:gd name="connsiteY5" fmla="*/ 0 h 5198670"/>
              <a:gd name="connsiteX0" fmla="*/ 0 w 3366000"/>
              <a:gd name="connsiteY0" fmla="*/ 0 h 5197494"/>
              <a:gd name="connsiteX1" fmla="*/ 3366000 w 3366000"/>
              <a:gd name="connsiteY1" fmla="*/ 0 h 5197494"/>
              <a:gd name="connsiteX2" fmla="*/ 3358332 w 3366000"/>
              <a:gd name="connsiteY2" fmla="*/ 5152636 h 5197494"/>
              <a:gd name="connsiteX3" fmla="*/ 3307557 w 3366000"/>
              <a:gd name="connsiteY3" fmla="*/ 5181600 h 5197494"/>
              <a:gd name="connsiteX4" fmla="*/ 0 w 3366000"/>
              <a:gd name="connsiteY4" fmla="*/ 3276000 h 5197494"/>
              <a:gd name="connsiteX5" fmla="*/ 0 w 3366000"/>
              <a:gd name="connsiteY5" fmla="*/ 0 h 5197494"/>
              <a:gd name="connsiteX0" fmla="*/ 0 w 3366000"/>
              <a:gd name="connsiteY0" fmla="*/ 0 h 5198413"/>
              <a:gd name="connsiteX1" fmla="*/ 3366000 w 3366000"/>
              <a:gd name="connsiteY1" fmla="*/ 0 h 5198413"/>
              <a:gd name="connsiteX2" fmla="*/ 3358332 w 3366000"/>
              <a:gd name="connsiteY2" fmla="*/ 5152636 h 5198413"/>
              <a:gd name="connsiteX3" fmla="*/ 3307557 w 3366000"/>
              <a:gd name="connsiteY3" fmla="*/ 5181600 h 5198413"/>
              <a:gd name="connsiteX4" fmla="*/ 0 w 3366000"/>
              <a:gd name="connsiteY4" fmla="*/ 3276000 h 5198413"/>
              <a:gd name="connsiteX5" fmla="*/ 0 w 3366000"/>
              <a:gd name="connsiteY5" fmla="*/ 0 h 5198413"/>
              <a:gd name="connsiteX0" fmla="*/ 0 w 3366000"/>
              <a:gd name="connsiteY0" fmla="*/ 0 h 5190314"/>
              <a:gd name="connsiteX1" fmla="*/ 3366000 w 3366000"/>
              <a:gd name="connsiteY1" fmla="*/ 0 h 5190314"/>
              <a:gd name="connsiteX2" fmla="*/ 3358332 w 3366000"/>
              <a:gd name="connsiteY2" fmla="*/ 5152636 h 5190314"/>
              <a:gd name="connsiteX3" fmla="*/ 3307557 w 3366000"/>
              <a:gd name="connsiteY3" fmla="*/ 5181600 h 5190314"/>
              <a:gd name="connsiteX4" fmla="*/ 0 w 3366000"/>
              <a:gd name="connsiteY4" fmla="*/ 3276000 h 5190314"/>
              <a:gd name="connsiteX5" fmla="*/ 0 w 3366000"/>
              <a:gd name="connsiteY5" fmla="*/ 0 h 5190314"/>
              <a:gd name="connsiteX0" fmla="*/ 0 w 3366000"/>
              <a:gd name="connsiteY0" fmla="*/ 0 h 5194621"/>
              <a:gd name="connsiteX1" fmla="*/ 3366000 w 3366000"/>
              <a:gd name="connsiteY1" fmla="*/ 0 h 5194621"/>
              <a:gd name="connsiteX2" fmla="*/ 3363095 w 3366000"/>
              <a:gd name="connsiteY2" fmla="*/ 5164542 h 5194621"/>
              <a:gd name="connsiteX3" fmla="*/ 3307557 w 3366000"/>
              <a:gd name="connsiteY3" fmla="*/ 5181600 h 5194621"/>
              <a:gd name="connsiteX4" fmla="*/ 0 w 3366000"/>
              <a:gd name="connsiteY4" fmla="*/ 3276000 h 5194621"/>
              <a:gd name="connsiteX5" fmla="*/ 0 w 3366000"/>
              <a:gd name="connsiteY5" fmla="*/ 0 h 5194621"/>
              <a:gd name="connsiteX0" fmla="*/ 0 w 3366000"/>
              <a:gd name="connsiteY0" fmla="*/ 0 h 5197431"/>
              <a:gd name="connsiteX1" fmla="*/ 3366000 w 3366000"/>
              <a:gd name="connsiteY1" fmla="*/ 0 h 5197431"/>
              <a:gd name="connsiteX2" fmla="*/ 3363095 w 3366000"/>
              <a:gd name="connsiteY2" fmla="*/ 5164542 h 5197431"/>
              <a:gd name="connsiteX3" fmla="*/ 3309938 w 3366000"/>
              <a:gd name="connsiteY3" fmla="*/ 5186363 h 5197431"/>
              <a:gd name="connsiteX4" fmla="*/ 0 w 3366000"/>
              <a:gd name="connsiteY4" fmla="*/ 3276000 h 5197431"/>
              <a:gd name="connsiteX5" fmla="*/ 0 w 3366000"/>
              <a:gd name="connsiteY5" fmla="*/ 0 h 5197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dirty="0" err="1"/>
              <a:t>YaHei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Presentation Title Here (</a:t>
            </a:r>
            <a:r>
              <a:rPr lang="en-US" altLang="ja-JP" dirty="0" err="1"/>
              <a:t>YaHei</a:t>
            </a:r>
            <a:r>
              <a:rPr lang="en-US" altLang="ja-JP" dirty="0"/>
              <a:t>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8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8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5720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dirty="0" err="1"/>
              <a:t>YaHei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Title Here (</a:t>
            </a:r>
            <a:r>
              <a:rPr lang="en-US" altLang="ja-JP" dirty="0" err="1"/>
              <a:t>YaHei</a:t>
            </a:r>
            <a:r>
              <a:rPr lang="en-US" altLang="ja-JP" dirty="0"/>
              <a:t>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8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8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092C32F3-404B-E98C-A46C-8794586C75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1493822 w 5159375"/>
              <a:gd name="connsiteY3" fmla="*/ 6853473 h 6858000"/>
              <a:gd name="connsiteX4" fmla="*/ 0 w 5159375"/>
              <a:gd name="connsiteY4" fmla="*/ 6858000 h 6858000"/>
              <a:gd name="connsiteX5" fmla="*/ 0 w 5159375"/>
              <a:gd name="connsiteY5" fmla="*/ 0 h 6858000"/>
              <a:gd name="connsiteX0" fmla="*/ 0 w 5159375"/>
              <a:gd name="connsiteY0" fmla="*/ 0 h 6905724"/>
              <a:gd name="connsiteX1" fmla="*/ 5159375 w 5159375"/>
              <a:gd name="connsiteY1" fmla="*/ 0 h 6905724"/>
              <a:gd name="connsiteX2" fmla="*/ 5150322 w 5159375"/>
              <a:gd name="connsiteY2" fmla="*/ 4775703 h 6905724"/>
              <a:gd name="connsiteX3" fmla="*/ 1490556 w 5159375"/>
              <a:gd name="connsiteY3" fmla="*/ 6905724 h 6905724"/>
              <a:gd name="connsiteX4" fmla="*/ 0 w 5159375"/>
              <a:gd name="connsiteY4" fmla="*/ 6858000 h 6905724"/>
              <a:gd name="connsiteX5" fmla="*/ 0 w 5159375"/>
              <a:gd name="connsiteY5" fmla="*/ 0 h 6905724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08064 w 5539864"/>
              <a:gd name="connsiteY3" fmla="*/ 4776274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799 w 5159375"/>
              <a:gd name="connsiteY2" fmla="*/ 4671310 h 6863269"/>
              <a:gd name="connsiteX3" fmla="*/ 5108064 w 5159375"/>
              <a:gd name="connsiteY3" fmla="*/ 4776274 h 6863269"/>
              <a:gd name="connsiteX4" fmla="*/ 1484025 w 5159375"/>
              <a:gd name="connsiteY4" fmla="*/ 6863269 h 6863269"/>
              <a:gd name="connsiteX5" fmla="*/ 0 w 5159375"/>
              <a:gd name="connsiteY5" fmla="*/ 6858000 h 6863269"/>
              <a:gd name="connsiteX6" fmla="*/ 0 w 5159375"/>
              <a:gd name="connsiteY6" fmla="*/ 0 h 6863269"/>
              <a:gd name="connsiteX0" fmla="*/ 0 w 5164138"/>
              <a:gd name="connsiteY0" fmla="*/ 35719 h 6898988"/>
              <a:gd name="connsiteX1" fmla="*/ 5164138 w 5164138"/>
              <a:gd name="connsiteY1" fmla="*/ 0 h 6898988"/>
              <a:gd name="connsiteX2" fmla="*/ 5150799 w 5164138"/>
              <a:gd name="connsiteY2" fmla="*/ 4707029 h 6898988"/>
              <a:gd name="connsiteX3" fmla="*/ 5108064 w 5164138"/>
              <a:gd name="connsiteY3" fmla="*/ 4811993 h 6898988"/>
              <a:gd name="connsiteX4" fmla="*/ 1484025 w 5164138"/>
              <a:gd name="connsiteY4" fmla="*/ 6898988 h 6898988"/>
              <a:gd name="connsiteX5" fmla="*/ 0 w 5164138"/>
              <a:gd name="connsiteY5" fmla="*/ 6893719 h 6898988"/>
              <a:gd name="connsiteX6" fmla="*/ 0 w 5164138"/>
              <a:gd name="connsiteY6" fmla="*/ 35719 h 6898988"/>
              <a:gd name="connsiteX0" fmla="*/ 0 w 5152666"/>
              <a:gd name="connsiteY0" fmla="*/ 2382 h 6865651"/>
              <a:gd name="connsiteX1" fmla="*/ 5149850 w 5152666"/>
              <a:gd name="connsiteY1" fmla="*/ 0 h 6865651"/>
              <a:gd name="connsiteX2" fmla="*/ 5150799 w 5152666"/>
              <a:gd name="connsiteY2" fmla="*/ 4673692 h 6865651"/>
              <a:gd name="connsiteX3" fmla="*/ 5108064 w 5152666"/>
              <a:gd name="connsiteY3" fmla="*/ 4778656 h 6865651"/>
              <a:gd name="connsiteX4" fmla="*/ 1484025 w 5152666"/>
              <a:gd name="connsiteY4" fmla="*/ 6865651 h 6865651"/>
              <a:gd name="connsiteX5" fmla="*/ 0 w 5152666"/>
              <a:gd name="connsiteY5" fmla="*/ 6860382 h 6865651"/>
              <a:gd name="connsiteX6" fmla="*/ 0 w 5152666"/>
              <a:gd name="connsiteY6" fmla="*/ 2382 h 6865651"/>
              <a:gd name="connsiteX0" fmla="*/ 0 w 5240220"/>
              <a:gd name="connsiteY0" fmla="*/ 2382 h 6865651"/>
              <a:gd name="connsiteX1" fmla="*/ 5149850 w 5240220"/>
              <a:gd name="connsiteY1" fmla="*/ 0 h 6865651"/>
              <a:gd name="connsiteX2" fmla="*/ 5150799 w 5240220"/>
              <a:gd name="connsiteY2" fmla="*/ 4673692 h 6865651"/>
              <a:gd name="connsiteX3" fmla="*/ 5108064 w 5240220"/>
              <a:gd name="connsiteY3" fmla="*/ 4778656 h 6865651"/>
              <a:gd name="connsiteX4" fmla="*/ 1484025 w 5240220"/>
              <a:gd name="connsiteY4" fmla="*/ 6865651 h 6865651"/>
              <a:gd name="connsiteX5" fmla="*/ 0 w 5240220"/>
              <a:gd name="connsiteY5" fmla="*/ 6860382 h 6865651"/>
              <a:gd name="connsiteX6" fmla="*/ 0 w 5240220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222289"/>
              <a:gd name="connsiteY0" fmla="*/ 2382 h 6865651"/>
              <a:gd name="connsiteX1" fmla="*/ 5149850 w 5222289"/>
              <a:gd name="connsiteY1" fmla="*/ 0 h 6865651"/>
              <a:gd name="connsiteX2" fmla="*/ 5222264 w 5222289"/>
              <a:gd name="connsiteY2" fmla="*/ 4733223 h 6865651"/>
              <a:gd name="connsiteX3" fmla="*/ 5108064 w 5222289"/>
              <a:gd name="connsiteY3" fmla="*/ 4778656 h 6865651"/>
              <a:gd name="connsiteX4" fmla="*/ 1484025 w 5222289"/>
              <a:gd name="connsiteY4" fmla="*/ 6865651 h 6865651"/>
              <a:gd name="connsiteX5" fmla="*/ 0 w 5222289"/>
              <a:gd name="connsiteY5" fmla="*/ 6860382 h 6865651"/>
              <a:gd name="connsiteX6" fmla="*/ 0 w 5222289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0016565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dirty="0" err="1"/>
              <a:t>YaHei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Presentation Title Here (</a:t>
            </a:r>
            <a:r>
              <a:rPr lang="en-US" altLang="ja-JP" dirty="0" err="1"/>
              <a:t>YaHei</a:t>
            </a:r>
            <a:r>
              <a:rPr lang="en-US" altLang="ja-JP" dirty="0"/>
              <a:t>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8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8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95260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D1EB0683-E0F0-3ED3-EF39-02297E7C62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5574F6A0-4DEC-1190-D549-674FE482F1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3907779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427E6EFD-370D-CBA4-0BC9-50F20AFA9C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5342BFE9-DC77-E0CE-10A5-A274975E9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1CB1946-0219-67E1-F78A-851E7EE613D9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32660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EEAC87F4-5DCA-F6DC-2DCA-9C1B393875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43FD1160-C0FC-75B4-9058-1EDF7955F0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739BA0F-07C1-C244-92BB-7560A0A73961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49829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87CF1E39-4B59-5370-D72F-4DF2B95D32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ABF2699C-EC25-0D35-69BC-DF36F8578A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A5E1CB5-E97A-5F59-BA19-F57574A31008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63652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C5ECD2F5-5D3E-5008-B6AC-90D1F06B57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A07A69DC-7A55-917F-89A0-8509245F4B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B4763E8-0CEA-35CE-FB6B-5EFBA16C496D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93212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F1B21103-8070-A580-DC06-8E7C0EB3CF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591348E4-4FA9-F139-A53F-8C1B01FC8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53241DF-B5F2-1399-3443-97153516DF31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06128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65AD2D5A-9359-0A5D-303C-022BCDBC8E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D80AFE5D-7815-8F38-78BA-0DA2B96C94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2AF3628-73C1-007F-3084-0153576C84B1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3150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B848EBE-391E-7820-AF38-8F9C066475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426000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CF98434-45F3-036E-A9DF-5B2BEA648A0F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85193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C4920A9D-4930-192C-4295-263BE57FD3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FC4FB95C-2262-0E76-535C-15E01EA84523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99370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8775D2A1-4B5E-4F9F-0487-E778F0F2A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773F686D-4FD4-8CFF-3E69-220FE73F8A42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258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6C3DB61A-2135-9816-6B2C-EB18DEBE1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30AF66BA-8D82-314D-449A-3FA5A6C9C0BC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94046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D70FECD4-B6BB-6B19-95E1-F4690D57D8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FD99273E-FEA2-5BC6-A045-41F8D76BCD00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49399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6825691B-871A-49F0-5387-5B53B8C552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ADD042DA-3737-0605-954F-01AFCE45D04C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08482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ED57BCE9-1909-1923-60C3-1BE567DAF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044C9B4E-A846-811C-42FC-586D3E749D1D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80152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05BA0B91-56CF-14C9-ECE4-7772615BB9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CEE54048-D6CF-DF05-7A0C-6E06269AE85D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81962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3">
            <a:extLst>
              <a:ext uri="{FF2B5EF4-FFF2-40B4-BE49-F238E27FC236}">
                <a16:creationId xmlns:a16="http://schemas.microsoft.com/office/drawing/2014/main" id="{BA7970DC-7F0E-BD53-D24A-6BDD50039C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3955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Ending Remarks Here (</a:t>
            </a:r>
            <a:r>
              <a:rPr lang="en-US" altLang="ja-JP" dirty="0" err="1"/>
              <a:t>YaHei</a:t>
            </a:r>
            <a:r>
              <a:rPr lang="en-US" altLang="ja-JP" dirty="0"/>
              <a:t>, Bold, 40px, grey)  </a:t>
            </a:r>
          </a:p>
        </p:txBody>
      </p:sp>
      <p:sp>
        <p:nvSpPr>
          <p:cNvPr id="2" name="フッター プレースホルダー 3">
            <a:extLst>
              <a:ext uri="{FF2B5EF4-FFF2-40B4-BE49-F238E27FC236}">
                <a16:creationId xmlns:a16="http://schemas.microsoft.com/office/drawing/2014/main" id="{AD675B21-F79A-83EF-46B9-B2D0BFFB27A7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26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3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1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3.xml"/><Relationship Id="rId21" Type="http://schemas.openxmlformats.org/officeDocument/2006/relationships/theme" Target="../theme/theme4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76.xml"/><Relationship Id="rId2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9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68973EA-4851-8672-91DD-F89AE970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D19E94-58E5-5881-060D-74130A387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4E53D2-4F2D-4EEF-26D4-E2B9EFEBF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714EB1-A4E1-0E30-5C05-9F727189F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28AB1B-32EC-177C-6A3F-9850E5414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0870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9" r:id="rId2"/>
    <p:sldLayoutId id="2147483710" r:id="rId3"/>
    <p:sldLayoutId id="2147483652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654" r:id="rId11"/>
    <p:sldLayoutId id="2147483717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36" r:id="rId18"/>
    <p:sldLayoutId id="2147483703" r:id="rId19"/>
    <p:sldLayoutId id="2147483724" r:id="rId20"/>
  </p:sldLayoutIdLst>
  <p:hf sldNum="0"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SzPct val="140000"/>
        <a:buFont typeface="Arial" panose="020B0604020202020204" pitchFamily="34" charset="0"/>
        <a:buNone/>
        <a:defRPr kumimoji="1" lang="ja-JP" altLang="en-US"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755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68973EA-4851-8672-91DD-F89AE970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D19E94-58E5-5881-060D-74130A387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4E53D2-4F2D-4EEF-26D4-E2B9EFEBF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714EB1-A4E1-0E30-5C05-9F727189F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28AB1B-32EC-177C-6A3F-9850E5414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413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  <p:sldLayoutId id="2147483797" r:id="rId18"/>
    <p:sldLayoutId id="2147483798" r:id="rId19"/>
    <p:sldLayoutId id="2147483799" r:id="rId20"/>
  </p:sldLayoutIdLst>
  <p:hf sldNum="0"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SzPct val="140000"/>
        <a:buFont typeface="Arial" panose="020B0604020202020204" pitchFamily="34" charset="0"/>
        <a:buNone/>
        <a:defRPr kumimoji="1" lang="ja-JP" altLang="en-US"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755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68973EA-4851-8672-91DD-F89AE970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D19E94-58E5-5881-060D-74130A387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4E53D2-4F2D-4EEF-26D4-E2B9EFEBF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714EB1-A4E1-0E30-5C05-9F727189F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28AB1B-32EC-177C-6A3F-9850E5414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9824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  <p:sldLayoutId id="2147483755" r:id="rId18"/>
    <p:sldLayoutId id="2147483756" r:id="rId19"/>
    <p:sldLayoutId id="2147483757" r:id="rId20"/>
  </p:sldLayoutIdLst>
  <p:hf sldNum="0"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SzPct val="140000"/>
        <a:buFont typeface="Arial" panose="020B0604020202020204" pitchFamily="34" charset="0"/>
        <a:buNone/>
        <a:defRPr kumimoji="1" lang="ja-JP" altLang="en-US"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755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68973EA-4851-8672-91DD-F89AE970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D19E94-58E5-5881-060D-74130A387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4E53D2-4F2D-4EEF-26D4-E2B9EFEBF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714EB1-A4E1-0E30-5C05-9F727189F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28AB1B-32EC-177C-6A3F-9850E5414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79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  <p:sldLayoutId id="2147483776" r:id="rId18"/>
    <p:sldLayoutId id="2147483777" r:id="rId19"/>
    <p:sldLayoutId id="2147483778" r:id="rId20"/>
  </p:sldLayoutIdLst>
  <p:hf sldNum="0"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SzPct val="140000"/>
        <a:buFont typeface="Arial" panose="020B0604020202020204" pitchFamily="34" charset="0"/>
        <a:buNone/>
        <a:defRPr kumimoji="1" lang="ja-JP" altLang="en-US"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755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1">
            <a:extLst>
              <a:ext uri="{FF2B5EF4-FFF2-40B4-BE49-F238E27FC236}">
                <a16:creationId xmlns:a16="http://schemas.microsoft.com/office/drawing/2014/main" id="{E91C1313-6A0A-B5ED-1AF2-EDCADCC2FF8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5584315-1991-09B0-FAE8-CD117966AF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209BA370-8A59-82F9-E6C3-F70582DD5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966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D61A73A-71C8-D351-3521-8ED160C460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849D9EF8-EC50-58DA-FED1-785BB9BE0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0541039"/>
      </p:ext>
    </p:extLst>
  </p:cSld>
  <p:clrMapOvr>
    <a:masterClrMapping/>
  </p:clrMapOvr>
</p:sld>
</file>

<file path=ppt/theme/theme1.xml><?xml version="1.0" encoding="utf-8"?>
<a:theme xmlns:a="http://schemas.openxmlformats.org/drawingml/2006/main" name="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kumimoji="1"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021_Murata2024_Template_Widescreen_en.potx" id="{0A972CE4-A165-4E8C-B43E-56756F90B3FA}" vid="{562B606E-042B-4E79-AE1A-ED299AD3852C}"/>
    </a:ext>
  </a:extLst>
</a:theme>
</file>

<file path=ppt/theme/theme2.xml><?xml version="1.0" encoding="utf-8"?>
<a:theme xmlns:a="http://schemas.openxmlformats.org/drawingml/2006/main" name="Standard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kumimoji="1"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021_Murata2024_Template_Widescreen_en.potx" id="{0A972CE4-A165-4E8C-B43E-56756F90B3FA}" vid="{F7D0F738-5E65-4DE5-AF55-BBE5708B28B4}"/>
    </a:ext>
  </a:extLst>
</a:theme>
</file>

<file path=ppt/theme/theme3.xml><?xml version="1.0" encoding="utf-8"?>
<a:theme xmlns:a="http://schemas.openxmlformats.org/drawingml/2006/main" name="Strictly 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kumimoji="1"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021_Murata2024_Template_Widescreen_en.potx" id="{0A972CE4-A165-4E8C-B43E-56756F90B3FA}" vid="{8AD3EE87-1C5F-4E58-9FB0-854C40B0D3C4}"/>
    </a:ext>
  </a:extLst>
</a:theme>
</file>

<file path=ppt/theme/theme4.xml><?xml version="1.0" encoding="utf-8"?>
<a:theme xmlns:a="http://schemas.openxmlformats.org/drawingml/2006/main" name="Limited Disclosure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kumimoji="1"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021_Murata2024_Template_Widescreen_en.potx" id="{0A972CE4-A165-4E8C-B43E-56756F90B3FA}" vid="{148B8EC3-044A-43D4-84AC-D68909DA3EB8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F345BBB76A92D947A494CBF6C13295D1" ma:contentTypeVersion="1" ma:contentTypeDescription="新建文档。" ma:contentTypeScope="" ma:versionID="76578ceae7a78a4030c2706f3d505c38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249adc24b468663c94ef466b2abbaa54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计划开始日期" ma:description="“计划开始日期”是由“发布”功能创建的网站栏。它用于指定第一次向网站访问者显示此页面的日期和时间。" ma:internalName="PublishingStartDate">
      <xsd:simpleType>
        <xsd:restriction base="dms:Unknown"/>
      </xsd:simpleType>
    </xsd:element>
    <xsd:element name="PublishingExpirationDate" ma:index="9" nillable="true" ma:displayName="计划结束日期" ma:description="“计划结束日期”是由“发布”功能创建的网站栏。它用于指定不再向网站访问者显示此页面的日期和时间。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36E0FC-C34A-44F8-AF16-9FB1654BDFBF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microsoft.com/sharepoint/v3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6F3880F-5B4C-4D9E-B9F8-544B53CB1F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DE1754-7A7E-4897-9426-03D3D7FB88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1021_Murata2024_Template_Widescreen_en_V2</Template>
  <TotalTime>37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Microsoft YaHei</vt:lpstr>
      <vt:lpstr>游ゴシック</vt:lpstr>
      <vt:lpstr>Arial</vt:lpstr>
      <vt:lpstr>Confidential</vt:lpstr>
      <vt:lpstr>Standard</vt:lpstr>
      <vt:lpstr>Strictly Confidential</vt:lpstr>
      <vt:lpstr>Limited Disclosure</vt:lpstr>
      <vt:lpstr>PowerPoint 演示文稿</vt:lpstr>
      <vt:lpstr>PowerPoint 演示文稿</vt:lpstr>
    </vt:vector>
  </TitlesOfParts>
  <Company>Murata202211-QU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Yumiko Arai/荒井　有美子</dc:creator>
  <cp:lastModifiedBy>meng dai/戴萌</cp:lastModifiedBy>
  <cp:revision>8</cp:revision>
  <cp:lastPrinted>2024-09-26T05:33:04Z</cp:lastPrinted>
  <dcterms:created xsi:type="dcterms:W3CDTF">2024-11-05T07:12:20Z</dcterms:created>
  <dcterms:modified xsi:type="dcterms:W3CDTF">2026-07-28T00:44:40Z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0e07f84-0b99-4b68-a117-0af48dfa769c_Enabled">
    <vt:lpwstr>true</vt:lpwstr>
  </property>
  <property fmtid="{D5CDD505-2E9C-101B-9397-08002B2CF9AE}" pid="3" name="MSIP_Label_e0e07f84-0b99-4b68-a117-0af48dfa769c_SetDate">
    <vt:lpwstr>2024-11-05T06:45:40Z</vt:lpwstr>
  </property>
  <property fmtid="{D5CDD505-2E9C-101B-9397-08002B2CF9AE}" pid="4" name="MSIP_Label_e0e07f84-0b99-4b68-a117-0af48dfa769c_Method">
    <vt:lpwstr>Privileged</vt:lpwstr>
  </property>
  <property fmtid="{D5CDD505-2E9C-101B-9397-08002B2CF9AE}" pid="5" name="MSIP_Label_e0e07f84-0b99-4b68-a117-0af48dfa769c_Name">
    <vt:lpwstr>Public</vt:lpwstr>
  </property>
  <property fmtid="{D5CDD505-2E9C-101B-9397-08002B2CF9AE}" pid="6" name="MSIP_Label_e0e07f84-0b99-4b68-a117-0af48dfa769c_SiteId">
    <vt:lpwstr>afff1096-7fd8-4cdd-879a-7db50a47287a</vt:lpwstr>
  </property>
  <property fmtid="{D5CDD505-2E9C-101B-9397-08002B2CF9AE}" pid="7" name="MSIP_Label_e0e07f84-0b99-4b68-a117-0af48dfa769c_ActionId">
    <vt:lpwstr>1284bb31-2683-43ca-bbde-1e2fc9654655</vt:lpwstr>
  </property>
  <property fmtid="{D5CDD505-2E9C-101B-9397-08002B2CF9AE}" pid="8" name="MSIP_Label_e0e07f84-0b99-4b68-a117-0af48dfa769c_ContentBits">
    <vt:lpwstr>0</vt:lpwstr>
  </property>
  <property fmtid="{D5CDD505-2E9C-101B-9397-08002B2CF9AE}" pid="9" name="ContentTypeId">
    <vt:lpwstr>0x010100F345BBB76A92D947A494CBF6C13295D1</vt:lpwstr>
  </property>
</Properties>
</file>