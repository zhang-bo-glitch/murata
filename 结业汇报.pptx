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90" r:id="rId3"/>
    <p:sldMasterId id="2147483711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2277" autoAdjust="0"/>
  </p:normalViewPr>
  <p:slideViewPr>
    <p:cSldViewPr>
      <p:cViewPr varScale="1">
        <p:scale>
          <a:sx n="82" d="100"/>
          <a:sy n="82" d="100"/>
        </p:scale>
        <p:origin x="691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各位老师、各位同事，大家好。我是张博，南京理工大学控制工程专业硕士研究生。这个暑假，我在无锡村田电子参加了暑期夏令营，并在村田二场完成了为期一个月的部门实习。今天汇报的题目是《从产线认知到机器人双点检测动作改造》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一句话概括，就是如何把课堂和实验室里学到的控制知识，真正“装进”一条产线里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说整体。这30天，从7月13号到8月12号，我的角色经历了三次变化：一开始是参观者，看安全、看设备、看生产逻辑；接着是学习者，把PLC、通信和机器人连成一条知识链；最后变成参与者，亲手完成了机械臂的双点检测动作。最后沉淀下来的，是一条控制链、一个真正能在设备上跑起来的动作单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夏令营的课程给了我视野的广度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企业与安全、产业与技术、团队与交流、成果输出，让我先理解一家制造企业为什么这样运转；而部门的实践，给了我技术的深度。一句话，课程让我先想清楚“控制工程能在哪些环节创造价值”，再去现场找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部门实习的计划，是把学习压缩成一条递进的技术路线，每一步都为下一步服务。先认知现场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——安全意识和两条产线；再学PLC与通信；然后是机器人；接着做实践，把吸取、检测、动作衔接起来；最后沉淀资料、做汇报。先理解设备，才能安全、准确地去改动作，这个顺序很重要。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想特别说一句：我不是从零开始的。本科毕业设计做了一条紫菜处理与清洗的PLC生产线，让我一天就找回了梯形图和顺序控制的语感；硕士期间参与的国家级项目，用八个电机协同控制空间里的球体，让我天然理解多执行器协同和通信；而我的研究方向惯性导航，恰恰是坐标变换和姿态表达，所以后面理解机器人的世界坐标系、工具坐标系、用户坐标系特别快。过去的知识没有给我标准答案，但让我更快提出了正确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第一步是现场认知。在SUS合理化线、UV贴膜自动化线，还有各种电气部品和产线执行元件里，我看到的不是零散的零件，而是一条清晰的链：感知——控制——执行。传感器采集状态，PLC做判断，机构和机器人去执行。后面所有的动作，都建立在这根链条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PLC这一块，重点从我“会写指令”转到了“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看懂设备状态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一天回顾梯形图，然后做I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O映射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让程序里的每一个变量，都对应到真实设备的一个状态；再学ST结构化编程表达复杂逻辑；最后用PLC读取激光传感器的测距信息，让传感数据真正成为动作的依据。当变量能对上设备状态，程序才真正成为产线行为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通信让我从“单机控制”走到了“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设备协同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”。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EtherCAT、EtherNet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IP、Modbus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TCP——这三种工业以太网协议，把传感器、PLC、机器人连成一张网。一句话总结这条链路：传感器给状态，PLC做判断，网络传指令，机器人完成动作。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到了机器人，最关键的是坐标系。世界坐标系是整机的统一基准，工具坐标系TCP是吸嘴末端的位置和姿态，用户坐标系是面向PCB工作平面的局部基准。坐标系一旦统一，机器人的动作才能被准确描述。这里要再次感谢我的惯性导航背景——坐标变换和姿态表达对我来说是“母语”，所以这一块吸收得非常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我的实践任务，落在这条流程的关键衔接处。贴片完成之后，激光测高、吸嘴取膜、取膜检测、膜材贴合、进入加压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</a:t>
            </a:r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而我要做的，是把原来的单点检测，扩展成双点检测，并且保持和原流程的顺序衔接，不打断后面的节拍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具体改了什么？原流程只检右上角一个点；我的目标流程，新增了左上角的检测，把一次检测变成两次。路径上是：原点P0 → 右上角P1 → 回到原点P0 → 左上角P2 → 后续。看起来只是多了一个检测点，但工程上影响三件事：检测覆盖更完整、以P0作为统一中间位置让路径可复现、而且能无缝衔接原有流程。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为什么强调P0？因为P0既是取膜后的起始位置，也是两次检测之间统一的“中间站”。P0—P1—P0—P2这条路径，每一次都能回到同一个已知点，所以它可验证、可复现，也更容易排查问题。稳定的路径，是稳定质量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现场调试，我的原则是先确认安全、位置、顺序，再谈速度。五步走：先定义清楚P0、P1、P2三个点；用示教器低速确认XYZ方向和姿态；再逐段验证三段路径；确认和后续动作的衔接；最后连续观察重复性，从“能动”走向“稳定可复现”。目前我已经完成了动作序列、点位定位和流程衔接；下一步要做的，是量化验证——记录连续运行次数和成功率、评估对节拍的影响、用单张和多张样本做验证，并把异常和报警都记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最后，回到开头那句话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——这30天，我从一个参观者，变成了一个学习者，再变成了一个参与者。带走的不是一份</a:t>
            </a:r>
            <a:r>
              <a:rPr lang="zh-CN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工作经历</a:t>
            </a:r>
            <a:r>
              <a:rPr lang="ja-JP" altLang="en-US"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sz="120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而是三样东西：系统思维、安全优先、持续验证。感谢各位指导老师和团队这一个多月来的包容和指点。结业，对我来说是新的起点。谢谢大家！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Confidential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544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552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3806" y="0"/>
            <a:ext cx="12198187" cy="6549619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  <a:gd name="connsiteX0-359" fmla="*/ 2502693 w 12199143"/>
              <a:gd name="connsiteY0-360" fmla="*/ 4052887 h 6431334"/>
              <a:gd name="connsiteX1-361" fmla="*/ 2497930 w 12199143"/>
              <a:gd name="connsiteY1-362" fmla="*/ 0 h 6431334"/>
              <a:gd name="connsiteX2-363" fmla="*/ 12196762 w 12199143"/>
              <a:gd name="connsiteY2-364" fmla="*/ 2381 h 6431334"/>
              <a:gd name="connsiteX3-365" fmla="*/ 12199143 w 12199143"/>
              <a:gd name="connsiteY3-366" fmla="*/ 6431334 h 6431334"/>
              <a:gd name="connsiteX4-367" fmla="*/ 12199143 w 12199143"/>
              <a:gd name="connsiteY4-368" fmla="*/ 6431334 h 6431334"/>
              <a:gd name="connsiteX5-369" fmla="*/ 4762 w 12199143"/>
              <a:gd name="connsiteY5-370" fmla="*/ 6428952 h 6431334"/>
              <a:gd name="connsiteX6-371" fmla="*/ 0 w 12199143"/>
              <a:gd name="connsiteY6-372" fmla="*/ 5567362 h 6431334"/>
              <a:gd name="connsiteX7-373" fmla="*/ 2457450 w 12199143"/>
              <a:gd name="connsiteY7-374" fmla="*/ 4152902 h 6431334"/>
              <a:gd name="connsiteX8" fmla="*/ 2502693 w 12199143"/>
              <a:gd name="connsiteY8" fmla="*/ 4052887 h 6431334"/>
              <a:gd name="connsiteX0-375" fmla="*/ 2499355 w 12195805"/>
              <a:gd name="connsiteY0-376" fmla="*/ 4052887 h 6431334"/>
              <a:gd name="connsiteX1-377" fmla="*/ 2494592 w 12195805"/>
              <a:gd name="connsiteY1-378" fmla="*/ 0 h 6431334"/>
              <a:gd name="connsiteX2-379" fmla="*/ 12193424 w 12195805"/>
              <a:gd name="connsiteY2-380" fmla="*/ 2381 h 6431334"/>
              <a:gd name="connsiteX3-381" fmla="*/ 12195805 w 12195805"/>
              <a:gd name="connsiteY3-382" fmla="*/ 6431334 h 6431334"/>
              <a:gd name="connsiteX4-383" fmla="*/ 12195805 w 12195805"/>
              <a:gd name="connsiteY4-384" fmla="*/ 6431334 h 6431334"/>
              <a:gd name="connsiteX5-385" fmla="*/ 1424 w 12195805"/>
              <a:gd name="connsiteY5-386" fmla="*/ 6428952 h 6431334"/>
              <a:gd name="connsiteX6-387" fmla="*/ 0 w 12195805"/>
              <a:gd name="connsiteY6-388" fmla="*/ 5462538 h 6431334"/>
              <a:gd name="connsiteX7-389" fmla="*/ 2454112 w 12195805"/>
              <a:gd name="connsiteY7-390" fmla="*/ 4152902 h 6431334"/>
              <a:gd name="connsiteX8-391" fmla="*/ 2499355 w 12195805"/>
              <a:gd name="connsiteY8-392" fmla="*/ 4052887 h 6431334"/>
              <a:gd name="connsiteX0-393" fmla="*/ 2504118 w 12200568"/>
              <a:gd name="connsiteY0-394" fmla="*/ 4052887 h 6431334"/>
              <a:gd name="connsiteX1-395" fmla="*/ 2499355 w 12200568"/>
              <a:gd name="connsiteY1-396" fmla="*/ 0 h 6431334"/>
              <a:gd name="connsiteX2-397" fmla="*/ 12198187 w 12200568"/>
              <a:gd name="connsiteY2-398" fmla="*/ 2381 h 6431334"/>
              <a:gd name="connsiteX3-399" fmla="*/ 12200568 w 12200568"/>
              <a:gd name="connsiteY3-400" fmla="*/ 6431334 h 6431334"/>
              <a:gd name="connsiteX4-401" fmla="*/ 12200568 w 12200568"/>
              <a:gd name="connsiteY4-402" fmla="*/ 6431334 h 6431334"/>
              <a:gd name="connsiteX5-403" fmla="*/ 6187 w 12200568"/>
              <a:gd name="connsiteY5-404" fmla="*/ 6428952 h 6431334"/>
              <a:gd name="connsiteX6-405" fmla="*/ 0 w 12200568"/>
              <a:gd name="connsiteY6-406" fmla="*/ 5394754 h 6431334"/>
              <a:gd name="connsiteX7-407" fmla="*/ 2458875 w 12200568"/>
              <a:gd name="connsiteY7-408" fmla="*/ 4152902 h 6431334"/>
              <a:gd name="connsiteX8-409" fmla="*/ 2504118 w 12200568"/>
              <a:gd name="connsiteY8-410" fmla="*/ 4052887 h 6431334"/>
              <a:gd name="connsiteX0-411" fmla="*/ 2501737 w 12198187"/>
              <a:gd name="connsiteY0-412" fmla="*/ 4052887 h 6431334"/>
              <a:gd name="connsiteX1-413" fmla="*/ 2496974 w 12198187"/>
              <a:gd name="connsiteY1-414" fmla="*/ 0 h 6431334"/>
              <a:gd name="connsiteX2-415" fmla="*/ 12195806 w 12198187"/>
              <a:gd name="connsiteY2-416" fmla="*/ 2381 h 6431334"/>
              <a:gd name="connsiteX3-417" fmla="*/ 12198187 w 12198187"/>
              <a:gd name="connsiteY3-418" fmla="*/ 6431334 h 6431334"/>
              <a:gd name="connsiteX4-419" fmla="*/ 12198187 w 12198187"/>
              <a:gd name="connsiteY4-420" fmla="*/ 6431334 h 6431334"/>
              <a:gd name="connsiteX5-421" fmla="*/ 3806 w 12198187"/>
              <a:gd name="connsiteY5-422" fmla="*/ 6428952 h 6431334"/>
              <a:gd name="connsiteX6-423" fmla="*/ 0 w 12198187"/>
              <a:gd name="connsiteY6-424" fmla="*/ 5460202 h 6431334"/>
              <a:gd name="connsiteX7-425" fmla="*/ 2456494 w 12198187"/>
              <a:gd name="connsiteY7-426" fmla="*/ 4152902 h 6431334"/>
              <a:gd name="connsiteX8-427" fmla="*/ 2501737 w 12198187"/>
              <a:gd name="connsiteY8-428" fmla="*/ 4052887 h 6431334"/>
              <a:gd name="connsiteX0-429" fmla="*/ 2501737 w 12198187"/>
              <a:gd name="connsiteY0-430" fmla="*/ 3940692 h 6431334"/>
              <a:gd name="connsiteX1-431" fmla="*/ 2496974 w 12198187"/>
              <a:gd name="connsiteY1-432" fmla="*/ 0 h 6431334"/>
              <a:gd name="connsiteX2-433" fmla="*/ 12195806 w 12198187"/>
              <a:gd name="connsiteY2-434" fmla="*/ 2381 h 6431334"/>
              <a:gd name="connsiteX3-435" fmla="*/ 12198187 w 12198187"/>
              <a:gd name="connsiteY3-436" fmla="*/ 6431334 h 6431334"/>
              <a:gd name="connsiteX4-437" fmla="*/ 12198187 w 12198187"/>
              <a:gd name="connsiteY4-438" fmla="*/ 6431334 h 6431334"/>
              <a:gd name="connsiteX5-439" fmla="*/ 3806 w 12198187"/>
              <a:gd name="connsiteY5-440" fmla="*/ 6428952 h 6431334"/>
              <a:gd name="connsiteX6-441" fmla="*/ 0 w 12198187"/>
              <a:gd name="connsiteY6-442" fmla="*/ 5460202 h 6431334"/>
              <a:gd name="connsiteX7-443" fmla="*/ 2456494 w 12198187"/>
              <a:gd name="connsiteY7-444" fmla="*/ 4152902 h 6431334"/>
              <a:gd name="connsiteX8-445" fmla="*/ 2501737 w 12198187"/>
              <a:gd name="connsiteY8-446" fmla="*/ 3940692 h 6431334"/>
              <a:gd name="connsiteX0-447" fmla="*/ 2501737 w 12198187"/>
              <a:gd name="connsiteY0-448" fmla="*/ 3940692 h 6431334"/>
              <a:gd name="connsiteX1-449" fmla="*/ 2496974 w 12198187"/>
              <a:gd name="connsiteY1-450" fmla="*/ 0 h 6431334"/>
              <a:gd name="connsiteX2-451" fmla="*/ 12195806 w 12198187"/>
              <a:gd name="connsiteY2-452" fmla="*/ 2381 h 6431334"/>
              <a:gd name="connsiteX3-453" fmla="*/ 12198187 w 12198187"/>
              <a:gd name="connsiteY3-454" fmla="*/ 6431334 h 6431334"/>
              <a:gd name="connsiteX4-455" fmla="*/ 12198187 w 12198187"/>
              <a:gd name="connsiteY4-456" fmla="*/ 6431334 h 6431334"/>
              <a:gd name="connsiteX5-457" fmla="*/ 3806 w 12198187"/>
              <a:gd name="connsiteY5-458" fmla="*/ 6428952 h 6431334"/>
              <a:gd name="connsiteX6-459" fmla="*/ 0 w 12198187"/>
              <a:gd name="connsiteY6-460" fmla="*/ 5460202 h 6431334"/>
              <a:gd name="connsiteX7-461" fmla="*/ 2473163 w 12198187"/>
              <a:gd name="connsiteY7-462" fmla="*/ 4066419 h 6431334"/>
              <a:gd name="connsiteX8-463" fmla="*/ 2501737 w 12198187"/>
              <a:gd name="connsiteY8-464" fmla="*/ 3940692 h 6431334"/>
              <a:gd name="connsiteX0-465" fmla="*/ 2501737 w 12198187"/>
              <a:gd name="connsiteY0-466" fmla="*/ 3940692 h 6431334"/>
              <a:gd name="connsiteX1-467" fmla="*/ 2496974 w 12198187"/>
              <a:gd name="connsiteY1-468" fmla="*/ 0 h 6431334"/>
              <a:gd name="connsiteX2-469" fmla="*/ 12195806 w 12198187"/>
              <a:gd name="connsiteY2-470" fmla="*/ 2381 h 6431334"/>
              <a:gd name="connsiteX3-471" fmla="*/ 12198187 w 12198187"/>
              <a:gd name="connsiteY3-472" fmla="*/ 6431334 h 6431334"/>
              <a:gd name="connsiteX4-473" fmla="*/ 12198187 w 12198187"/>
              <a:gd name="connsiteY4-474" fmla="*/ 6431334 h 6431334"/>
              <a:gd name="connsiteX5-475" fmla="*/ 3806 w 12198187"/>
              <a:gd name="connsiteY5-476" fmla="*/ 6428952 h 6431334"/>
              <a:gd name="connsiteX6-477" fmla="*/ 0 w 12198187"/>
              <a:gd name="connsiteY6-478" fmla="*/ 5460202 h 6431334"/>
              <a:gd name="connsiteX7-479" fmla="*/ 2473163 w 12198187"/>
              <a:gd name="connsiteY7-480" fmla="*/ 4066419 h 6431334"/>
              <a:gd name="connsiteX8-481" fmla="*/ 2501737 w 12198187"/>
              <a:gd name="connsiteY8-482" fmla="*/ 3940692 h 6431334"/>
              <a:gd name="connsiteX0-483" fmla="*/ 2501737 w 12198187"/>
              <a:gd name="connsiteY0-484" fmla="*/ 3940692 h 6431334"/>
              <a:gd name="connsiteX1-485" fmla="*/ 2496974 w 12198187"/>
              <a:gd name="connsiteY1-486" fmla="*/ 0 h 6431334"/>
              <a:gd name="connsiteX2-487" fmla="*/ 12195806 w 12198187"/>
              <a:gd name="connsiteY2-488" fmla="*/ 2381 h 6431334"/>
              <a:gd name="connsiteX3-489" fmla="*/ 12198187 w 12198187"/>
              <a:gd name="connsiteY3-490" fmla="*/ 6431334 h 6431334"/>
              <a:gd name="connsiteX4-491" fmla="*/ 12198187 w 12198187"/>
              <a:gd name="connsiteY4-492" fmla="*/ 6431334 h 6431334"/>
              <a:gd name="connsiteX5-493" fmla="*/ 3806 w 12198187"/>
              <a:gd name="connsiteY5-494" fmla="*/ 6428952 h 6431334"/>
              <a:gd name="connsiteX6-495" fmla="*/ 0 w 12198187"/>
              <a:gd name="connsiteY6-496" fmla="*/ 5460202 h 6431334"/>
              <a:gd name="connsiteX7-497" fmla="*/ 2473163 w 12198187"/>
              <a:gd name="connsiteY7-498" fmla="*/ 4066419 h 6431334"/>
              <a:gd name="connsiteX8-499" fmla="*/ 2501737 w 12198187"/>
              <a:gd name="connsiteY8-500" fmla="*/ 3940692 h 6431334"/>
              <a:gd name="connsiteX0-501" fmla="*/ 2499356 w 12198187"/>
              <a:gd name="connsiteY0-502" fmla="*/ 3973415 h 6431334"/>
              <a:gd name="connsiteX1-503" fmla="*/ 2496974 w 12198187"/>
              <a:gd name="connsiteY1-504" fmla="*/ 0 h 6431334"/>
              <a:gd name="connsiteX2-505" fmla="*/ 12195806 w 12198187"/>
              <a:gd name="connsiteY2-506" fmla="*/ 2381 h 6431334"/>
              <a:gd name="connsiteX3-507" fmla="*/ 12198187 w 12198187"/>
              <a:gd name="connsiteY3-508" fmla="*/ 6431334 h 6431334"/>
              <a:gd name="connsiteX4-509" fmla="*/ 12198187 w 12198187"/>
              <a:gd name="connsiteY4-510" fmla="*/ 6431334 h 6431334"/>
              <a:gd name="connsiteX5-511" fmla="*/ 3806 w 12198187"/>
              <a:gd name="connsiteY5-512" fmla="*/ 6428952 h 6431334"/>
              <a:gd name="connsiteX6-513" fmla="*/ 0 w 12198187"/>
              <a:gd name="connsiteY6-514" fmla="*/ 5460202 h 6431334"/>
              <a:gd name="connsiteX7-515" fmla="*/ 2473163 w 12198187"/>
              <a:gd name="connsiteY7-516" fmla="*/ 4066419 h 6431334"/>
              <a:gd name="connsiteX8-517" fmla="*/ 2499356 w 12198187"/>
              <a:gd name="connsiteY8-518" fmla="*/ 3973415 h 6431334"/>
              <a:gd name="connsiteX0-519" fmla="*/ 2499356 w 12198187"/>
              <a:gd name="connsiteY0-520" fmla="*/ 3973415 h 6431334"/>
              <a:gd name="connsiteX1-521" fmla="*/ 2496974 w 12198187"/>
              <a:gd name="connsiteY1-522" fmla="*/ 0 h 6431334"/>
              <a:gd name="connsiteX2-523" fmla="*/ 12195806 w 12198187"/>
              <a:gd name="connsiteY2-524" fmla="*/ 2381 h 6431334"/>
              <a:gd name="connsiteX3-525" fmla="*/ 12198187 w 12198187"/>
              <a:gd name="connsiteY3-526" fmla="*/ 6431334 h 6431334"/>
              <a:gd name="connsiteX4-527" fmla="*/ 12198187 w 12198187"/>
              <a:gd name="connsiteY4-528" fmla="*/ 6431334 h 6431334"/>
              <a:gd name="connsiteX5-529" fmla="*/ 3806 w 12198187"/>
              <a:gd name="connsiteY5-530" fmla="*/ 6428952 h 6431334"/>
              <a:gd name="connsiteX6-531" fmla="*/ 0 w 12198187"/>
              <a:gd name="connsiteY6-532" fmla="*/ 5460202 h 6431334"/>
              <a:gd name="connsiteX7-533" fmla="*/ 2468400 w 12198187"/>
              <a:gd name="connsiteY7-534" fmla="*/ 4066419 h 6431334"/>
              <a:gd name="connsiteX8-535" fmla="*/ 2499356 w 12198187"/>
              <a:gd name="connsiteY8-536" fmla="*/ 3973415 h 6431334"/>
              <a:gd name="connsiteX0-537" fmla="*/ 2499356 w 12198187"/>
              <a:gd name="connsiteY0-538" fmla="*/ 3971078 h 6428997"/>
              <a:gd name="connsiteX1-539" fmla="*/ 2501737 w 12198187"/>
              <a:gd name="connsiteY1-540" fmla="*/ 0 h 6428997"/>
              <a:gd name="connsiteX2-541" fmla="*/ 12195806 w 12198187"/>
              <a:gd name="connsiteY2-542" fmla="*/ 44 h 6428997"/>
              <a:gd name="connsiteX3-543" fmla="*/ 12198187 w 12198187"/>
              <a:gd name="connsiteY3-544" fmla="*/ 6428997 h 6428997"/>
              <a:gd name="connsiteX4-545" fmla="*/ 12198187 w 12198187"/>
              <a:gd name="connsiteY4-546" fmla="*/ 6428997 h 6428997"/>
              <a:gd name="connsiteX5-547" fmla="*/ 3806 w 12198187"/>
              <a:gd name="connsiteY5-548" fmla="*/ 6426615 h 6428997"/>
              <a:gd name="connsiteX6-549" fmla="*/ 0 w 12198187"/>
              <a:gd name="connsiteY6-550" fmla="*/ 5457865 h 6428997"/>
              <a:gd name="connsiteX7-551" fmla="*/ 2468400 w 12198187"/>
              <a:gd name="connsiteY7-552" fmla="*/ 4064082 h 6428997"/>
              <a:gd name="connsiteX8-553" fmla="*/ 2499356 w 12198187"/>
              <a:gd name="connsiteY8-554" fmla="*/ 3971078 h 6428997"/>
              <a:gd name="connsiteX0-555" fmla="*/ 2499356 w 12198187"/>
              <a:gd name="connsiteY0-556" fmla="*/ 3971078 h 6428997"/>
              <a:gd name="connsiteX1-557" fmla="*/ 2496974 w 12198187"/>
              <a:gd name="connsiteY1-558" fmla="*/ 0 h 6428997"/>
              <a:gd name="connsiteX2-559" fmla="*/ 12195806 w 12198187"/>
              <a:gd name="connsiteY2-560" fmla="*/ 44 h 6428997"/>
              <a:gd name="connsiteX3-561" fmla="*/ 12198187 w 12198187"/>
              <a:gd name="connsiteY3-562" fmla="*/ 6428997 h 6428997"/>
              <a:gd name="connsiteX4-563" fmla="*/ 12198187 w 12198187"/>
              <a:gd name="connsiteY4-564" fmla="*/ 6428997 h 6428997"/>
              <a:gd name="connsiteX5-565" fmla="*/ 3806 w 12198187"/>
              <a:gd name="connsiteY5-566" fmla="*/ 6426615 h 6428997"/>
              <a:gd name="connsiteX6-567" fmla="*/ 0 w 12198187"/>
              <a:gd name="connsiteY6-568" fmla="*/ 5457865 h 6428997"/>
              <a:gd name="connsiteX7-569" fmla="*/ 2468400 w 12198187"/>
              <a:gd name="connsiteY7-570" fmla="*/ 4064082 h 6428997"/>
              <a:gd name="connsiteX8-571" fmla="*/ 2499356 w 12198187"/>
              <a:gd name="connsiteY8-572" fmla="*/ 3971078 h 6428997"/>
            </a:gdLst>
            <a:ahLst/>
            <a:cxnLst/>
            <a:rect l="l" t="t" r="r" b="b"/>
            <a:pathLst>
              <a:path w="12198187" h="6428997">
                <a:moveTo>
                  <a:pt x="2499356" y="3971078"/>
                </a:moveTo>
                <a:cubicBezTo>
                  <a:pt x="2496181" y="2595509"/>
                  <a:pt x="2495387" y="6350"/>
                  <a:pt x="2496974" y="0"/>
                </a:cubicBezTo>
                <a:lnTo>
                  <a:pt x="12195806" y="44"/>
                </a:lnTo>
                <a:cubicBezTo>
                  <a:pt x="12196600" y="2143028"/>
                  <a:pt x="12197393" y="4286013"/>
                  <a:pt x="12198187" y="6428997"/>
                </a:cubicBezTo>
                <a:lnTo>
                  <a:pt x="12198187" y="6428997"/>
                </a:lnTo>
                <a:lnTo>
                  <a:pt x="3806" y="6426615"/>
                </a:lnTo>
                <a:cubicBezTo>
                  <a:pt x="3012" y="6155293"/>
                  <a:pt x="794" y="5729187"/>
                  <a:pt x="0" y="5457865"/>
                </a:cubicBezTo>
                <a:cubicBezTo>
                  <a:pt x="1587" y="5462628"/>
                  <a:pt x="2457288" y="4061700"/>
                  <a:pt x="2468400" y="4064082"/>
                </a:cubicBezTo>
                <a:cubicBezTo>
                  <a:pt x="2505706" y="4038681"/>
                  <a:pt x="2497768" y="4015969"/>
                  <a:pt x="2499356" y="3971078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3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2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Strictly Confidential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図プレースホルダー 7"/>
          <p:cNvSpPr>
            <a:spLocks noGrp="1"/>
          </p:cNvSpPr>
          <p:nvPr>
            <p:ph type="pic" idx="11" hasCustomPrompt="1"/>
          </p:nvPr>
        </p:nvSpPr>
        <p:spPr>
          <a:xfrm>
            <a:off x="0" y="-2"/>
            <a:ext cx="3359696" cy="5209200"/>
          </a:xfrm>
          <a:custGeom>
            <a:avLst/>
            <a:gdLst>
              <a:gd name="connsiteX0" fmla="*/ 0 w 3366000"/>
              <a:gd name="connsiteY0" fmla="*/ 0 h 3276000"/>
              <a:gd name="connsiteX1" fmla="*/ 3366000 w 3366000"/>
              <a:gd name="connsiteY1" fmla="*/ 0 h 3276000"/>
              <a:gd name="connsiteX2" fmla="*/ 3366000 w 3366000"/>
              <a:gd name="connsiteY2" fmla="*/ 3276000 h 3276000"/>
              <a:gd name="connsiteX3" fmla="*/ 0 w 3366000"/>
              <a:gd name="connsiteY3" fmla="*/ 3276000 h 3276000"/>
              <a:gd name="connsiteX4" fmla="*/ 0 w 3366000"/>
              <a:gd name="connsiteY4" fmla="*/ 0 h 3276000"/>
              <a:gd name="connsiteX0-1" fmla="*/ 0 w 3366000"/>
              <a:gd name="connsiteY0-2" fmla="*/ 0 h 5200260"/>
              <a:gd name="connsiteX1-3" fmla="*/ 3366000 w 3366000"/>
              <a:gd name="connsiteY1-4" fmla="*/ 0 h 5200260"/>
              <a:gd name="connsiteX2-5" fmla="*/ 3355951 w 3366000"/>
              <a:gd name="connsiteY2-6" fmla="*/ 5200260 h 5200260"/>
              <a:gd name="connsiteX3-7" fmla="*/ 0 w 3366000"/>
              <a:gd name="connsiteY3-8" fmla="*/ 3276000 h 5200260"/>
              <a:gd name="connsiteX4-9" fmla="*/ 0 w 3366000"/>
              <a:gd name="connsiteY4-10" fmla="*/ 0 h 5200260"/>
              <a:gd name="connsiteX0-11" fmla="*/ 0 w 3366000"/>
              <a:gd name="connsiteY0-12" fmla="*/ 0 h 5207404"/>
              <a:gd name="connsiteX1-13" fmla="*/ 3366000 w 3366000"/>
              <a:gd name="connsiteY1-14" fmla="*/ 0 h 5207404"/>
              <a:gd name="connsiteX2-15" fmla="*/ 3355951 w 3366000"/>
              <a:gd name="connsiteY2-16" fmla="*/ 5207404 h 5207404"/>
              <a:gd name="connsiteX3-17" fmla="*/ 0 w 3366000"/>
              <a:gd name="connsiteY3-18" fmla="*/ 3276000 h 5207404"/>
              <a:gd name="connsiteX4-19" fmla="*/ 0 w 3366000"/>
              <a:gd name="connsiteY4-20" fmla="*/ 0 h 5207404"/>
              <a:gd name="connsiteX0-21" fmla="*/ 0 w 3366000"/>
              <a:gd name="connsiteY0-22" fmla="*/ 0 h 5207404"/>
              <a:gd name="connsiteX1-23" fmla="*/ 3366000 w 3366000"/>
              <a:gd name="connsiteY1-24" fmla="*/ 0 h 5207404"/>
              <a:gd name="connsiteX2-25" fmla="*/ 3355951 w 3366000"/>
              <a:gd name="connsiteY2-26" fmla="*/ 5207404 h 5207404"/>
              <a:gd name="connsiteX3-27" fmla="*/ 3321844 w 3366000"/>
              <a:gd name="connsiteY3-28" fmla="*/ 5186363 h 5207404"/>
              <a:gd name="connsiteX4-29" fmla="*/ 0 w 3366000"/>
              <a:gd name="connsiteY4-30" fmla="*/ 3276000 h 5207404"/>
              <a:gd name="connsiteX5" fmla="*/ 0 w 3366000"/>
              <a:gd name="connsiteY5" fmla="*/ 0 h 5207404"/>
              <a:gd name="connsiteX0-31" fmla="*/ 0 w 3366000"/>
              <a:gd name="connsiteY0-32" fmla="*/ 0 h 5186363"/>
              <a:gd name="connsiteX1-33" fmla="*/ 3366000 w 3366000"/>
              <a:gd name="connsiteY1-34" fmla="*/ 0 h 5186363"/>
              <a:gd name="connsiteX2-35" fmla="*/ 3358332 w 3366000"/>
              <a:gd name="connsiteY2-36" fmla="*/ 5155017 h 5186363"/>
              <a:gd name="connsiteX3-37" fmla="*/ 3321844 w 3366000"/>
              <a:gd name="connsiteY3-38" fmla="*/ 5186363 h 5186363"/>
              <a:gd name="connsiteX4-39" fmla="*/ 0 w 3366000"/>
              <a:gd name="connsiteY4-40" fmla="*/ 3276000 h 5186363"/>
              <a:gd name="connsiteX5-41" fmla="*/ 0 w 3366000"/>
              <a:gd name="connsiteY5-42" fmla="*/ 0 h 5186363"/>
              <a:gd name="connsiteX0-43" fmla="*/ 0 w 3366000"/>
              <a:gd name="connsiteY0-44" fmla="*/ 0 h 5192467"/>
              <a:gd name="connsiteX1-45" fmla="*/ 3366000 w 3366000"/>
              <a:gd name="connsiteY1-46" fmla="*/ 0 h 5192467"/>
              <a:gd name="connsiteX2-47" fmla="*/ 3358332 w 3366000"/>
              <a:gd name="connsiteY2-48" fmla="*/ 5155017 h 5192467"/>
              <a:gd name="connsiteX3-49" fmla="*/ 3321844 w 3366000"/>
              <a:gd name="connsiteY3-50" fmla="*/ 5186363 h 5192467"/>
              <a:gd name="connsiteX4-51" fmla="*/ 0 w 3366000"/>
              <a:gd name="connsiteY4-52" fmla="*/ 3276000 h 5192467"/>
              <a:gd name="connsiteX5-53" fmla="*/ 0 w 3366000"/>
              <a:gd name="connsiteY5-54" fmla="*/ 0 h 5192467"/>
              <a:gd name="connsiteX0-55" fmla="*/ 0 w 3366000"/>
              <a:gd name="connsiteY0-56" fmla="*/ 0 h 5201135"/>
              <a:gd name="connsiteX1-57" fmla="*/ 3366000 w 3366000"/>
              <a:gd name="connsiteY1-58" fmla="*/ 0 h 5201135"/>
              <a:gd name="connsiteX2-59" fmla="*/ 3358332 w 3366000"/>
              <a:gd name="connsiteY2-60" fmla="*/ 5155017 h 5201135"/>
              <a:gd name="connsiteX3-61" fmla="*/ 3321844 w 3366000"/>
              <a:gd name="connsiteY3-62" fmla="*/ 5186363 h 5201135"/>
              <a:gd name="connsiteX4-63" fmla="*/ 0 w 3366000"/>
              <a:gd name="connsiteY4-64" fmla="*/ 3276000 h 5201135"/>
              <a:gd name="connsiteX5-65" fmla="*/ 0 w 3366000"/>
              <a:gd name="connsiteY5-66" fmla="*/ 0 h 5201135"/>
              <a:gd name="connsiteX0-67" fmla="*/ 0 w 3366000"/>
              <a:gd name="connsiteY0-68" fmla="*/ 0 h 5176054"/>
              <a:gd name="connsiteX1-69" fmla="*/ 3366000 w 3366000"/>
              <a:gd name="connsiteY1-70" fmla="*/ 0 h 5176054"/>
              <a:gd name="connsiteX2-71" fmla="*/ 3358332 w 3366000"/>
              <a:gd name="connsiteY2-72" fmla="*/ 5155017 h 5176054"/>
              <a:gd name="connsiteX3-73" fmla="*/ 3264694 w 3366000"/>
              <a:gd name="connsiteY3-74" fmla="*/ 5093494 h 5176054"/>
              <a:gd name="connsiteX4-75" fmla="*/ 0 w 3366000"/>
              <a:gd name="connsiteY4-76" fmla="*/ 3276000 h 5176054"/>
              <a:gd name="connsiteX5-77" fmla="*/ 0 w 3366000"/>
              <a:gd name="connsiteY5-78" fmla="*/ 0 h 5176054"/>
              <a:gd name="connsiteX0-79" fmla="*/ 0 w 3366000"/>
              <a:gd name="connsiteY0-80" fmla="*/ 0 h 5198670"/>
              <a:gd name="connsiteX1-81" fmla="*/ 3366000 w 3366000"/>
              <a:gd name="connsiteY1-82" fmla="*/ 0 h 5198670"/>
              <a:gd name="connsiteX2-83" fmla="*/ 3358332 w 3366000"/>
              <a:gd name="connsiteY2-84" fmla="*/ 5155017 h 5198670"/>
              <a:gd name="connsiteX3-85" fmla="*/ 3307557 w 3366000"/>
              <a:gd name="connsiteY3-86" fmla="*/ 5181600 h 5198670"/>
              <a:gd name="connsiteX4-87" fmla="*/ 0 w 3366000"/>
              <a:gd name="connsiteY4-88" fmla="*/ 3276000 h 5198670"/>
              <a:gd name="connsiteX5-89" fmla="*/ 0 w 3366000"/>
              <a:gd name="connsiteY5-90" fmla="*/ 0 h 5198670"/>
              <a:gd name="connsiteX0-91" fmla="*/ 0 w 3366000"/>
              <a:gd name="connsiteY0-92" fmla="*/ 0 h 5197494"/>
              <a:gd name="connsiteX1-93" fmla="*/ 3366000 w 3366000"/>
              <a:gd name="connsiteY1-94" fmla="*/ 0 h 5197494"/>
              <a:gd name="connsiteX2-95" fmla="*/ 3358332 w 3366000"/>
              <a:gd name="connsiteY2-96" fmla="*/ 5152636 h 5197494"/>
              <a:gd name="connsiteX3-97" fmla="*/ 3307557 w 3366000"/>
              <a:gd name="connsiteY3-98" fmla="*/ 5181600 h 5197494"/>
              <a:gd name="connsiteX4-99" fmla="*/ 0 w 3366000"/>
              <a:gd name="connsiteY4-100" fmla="*/ 3276000 h 5197494"/>
              <a:gd name="connsiteX5-101" fmla="*/ 0 w 3366000"/>
              <a:gd name="connsiteY5-102" fmla="*/ 0 h 5197494"/>
              <a:gd name="connsiteX0-103" fmla="*/ 0 w 3366000"/>
              <a:gd name="connsiteY0-104" fmla="*/ 0 h 5198413"/>
              <a:gd name="connsiteX1-105" fmla="*/ 3366000 w 3366000"/>
              <a:gd name="connsiteY1-106" fmla="*/ 0 h 5198413"/>
              <a:gd name="connsiteX2-107" fmla="*/ 3358332 w 3366000"/>
              <a:gd name="connsiteY2-108" fmla="*/ 5152636 h 5198413"/>
              <a:gd name="connsiteX3-109" fmla="*/ 3307557 w 3366000"/>
              <a:gd name="connsiteY3-110" fmla="*/ 5181600 h 5198413"/>
              <a:gd name="connsiteX4-111" fmla="*/ 0 w 3366000"/>
              <a:gd name="connsiteY4-112" fmla="*/ 3276000 h 5198413"/>
              <a:gd name="connsiteX5-113" fmla="*/ 0 w 3366000"/>
              <a:gd name="connsiteY5-114" fmla="*/ 0 h 5198413"/>
              <a:gd name="connsiteX0-115" fmla="*/ 0 w 3366000"/>
              <a:gd name="connsiteY0-116" fmla="*/ 0 h 5190314"/>
              <a:gd name="connsiteX1-117" fmla="*/ 3366000 w 3366000"/>
              <a:gd name="connsiteY1-118" fmla="*/ 0 h 5190314"/>
              <a:gd name="connsiteX2-119" fmla="*/ 3358332 w 3366000"/>
              <a:gd name="connsiteY2-120" fmla="*/ 5152636 h 5190314"/>
              <a:gd name="connsiteX3-121" fmla="*/ 3307557 w 3366000"/>
              <a:gd name="connsiteY3-122" fmla="*/ 5181600 h 5190314"/>
              <a:gd name="connsiteX4-123" fmla="*/ 0 w 3366000"/>
              <a:gd name="connsiteY4-124" fmla="*/ 3276000 h 5190314"/>
              <a:gd name="connsiteX5-125" fmla="*/ 0 w 3366000"/>
              <a:gd name="connsiteY5-126" fmla="*/ 0 h 5190314"/>
              <a:gd name="connsiteX0-127" fmla="*/ 0 w 3366000"/>
              <a:gd name="connsiteY0-128" fmla="*/ 0 h 5194621"/>
              <a:gd name="connsiteX1-129" fmla="*/ 3366000 w 3366000"/>
              <a:gd name="connsiteY1-130" fmla="*/ 0 h 5194621"/>
              <a:gd name="connsiteX2-131" fmla="*/ 3363095 w 3366000"/>
              <a:gd name="connsiteY2-132" fmla="*/ 5164542 h 5194621"/>
              <a:gd name="connsiteX3-133" fmla="*/ 3307557 w 3366000"/>
              <a:gd name="connsiteY3-134" fmla="*/ 5181600 h 5194621"/>
              <a:gd name="connsiteX4-135" fmla="*/ 0 w 3366000"/>
              <a:gd name="connsiteY4-136" fmla="*/ 3276000 h 5194621"/>
              <a:gd name="connsiteX5-137" fmla="*/ 0 w 3366000"/>
              <a:gd name="connsiteY5-138" fmla="*/ 0 h 5194621"/>
              <a:gd name="connsiteX0-139" fmla="*/ 0 w 3366000"/>
              <a:gd name="connsiteY0-140" fmla="*/ 0 h 5197431"/>
              <a:gd name="connsiteX1-141" fmla="*/ 3366000 w 3366000"/>
              <a:gd name="connsiteY1-142" fmla="*/ 0 h 5197431"/>
              <a:gd name="connsiteX2-143" fmla="*/ 3363095 w 3366000"/>
              <a:gd name="connsiteY2-144" fmla="*/ 5164542 h 5197431"/>
              <a:gd name="connsiteX3-145" fmla="*/ 3309938 w 3366000"/>
              <a:gd name="connsiteY3-146" fmla="*/ 5186363 h 5197431"/>
              <a:gd name="connsiteX4-147" fmla="*/ 0 w 3366000"/>
              <a:gd name="connsiteY4-148" fmla="*/ 3276000 h 5197431"/>
              <a:gd name="connsiteX5-149" fmla="*/ 0 w 3366000"/>
              <a:gd name="connsiteY5-150" fmla="*/ 0 h 5197431"/>
            </a:gdLst>
            <a:ahLst/>
            <a:cxnLst/>
            <a:rect l="l" t="t" r="r" b="b"/>
            <a:pathLst>
              <a:path w="3366000" h="5197431">
                <a:moveTo>
                  <a:pt x="0" y="0"/>
                </a:moveTo>
                <a:lnTo>
                  <a:pt x="3366000" y="0"/>
                </a:lnTo>
                <a:cubicBezTo>
                  <a:pt x="3362650" y="1733420"/>
                  <a:pt x="3366445" y="3431122"/>
                  <a:pt x="3363095" y="5164542"/>
                </a:cubicBezTo>
                <a:cubicBezTo>
                  <a:pt x="3358076" y="5205947"/>
                  <a:pt x="3338770" y="5202107"/>
                  <a:pt x="3309938" y="5186363"/>
                </a:cubicBezTo>
                <a:lnTo>
                  <a:pt x="0" y="3276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>
            <a:normAutofit/>
          </a:bodyPr>
          <a:lstStyle>
            <a:lvl1pPr marL="0" indent="0"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140000" y="3528000"/>
            <a:ext cx="7332000" cy="1276597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4140000" y="1260000"/>
            <a:ext cx="733200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79976" y="3708000"/>
            <a:ext cx="5592024" cy="97200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5879976" y="1440000"/>
            <a:ext cx="5592024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12" name="図プレースホルダー 11"/>
          <p:cNvSpPr>
            <a:spLocks noGrp="1"/>
          </p:cNvSpPr>
          <p:nvPr>
            <p:ph type="pic" idx="13" hasCustomPrompt="1"/>
          </p:nvPr>
        </p:nvSpPr>
        <p:spPr>
          <a:xfrm>
            <a:off x="0" y="-2383"/>
            <a:ext cx="5152698" cy="6865651"/>
          </a:xfrm>
          <a:custGeom>
            <a:avLst/>
            <a:gdLst>
              <a:gd name="connsiteX0" fmla="*/ 0 w 5159375"/>
              <a:gd name="connsiteY0" fmla="*/ 0 h 6858000"/>
              <a:gd name="connsiteX1" fmla="*/ 5159375 w 5159375"/>
              <a:gd name="connsiteY1" fmla="*/ 0 h 6858000"/>
              <a:gd name="connsiteX2" fmla="*/ 5159375 w 5159375"/>
              <a:gd name="connsiteY2" fmla="*/ 6858000 h 6858000"/>
              <a:gd name="connsiteX3" fmla="*/ 0 w 5159375"/>
              <a:gd name="connsiteY3" fmla="*/ 6858000 h 6858000"/>
              <a:gd name="connsiteX4" fmla="*/ 0 w 5159375"/>
              <a:gd name="connsiteY4" fmla="*/ 0 h 6858000"/>
              <a:gd name="connsiteX0-1" fmla="*/ 0 w 5159375"/>
              <a:gd name="connsiteY0-2" fmla="*/ 0 h 6858000"/>
              <a:gd name="connsiteX1-3" fmla="*/ 5159375 w 5159375"/>
              <a:gd name="connsiteY1-4" fmla="*/ 0 h 6858000"/>
              <a:gd name="connsiteX2-5" fmla="*/ 5150322 w 5159375"/>
              <a:gd name="connsiteY2-6" fmla="*/ 4775703 h 6858000"/>
              <a:gd name="connsiteX3-7" fmla="*/ 0 w 5159375"/>
              <a:gd name="connsiteY3-8" fmla="*/ 6858000 h 6858000"/>
              <a:gd name="connsiteX4-9" fmla="*/ 0 w 5159375"/>
              <a:gd name="connsiteY4-10" fmla="*/ 0 h 6858000"/>
              <a:gd name="connsiteX0-11" fmla="*/ 0 w 5159375"/>
              <a:gd name="connsiteY0-12" fmla="*/ 0 h 6858000"/>
              <a:gd name="connsiteX1-13" fmla="*/ 5159375 w 5159375"/>
              <a:gd name="connsiteY1-14" fmla="*/ 0 h 6858000"/>
              <a:gd name="connsiteX2-15" fmla="*/ 5150322 w 5159375"/>
              <a:gd name="connsiteY2-16" fmla="*/ 4775703 h 6858000"/>
              <a:gd name="connsiteX3-17" fmla="*/ 1493822 w 5159375"/>
              <a:gd name="connsiteY3-18" fmla="*/ 6853473 h 6858000"/>
              <a:gd name="connsiteX4-19" fmla="*/ 0 w 5159375"/>
              <a:gd name="connsiteY4-20" fmla="*/ 6858000 h 6858000"/>
              <a:gd name="connsiteX5" fmla="*/ 0 w 5159375"/>
              <a:gd name="connsiteY5" fmla="*/ 0 h 6858000"/>
              <a:gd name="connsiteX0-21" fmla="*/ 0 w 5159375"/>
              <a:gd name="connsiteY0-22" fmla="*/ 0 h 6905724"/>
              <a:gd name="connsiteX1-23" fmla="*/ 5159375 w 5159375"/>
              <a:gd name="connsiteY1-24" fmla="*/ 0 h 6905724"/>
              <a:gd name="connsiteX2-25" fmla="*/ 5150322 w 5159375"/>
              <a:gd name="connsiteY2-26" fmla="*/ 4775703 h 6905724"/>
              <a:gd name="connsiteX3-27" fmla="*/ 1490556 w 5159375"/>
              <a:gd name="connsiteY3-28" fmla="*/ 6905724 h 6905724"/>
              <a:gd name="connsiteX4-29" fmla="*/ 0 w 5159375"/>
              <a:gd name="connsiteY4-30" fmla="*/ 6858000 h 6905724"/>
              <a:gd name="connsiteX5-31" fmla="*/ 0 w 5159375"/>
              <a:gd name="connsiteY5-32" fmla="*/ 0 h 6905724"/>
              <a:gd name="connsiteX0-33" fmla="*/ 0 w 5159375"/>
              <a:gd name="connsiteY0-34" fmla="*/ 0 h 6863269"/>
              <a:gd name="connsiteX1-35" fmla="*/ 5159375 w 5159375"/>
              <a:gd name="connsiteY1-36" fmla="*/ 0 h 6863269"/>
              <a:gd name="connsiteX2-37" fmla="*/ 5150322 w 5159375"/>
              <a:gd name="connsiteY2-38" fmla="*/ 4775703 h 6863269"/>
              <a:gd name="connsiteX3-39" fmla="*/ 1484025 w 5159375"/>
              <a:gd name="connsiteY3-40" fmla="*/ 6863269 h 6863269"/>
              <a:gd name="connsiteX4-41" fmla="*/ 0 w 5159375"/>
              <a:gd name="connsiteY4-42" fmla="*/ 6858000 h 6863269"/>
              <a:gd name="connsiteX5-43" fmla="*/ 0 w 5159375"/>
              <a:gd name="connsiteY5-44" fmla="*/ 0 h 6863269"/>
              <a:gd name="connsiteX0-45" fmla="*/ 0 w 5159375"/>
              <a:gd name="connsiteY0-46" fmla="*/ 0 h 6863269"/>
              <a:gd name="connsiteX1-47" fmla="*/ 5159375 w 5159375"/>
              <a:gd name="connsiteY1-48" fmla="*/ 0 h 6863269"/>
              <a:gd name="connsiteX2-49" fmla="*/ 5150322 w 5159375"/>
              <a:gd name="connsiteY2-50" fmla="*/ 4775703 h 6863269"/>
              <a:gd name="connsiteX3-51" fmla="*/ 1484025 w 5159375"/>
              <a:gd name="connsiteY3-52" fmla="*/ 6863269 h 6863269"/>
              <a:gd name="connsiteX4-53" fmla="*/ 0 w 5159375"/>
              <a:gd name="connsiteY4-54" fmla="*/ 6858000 h 6863269"/>
              <a:gd name="connsiteX5-55" fmla="*/ 0 w 5159375"/>
              <a:gd name="connsiteY5-56" fmla="*/ 0 h 6863269"/>
              <a:gd name="connsiteX0-57" fmla="*/ 0 w 5539864"/>
              <a:gd name="connsiteY0-58" fmla="*/ 0 h 6863269"/>
              <a:gd name="connsiteX1-59" fmla="*/ 5159375 w 5539864"/>
              <a:gd name="connsiteY1-60" fmla="*/ 0 h 6863269"/>
              <a:gd name="connsiteX2-61" fmla="*/ 5153297 w 5539864"/>
              <a:gd name="connsiteY2-62" fmla="*/ 4686301 h 6863269"/>
              <a:gd name="connsiteX3-63" fmla="*/ 5150322 w 5539864"/>
              <a:gd name="connsiteY3-64" fmla="*/ 4775703 h 6863269"/>
              <a:gd name="connsiteX4-65" fmla="*/ 1484025 w 5539864"/>
              <a:gd name="connsiteY4-66" fmla="*/ 6863269 h 6863269"/>
              <a:gd name="connsiteX5-67" fmla="*/ 0 w 5539864"/>
              <a:gd name="connsiteY5-68" fmla="*/ 6858000 h 6863269"/>
              <a:gd name="connsiteX6" fmla="*/ 0 w 5539864"/>
              <a:gd name="connsiteY6" fmla="*/ 0 h 6863269"/>
              <a:gd name="connsiteX0-69" fmla="*/ 0 w 5539864"/>
              <a:gd name="connsiteY0-70" fmla="*/ 0 h 6863269"/>
              <a:gd name="connsiteX1-71" fmla="*/ 5159375 w 5539864"/>
              <a:gd name="connsiteY1-72" fmla="*/ 0 h 6863269"/>
              <a:gd name="connsiteX2-73" fmla="*/ 5153297 w 5539864"/>
              <a:gd name="connsiteY2-74" fmla="*/ 4686301 h 6863269"/>
              <a:gd name="connsiteX3-75" fmla="*/ 5150322 w 5539864"/>
              <a:gd name="connsiteY3-76" fmla="*/ 4775703 h 6863269"/>
              <a:gd name="connsiteX4-77" fmla="*/ 1484025 w 5539864"/>
              <a:gd name="connsiteY4-78" fmla="*/ 6863269 h 6863269"/>
              <a:gd name="connsiteX5-79" fmla="*/ 0 w 5539864"/>
              <a:gd name="connsiteY5-80" fmla="*/ 6858000 h 6863269"/>
              <a:gd name="connsiteX6-81" fmla="*/ 0 w 5539864"/>
              <a:gd name="connsiteY6-82" fmla="*/ 0 h 6863269"/>
              <a:gd name="connsiteX0-83" fmla="*/ 0 w 5539864"/>
              <a:gd name="connsiteY0-84" fmla="*/ 0 h 6863269"/>
              <a:gd name="connsiteX1-85" fmla="*/ 5159375 w 5539864"/>
              <a:gd name="connsiteY1-86" fmla="*/ 0 h 6863269"/>
              <a:gd name="connsiteX2-87" fmla="*/ 5153297 w 5539864"/>
              <a:gd name="connsiteY2-88" fmla="*/ 4686301 h 6863269"/>
              <a:gd name="connsiteX3-89" fmla="*/ 5098071 w 5539864"/>
              <a:gd name="connsiteY3-90" fmla="*/ 4788766 h 6863269"/>
              <a:gd name="connsiteX4-91" fmla="*/ 1484025 w 5539864"/>
              <a:gd name="connsiteY4-92" fmla="*/ 6863269 h 6863269"/>
              <a:gd name="connsiteX5-93" fmla="*/ 0 w 5539864"/>
              <a:gd name="connsiteY5-94" fmla="*/ 6858000 h 6863269"/>
              <a:gd name="connsiteX6-95" fmla="*/ 0 w 5539864"/>
              <a:gd name="connsiteY6-96" fmla="*/ 0 h 6863269"/>
              <a:gd name="connsiteX0-97" fmla="*/ 0 w 5539864"/>
              <a:gd name="connsiteY0-98" fmla="*/ 0 h 6863269"/>
              <a:gd name="connsiteX1-99" fmla="*/ 5159375 w 5539864"/>
              <a:gd name="connsiteY1-100" fmla="*/ 0 h 6863269"/>
              <a:gd name="connsiteX2-101" fmla="*/ 5153297 w 5539864"/>
              <a:gd name="connsiteY2-102" fmla="*/ 4686301 h 6863269"/>
              <a:gd name="connsiteX3-103" fmla="*/ 5098071 w 5539864"/>
              <a:gd name="connsiteY3-104" fmla="*/ 4788766 h 6863269"/>
              <a:gd name="connsiteX4-105" fmla="*/ 1484025 w 5539864"/>
              <a:gd name="connsiteY4-106" fmla="*/ 6863269 h 6863269"/>
              <a:gd name="connsiteX5-107" fmla="*/ 0 w 5539864"/>
              <a:gd name="connsiteY5-108" fmla="*/ 6858000 h 6863269"/>
              <a:gd name="connsiteX6-109" fmla="*/ 0 w 5539864"/>
              <a:gd name="connsiteY6-110" fmla="*/ 0 h 6863269"/>
              <a:gd name="connsiteX0-111" fmla="*/ 0 w 5539864"/>
              <a:gd name="connsiteY0-112" fmla="*/ 0 h 6863269"/>
              <a:gd name="connsiteX1-113" fmla="*/ 5159375 w 5539864"/>
              <a:gd name="connsiteY1-114" fmla="*/ 0 h 6863269"/>
              <a:gd name="connsiteX2-115" fmla="*/ 5153297 w 5539864"/>
              <a:gd name="connsiteY2-116" fmla="*/ 4686301 h 6863269"/>
              <a:gd name="connsiteX3-117" fmla="*/ 5108064 w 5539864"/>
              <a:gd name="connsiteY3-118" fmla="*/ 4776274 h 6863269"/>
              <a:gd name="connsiteX4-119" fmla="*/ 1484025 w 5539864"/>
              <a:gd name="connsiteY4-120" fmla="*/ 6863269 h 6863269"/>
              <a:gd name="connsiteX5-121" fmla="*/ 0 w 5539864"/>
              <a:gd name="connsiteY5-122" fmla="*/ 6858000 h 6863269"/>
              <a:gd name="connsiteX6-123" fmla="*/ 0 w 5539864"/>
              <a:gd name="connsiteY6-124" fmla="*/ 0 h 6863269"/>
              <a:gd name="connsiteX0-125" fmla="*/ 0 w 5539222"/>
              <a:gd name="connsiteY0-126" fmla="*/ 0 h 6863269"/>
              <a:gd name="connsiteX1-127" fmla="*/ 5159375 w 5539222"/>
              <a:gd name="connsiteY1-128" fmla="*/ 0 h 6863269"/>
              <a:gd name="connsiteX2-129" fmla="*/ 5150799 w 5539222"/>
              <a:gd name="connsiteY2-130" fmla="*/ 4671310 h 6863269"/>
              <a:gd name="connsiteX3-131" fmla="*/ 5108064 w 5539222"/>
              <a:gd name="connsiteY3-132" fmla="*/ 4776274 h 6863269"/>
              <a:gd name="connsiteX4-133" fmla="*/ 1484025 w 5539222"/>
              <a:gd name="connsiteY4-134" fmla="*/ 6863269 h 6863269"/>
              <a:gd name="connsiteX5-135" fmla="*/ 0 w 5539222"/>
              <a:gd name="connsiteY5-136" fmla="*/ 6858000 h 6863269"/>
              <a:gd name="connsiteX6-137" fmla="*/ 0 w 5539222"/>
              <a:gd name="connsiteY6-138" fmla="*/ 0 h 6863269"/>
              <a:gd name="connsiteX0-139" fmla="*/ 0 w 5539222"/>
              <a:gd name="connsiteY0-140" fmla="*/ 0 h 6863269"/>
              <a:gd name="connsiteX1-141" fmla="*/ 5159375 w 5539222"/>
              <a:gd name="connsiteY1-142" fmla="*/ 0 h 6863269"/>
              <a:gd name="connsiteX2-143" fmla="*/ 5150799 w 5539222"/>
              <a:gd name="connsiteY2-144" fmla="*/ 4671310 h 6863269"/>
              <a:gd name="connsiteX3-145" fmla="*/ 5108064 w 5539222"/>
              <a:gd name="connsiteY3-146" fmla="*/ 4776274 h 6863269"/>
              <a:gd name="connsiteX4-147" fmla="*/ 1484025 w 5539222"/>
              <a:gd name="connsiteY4-148" fmla="*/ 6863269 h 6863269"/>
              <a:gd name="connsiteX5-149" fmla="*/ 0 w 5539222"/>
              <a:gd name="connsiteY5-150" fmla="*/ 6858000 h 6863269"/>
              <a:gd name="connsiteX6-151" fmla="*/ 0 w 5539222"/>
              <a:gd name="connsiteY6-152" fmla="*/ 0 h 6863269"/>
              <a:gd name="connsiteX0-153" fmla="*/ 0 w 5539222"/>
              <a:gd name="connsiteY0-154" fmla="*/ 0 h 6863269"/>
              <a:gd name="connsiteX1-155" fmla="*/ 5159375 w 5539222"/>
              <a:gd name="connsiteY1-156" fmla="*/ 0 h 6863269"/>
              <a:gd name="connsiteX2-157" fmla="*/ 5150799 w 5539222"/>
              <a:gd name="connsiteY2-158" fmla="*/ 4671310 h 6863269"/>
              <a:gd name="connsiteX3-159" fmla="*/ 5108064 w 5539222"/>
              <a:gd name="connsiteY3-160" fmla="*/ 4776274 h 6863269"/>
              <a:gd name="connsiteX4-161" fmla="*/ 1484025 w 5539222"/>
              <a:gd name="connsiteY4-162" fmla="*/ 6863269 h 6863269"/>
              <a:gd name="connsiteX5-163" fmla="*/ 0 w 5539222"/>
              <a:gd name="connsiteY5-164" fmla="*/ 6858000 h 6863269"/>
              <a:gd name="connsiteX6-165" fmla="*/ 0 w 5539222"/>
              <a:gd name="connsiteY6-166" fmla="*/ 0 h 6863269"/>
              <a:gd name="connsiteX0-167" fmla="*/ 0 w 5539222"/>
              <a:gd name="connsiteY0-168" fmla="*/ 0 h 6863269"/>
              <a:gd name="connsiteX1-169" fmla="*/ 5159375 w 5539222"/>
              <a:gd name="connsiteY1-170" fmla="*/ 0 h 6863269"/>
              <a:gd name="connsiteX2-171" fmla="*/ 5150799 w 5539222"/>
              <a:gd name="connsiteY2-172" fmla="*/ 4671310 h 6863269"/>
              <a:gd name="connsiteX3-173" fmla="*/ 5108064 w 5539222"/>
              <a:gd name="connsiteY3-174" fmla="*/ 4776274 h 6863269"/>
              <a:gd name="connsiteX4-175" fmla="*/ 1484025 w 5539222"/>
              <a:gd name="connsiteY4-176" fmla="*/ 6863269 h 6863269"/>
              <a:gd name="connsiteX5-177" fmla="*/ 0 w 5539222"/>
              <a:gd name="connsiteY5-178" fmla="*/ 6858000 h 6863269"/>
              <a:gd name="connsiteX6-179" fmla="*/ 0 w 5539222"/>
              <a:gd name="connsiteY6-180" fmla="*/ 0 h 6863269"/>
              <a:gd name="connsiteX0-181" fmla="*/ 0 w 5159375"/>
              <a:gd name="connsiteY0-182" fmla="*/ 0 h 6863269"/>
              <a:gd name="connsiteX1-183" fmla="*/ 5159375 w 5159375"/>
              <a:gd name="connsiteY1-184" fmla="*/ 0 h 6863269"/>
              <a:gd name="connsiteX2-185" fmla="*/ 5150799 w 5159375"/>
              <a:gd name="connsiteY2-186" fmla="*/ 4671310 h 6863269"/>
              <a:gd name="connsiteX3-187" fmla="*/ 5108064 w 5159375"/>
              <a:gd name="connsiteY3-188" fmla="*/ 4776274 h 6863269"/>
              <a:gd name="connsiteX4-189" fmla="*/ 1484025 w 5159375"/>
              <a:gd name="connsiteY4-190" fmla="*/ 6863269 h 6863269"/>
              <a:gd name="connsiteX5-191" fmla="*/ 0 w 5159375"/>
              <a:gd name="connsiteY5-192" fmla="*/ 6858000 h 6863269"/>
              <a:gd name="connsiteX6-193" fmla="*/ 0 w 5159375"/>
              <a:gd name="connsiteY6-194" fmla="*/ 0 h 6863269"/>
              <a:gd name="connsiteX0-195" fmla="*/ 0 w 5164138"/>
              <a:gd name="connsiteY0-196" fmla="*/ 35719 h 6898988"/>
              <a:gd name="connsiteX1-197" fmla="*/ 5164138 w 5164138"/>
              <a:gd name="connsiteY1-198" fmla="*/ 0 h 6898988"/>
              <a:gd name="connsiteX2-199" fmla="*/ 5150799 w 5164138"/>
              <a:gd name="connsiteY2-200" fmla="*/ 4707029 h 6898988"/>
              <a:gd name="connsiteX3-201" fmla="*/ 5108064 w 5164138"/>
              <a:gd name="connsiteY3-202" fmla="*/ 4811993 h 6898988"/>
              <a:gd name="connsiteX4-203" fmla="*/ 1484025 w 5164138"/>
              <a:gd name="connsiteY4-204" fmla="*/ 6898988 h 6898988"/>
              <a:gd name="connsiteX5-205" fmla="*/ 0 w 5164138"/>
              <a:gd name="connsiteY5-206" fmla="*/ 6893719 h 6898988"/>
              <a:gd name="connsiteX6-207" fmla="*/ 0 w 5164138"/>
              <a:gd name="connsiteY6-208" fmla="*/ 35719 h 6898988"/>
              <a:gd name="connsiteX0-209" fmla="*/ 0 w 5152666"/>
              <a:gd name="connsiteY0-210" fmla="*/ 2382 h 6865651"/>
              <a:gd name="connsiteX1-211" fmla="*/ 5149850 w 5152666"/>
              <a:gd name="connsiteY1-212" fmla="*/ 0 h 6865651"/>
              <a:gd name="connsiteX2-213" fmla="*/ 5150799 w 5152666"/>
              <a:gd name="connsiteY2-214" fmla="*/ 4673692 h 6865651"/>
              <a:gd name="connsiteX3-215" fmla="*/ 5108064 w 5152666"/>
              <a:gd name="connsiteY3-216" fmla="*/ 4778656 h 6865651"/>
              <a:gd name="connsiteX4-217" fmla="*/ 1484025 w 5152666"/>
              <a:gd name="connsiteY4-218" fmla="*/ 6865651 h 6865651"/>
              <a:gd name="connsiteX5-219" fmla="*/ 0 w 5152666"/>
              <a:gd name="connsiteY5-220" fmla="*/ 6860382 h 6865651"/>
              <a:gd name="connsiteX6-221" fmla="*/ 0 w 5152666"/>
              <a:gd name="connsiteY6-222" fmla="*/ 2382 h 6865651"/>
              <a:gd name="connsiteX0-223" fmla="*/ 0 w 5240220"/>
              <a:gd name="connsiteY0-224" fmla="*/ 2382 h 6865651"/>
              <a:gd name="connsiteX1-225" fmla="*/ 5149850 w 5240220"/>
              <a:gd name="connsiteY1-226" fmla="*/ 0 h 6865651"/>
              <a:gd name="connsiteX2-227" fmla="*/ 5150799 w 5240220"/>
              <a:gd name="connsiteY2-228" fmla="*/ 4673692 h 6865651"/>
              <a:gd name="connsiteX3-229" fmla="*/ 5108064 w 5240220"/>
              <a:gd name="connsiteY3-230" fmla="*/ 4778656 h 6865651"/>
              <a:gd name="connsiteX4-231" fmla="*/ 1484025 w 5240220"/>
              <a:gd name="connsiteY4-232" fmla="*/ 6865651 h 6865651"/>
              <a:gd name="connsiteX5-233" fmla="*/ 0 w 5240220"/>
              <a:gd name="connsiteY5-234" fmla="*/ 6860382 h 6865651"/>
              <a:gd name="connsiteX6-235" fmla="*/ 0 w 5240220"/>
              <a:gd name="connsiteY6-236" fmla="*/ 2382 h 6865651"/>
              <a:gd name="connsiteX0-237" fmla="*/ 0 w 5153539"/>
              <a:gd name="connsiteY0-238" fmla="*/ 2382 h 6865651"/>
              <a:gd name="connsiteX1-239" fmla="*/ 5149850 w 5153539"/>
              <a:gd name="connsiteY1-240" fmla="*/ 0 h 6865651"/>
              <a:gd name="connsiteX2-241" fmla="*/ 5150799 w 5153539"/>
              <a:gd name="connsiteY2-242" fmla="*/ 4673692 h 6865651"/>
              <a:gd name="connsiteX3-243" fmla="*/ 5108064 w 5153539"/>
              <a:gd name="connsiteY3-244" fmla="*/ 4778656 h 6865651"/>
              <a:gd name="connsiteX4-245" fmla="*/ 1484025 w 5153539"/>
              <a:gd name="connsiteY4-246" fmla="*/ 6865651 h 6865651"/>
              <a:gd name="connsiteX5-247" fmla="*/ 0 w 5153539"/>
              <a:gd name="connsiteY5-248" fmla="*/ 6860382 h 6865651"/>
              <a:gd name="connsiteX6-249" fmla="*/ 0 w 5153539"/>
              <a:gd name="connsiteY6-250" fmla="*/ 2382 h 6865651"/>
              <a:gd name="connsiteX0-251" fmla="*/ 0 w 5153539"/>
              <a:gd name="connsiteY0-252" fmla="*/ 2382 h 6865651"/>
              <a:gd name="connsiteX1-253" fmla="*/ 5149850 w 5153539"/>
              <a:gd name="connsiteY1-254" fmla="*/ 0 h 6865651"/>
              <a:gd name="connsiteX2-255" fmla="*/ 5150799 w 5153539"/>
              <a:gd name="connsiteY2-256" fmla="*/ 4673692 h 6865651"/>
              <a:gd name="connsiteX3-257" fmla="*/ 5108064 w 5153539"/>
              <a:gd name="connsiteY3-258" fmla="*/ 4778656 h 6865651"/>
              <a:gd name="connsiteX4-259" fmla="*/ 1484025 w 5153539"/>
              <a:gd name="connsiteY4-260" fmla="*/ 6865651 h 6865651"/>
              <a:gd name="connsiteX5-261" fmla="*/ 0 w 5153539"/>
              <a:gd name="connsiteY5-262" fmla="*/ 6860382 h 6865651"/>
              <a:gd name="connsiteX6-263" fmla="*/ 0 w 5153539"/>
              <a:gd name="connsiteY6-264" fmla="*/ 2382 h 6865651"/>
              <a:gd name="connsiteX0-265" fmla="*/ 0 w 5153539"/>
              <a:gd name="connsiteY0-266" fmla="*/ 2382 h 6865651"/>
              <a:gd name="connsiteX1-267" fmla="*/ 5149850 w 5153539"/>
              <a:gd name="connsiteY1-268" fmla="*/ 0 h 6865651"/>
              <a:gd name="connsiteX2-269" fmla="*/ 5150799 w 5153539"/>
              <a:gd name="connsiteY2-270" fmla="*/ 4673692 h 6865651"/>
              <a:gd name="connsiteX3-271" fmla="*/ 5108064 w 5153539"/>
              <a:gd name="connsiteY3-272" fmla="*/ 4778656 h 6865651"/>
              <a:gd name="connsiteX4-273" fmla="*/ 1484025 w 5153539"/>
              <a:gd name="connsiteY4-274" fmla="*/ 6865651 h 6865651"/>
              <a:gd name="connsiteX5-275" fmla="*/ 0 w 5153539"/>
              <a:gd name="connsiteY5-276" fmla="*/ 6860382 h 6865651"/>
              <a:gd name="connsiteX6-277" fmla="*/ 0 w 5153539"/>
              <a:gd name="connsiteY6-278" fmla="*/ 2382 h 6865651"/>
              <a:gd name="connsiteX0-279" fmla="*/ 0 w 5222289"/>
              <a:gd name="connsiteY0-280" fmla="*/ 2382 h 6865651"/>
              <a:gd name="connsiteX1-281" fmla="*/ 5149850 w 5222289"/>
              <a:gd name="connsiteY1-282" fmla="*/ 0 h 6865651"/>
              <a:gd name="connsiteX2-283" fmla="*/ 5222264 w 5222289"/>
              <a:gd name="connsiteY2-284" fmla="*/ 4733223 h 6865651"/>
              <a:gd name="connsiteX3-285" fmla="*/ 5108064 w 5222289"/>
              <a:gd name="connsiteY3-286" fmla="*/ 4778656 h 6865651"/>
              <a:gd name="connsiteX4-287" fmla="*/ 1484025 w 5222289"/>
              <a:gd name="connsiteY4-288" fmla="*/ 6865651 h 6865651"/>
              <a:gd name="connsiteX5-289" fmla="*/ 0 w 5222289"/>
              <a:gd name="connsiteY5-290" fmla="*/ 6860382 h 6865651"/>
              <a:gd name="connsiteX6-291" fmla="*/ 0 w 5222289"/>
              <a:gd name="connsiteY6-292" fmla="*/ 2382 h 6865651"/>
              <a:gd name="connsiteX0-293" fmla="*/ 0 w 5154638"/>
              <a:gd name="connsiteY0-294" fmla="*/ 2382 h 6865651"/>
              <a:gd name="connsiteX1-295" fmla="*/ 5149850 w 5154638"/>
              <a:gd name="connsiteY1-296" fmla="*/ 0 h 6865651"/>
              <a:gd name="connsiteX2-297" fmla="*/ 5153182 w 5154638"/>
              <a:gd name="connsiteY2-298" fmla="*/ 4687979 h 6865651"/>
              <a:gd name="connsiteX3-299" fmla="*/ 5108064 w 5154638"/>
              <a:gd name="connsiteY3-300" fmla="*/ 4778656 h 6865651"/>
              <a:gd name="connsiteX4-301" fmla="*/ 1484025 w 5154638"/>
              <a:gd name="connsiteY4-302" fmla="*/ 6865651 h 6865651"/>
              <a:gd name="connsiteX5-303" fmla="*/ 0 w 5154638"/>
              <a:gd name="connsiteY5-304" fmla="*/ 6860382 h 6865651"/>
              <a:gd name="connsiteX6-305" fmla="*/ 0 w 5154638"/>
              <a:gd name="connsiteY6-306" fmla="*/ 2382 h 6865651"/>
              <a:gd name="connsiteX0-307" fmla="*/ 0 w 5154638"/>
              <a:gd name="connsiteY0-308" fmla="*/ 2382 h 6865651"/>
              <a:gd name="connsiteX1-309" fmla="*/ 5149850 w 5154638"/>
              <a:gd name="connsiteY1-310" fmla="*/ 0 h 6865651"/>
              <a:gd name="connsiteX2-311" fmla="*/ 5153182 w 5154638"/>
              <a:gd name="connsiteY2-312" fmla="*/ 4687979 h 6865651"/>
              <a:gd name="connsiteX3-313" fmla="*/ 5108064 w 5154638"/>
              <a:gd name="connsiteY3-314" fmla="*/ 4778656 h 6865651"/>
              <a:gd name="connsiteX4-315" fmla="*/ 1484025 w 5154638"/>
              <a:gd name="connsiteY4-316" fmla="*/ 6865651 h 6865651"/>
              <a:gd name="connsiteX5-317" fmla="*/ 0 w 5154638"/>
              <a:gd name="connsiteY5-318" fmla="*/ 6860382 h 6865651"/>
              <a:gd name="connsiteX6-319" fmla="*/ 0 w 5154638"/>
              <a:gd name="connsiteY6-320" fmla="*/ 2382 h 6865651"/>
            </a:gdLst>
            <a:ahLst/>
            <a:cxnLst/>
            <a:rect l="l" t="t" r="r" b="b"/>
            <a:pathLst>
              <a:path w="5154638" h="6865651">
                <a:moveTo>
                  <a:pt x="0" y="2382"/>
                </a:moveTo>
                <a:lnTo>
                  <a:pt x="5149850" y="0"/>
                </a:lnTo>
                <a:cubicBezTo>
                  <a:pt x="5156606" y="1158688"/>
                  <a:pt x="5154691" y="3892029"/>
                  <a:pt x="5153182" y="4687979"/>
                </a:cubicBezTo>
                <a:cubicBezTo>
                  <a:pt x="5154326" y="4743224"/>
                  <a:pt x="5138884" y="4760812"/>
                  <a:pt x="5108064" y="4778656"/>
                </a:cubicBezTo>
                <a:lnTo>
                  <a:pt x="1484025" y="6865651"/>
                </a:lnTo>
                <a:lnTo>
                  <a:pt x="0" y="6860382"/>
                </a:lnTo>
                <a:lnTo>
                  <a:pt x="0" y="2382"/>
                </a:ln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Click icon to add element, or select to remove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3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204000"/>
            <a:ext cx="10752000" cy="127659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bg2"/>
                </a:solidFill>
              </a:defRPr>
            </a:lvl1pPr>
          </a:lstStyle>
          <a:p>
            <a:r>
              <a:t>Author(s) and company name (YaHei, 20px, grey)  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1620000"/>
            <a:ext cx="10776600" cy="1224000"/>
          </a:xfrm>
        </p:spPr>
        <p:txBody>
          <a:bodyPr lIns="0" tIns="0" rIns="0" bIns="0">
            <a:noAutofit/>
          </a:bodyPr>
          <a:lstStyle>
            <a:lvl1pPr algn="l">
              <a:lnSpc>
                <a:spcPct val="100000"/>
              </a:lnSpc>
              <a:buNone/>
              <a:defRPr sz="5000" b="1">
                <a:solidFill>
                  <a:schemeClr val="bg2"/>
                </a:solidFill>
              </a:defRPr>
            </a:lvl1pPr>
          </a:lstStyle>
          <a:p>
            <a:r>
              <a:t>Presentation Title Here (YaHei Headings, Bold, 50px, grey) </a:t>
            </a:r>
          </a:p>
        </p:txBody>
      </p:sp>
      <p:sp>
        <p:nvSpPr>
          <p:cNvPr id="9" name="フッター プレースホルダー 3"/>
          <p:cNvSpPr>
            <a:spLocks noGrp="1"/>
          </p:cNvSpPr>
          <p:nvPr/>
        </p:nvSpPr>
        <p:spPr>
          <a:xfrm>
            <a:off x="8368800" y="6449400"/>
            <a:ext cx="3600000" cy="180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8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s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11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tx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s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bg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ntents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1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ntents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2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ontents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3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ontents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4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ontents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テキスト ボックス 8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2" name="テキスト プレースホルダー 7"/>
          <p:cNvSpPr>
            <a:spLocks noGrp="1"/>
          </p:cNvSpPr>
          <p:nvPr>
            <p:ph type="body" idx="14" hasCustomPrompt="1"/>
          </p:nvPr>
        </p:nvSpPr>
        <p:spPr>
          <a:xfrm>
            <a:off x="720000" y="1008000"/>
            <a:ext cx="10753200" cy="5418000"/>
          </a:xfrm>
        </p:spPr>
        <p:txBody>
          <a:bodyPr/>
          <a:lstStyle>
            <a:lvl1pPr marL="268605" indent="-268605">
              <a:lnSpc>
                <a:spcPct val="100000"/>
              </a:lnSpc>
              <a:buClr>
                <a:schemeClr val="tx2"/>
              </a:buClr>
              <a:buFontTx/>
              <a:buNone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627380" indent="-1714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8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2pPr>
            <a:lvl3pPr marL="1163955" indent="-250825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tabLst>
                <a:tab pos="1163320" algn="l"/>
              </a:tabLst>
              <a:defRPr sz="16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3pPr>
            <a:lvl4pPr marL="1525905" indent="-15113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•"/>
              <a:defRPr sz="14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4pPr>
            <a:lvl5pPr marL="1973580" indent="-146050">
              <a:lnSpc>
                <a:spcPct val="100000"/>
              </a:lnSpc>
              <a:buClr>
                <a:schemeClr val="accent5"/>
              </a:buClr>
              <a:buSzPct val="100000"/>
              <a:buFont typeface="Arial" panose="020B0604020202020204"/>
              <a:buChar char="–"/>
              <a:defRPr sz="1200" baseline="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5pPr>
          </a:lstStyle>
          <a:p>
            <a:pPr lvl="0">
              <a:buNone/>
            </a:pPr>
            <a:r>
              <a:t>Click to edit text (YaHei, 18px)</a:t>
            </a:r>
          </a:p>
          <a:p>
            <a:pPr lvl="1">
              <a:buNone/>
            </a:pPr>
            <a:r>
              <a:t>Click to edit text (YaHei, 18px)</a:t>
            </a:r>
          </a:p>
          <a:p>
            <a:pPr lvl="2">
              <a:buNone/>
            </a:pPr>
            <a:r>
              <a:t>Click to edit text (YaHei, 16px)</a:t>
            </a:r>
          </a:p>
          <a:p>
            <a:pPr lvl="3">
              <a:buNone/>
            </a:pPr>
            <a:r>
              <a:t>Click to edit text (YaHei, 14px)</a:t>
            </a:r>
          </a:p>
          <a:p>
            <a:pPr lvl="4">
              <a:buNone/>
            </a:pPr>
            <a:r>
              <a:t>Click to edit text (YaHei, 12px)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720000" y="360000"/>
            <a:ext cx="9900000" cy="36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3000" b="1">
                <a:solidFill>
                  <a:schemeClr val="bg2"/>
                </a:solidFill>
              </a:defRPr>
            </a:lvl1pPr>
          </a:lstStyle>
          <a:p>
            <a:r>
              <a:t>Slide Title Here (YaHei, Bold, 30px) 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図プレースホルダー 2"/>
          <p:cNvSpPr>
            <a:spLocks noGrp="1"/>
          </p:cNvSpPr>
          <p:nvPr>
            <p:ph type="pic" idx="12" hasCustomPrompt="1"/>
          </p:nvPr>
        </p:nvSpPr>
        <p:spPr>
          <a:xfrm>
            <a:off x="0" y="0"/>
            <a:ext cx="12192000" cy="6426000"/>
          </a:xfrm>
        </p:spPr>
        <p:txBody>
          <a:bodyPr>
            <a:normAutofit/>
          </a:bodyPr>
          <a:lstStyle>
            <a:lvl1pPr>
              <a:buNone/>
              <a:defRPr sz="900"/>
            </a:lvl1pPr>
          </a:lstStyle>
          <a:p>
            <a:r>
              <a:t>Click icon to add element, or select to remove</a:t>
            </a:r>
          </a:p>
        </p:txBody>
      </p:sp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vider Slide (Red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vider Slide (Grey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vider Slide (Yellow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vider Slide (Purpl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vider Slide (Blu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vider Slide (Orange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3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6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vider Slide (Green)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>
            <a:spLocks noGrp="1"/>
          </p:cNvSpPr>
          <p:nvPr/>
        </p:nvSpPr>
        <p:spPr>
          <a:xfrm>
            <a:off x="11872800" y="6641560"/>
            <a:ext cx="216000" cy="10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fld id="{612B3F2D-E4C4-4294-8FF6-6800643EF00E}" type="slidenum">
              <a:rPr sz="1200">
                <a:solidFill>
                  <a:schemeClr val="bg2"/>
                </a:solidFill>
                <a:latin typeface="+mn-lt"/>
                <a:ea typeface="+mn-lt"/>
                <a:cs typeface="+mn-lt"/>
              </a:rPr>
              <a:t>‹#›</a:t>
            </a:fld>
            <a:endParaRPr sz="1200">
              <a:solidFill>
                <a:schemeClr val="bg2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9" name="図プレースホルダー 3"/>
          <p:cNvSpPr>
            <a:spLocks noGrp="1"/>
          </p:cNvSpPr>
          <p:nvPr>
            <p:ph type="pic" idx="10" hasCustomPrompt="1"/>
          </p:nvPr>
        </p:nvSpPr>
        <p:spPr>
          <a:xfrm>
            <a:off x="-4762" y="-2381"/>
            <a:ext cx="12199143" cy="6431334"/>
          </a:xfrm>
          <a:custGeom>
            <a:avLst/>
            <a:gdLst>
              <a:gd name="connsiteX0" fmla="*/ 0 w 12192000"/>
              <a:gd name="connsiteY0" fmla="*/ 0 h 6381328"/>
              <a:gd name="connsiteX1" fmla="*/ 12192000 w 12192000"/>
              <a:gd name="connsiteY1" fmla="*/ 0 h 6381328"/>
              <a:gd name="connsiteX2" fmla="*/ 12192000 w 12192000"/>
              <a:gd name="connsiteY2" fmla="*/ 6381328 h 6381328"/>
              <a:gd name="connsiteX3" fmla="*/ 0 w 12192000"/>
              <a:gd name="connsiteY3" fmla="*/ 6381328 h 6381328"/>
              <a:gd name="connsiteX4" fmla="*/ 0 w 12192000"/>
              <a:gd name="connsiteY4" fmla="*/ 0 h 6381328"/>
              <a:gd name="connsiteX0-1" fmla="*/ 0 w 12192000"/>
              <a:gd name="connsiteY0-2" fmla="*/ 0 h 6381328"/>
              <a:gd name="connsiteX1-3" fmla="*/ 2543175 w 12192000"/>
              <a:gd name="connsiteY1-4" fmla="*/ 0 h 6381328"/>
              <a:gd name="connsiteX2-5" fmla="*/ 12192000 w 12192000"/>
              <a:gd name="connsiteY2-6" fmla="*/ 0 h 6381328"/>
              <a:gd name="connsiteX3-7" fmla="*/ 12192000 w 12192000"/>
              <a:gd name="connsiteY3-8" fmla="*/ 6381328 h 6381328"/>
              <a:gd name="connsiteX4-9" fmla="*/ 0 w 12192000"/>
              <a:gd name="connsiteY4-10" fmla="*/ 6381328 h 6381328"/>
              <a:gd name="connsiteX5" fmla="*/ 0 w 12192000"/>
              <a:gd name="connsiteY5" fmla="*/ 0 h 6381328"/>
              <a:gd name="connsiteX0-11" fmla="*/ 19050 w 12211050"/>
              <a:gd name="connsiteY0-12" fmla="*/ 0 h 6381328"/>
              <a:gd name="connsiteX1-13" fmla="*/ 2562225 w 12211050"/>
              <a:gd name="connsiteY1-14" fmla="*/ 0 h 6381328"/>
              <a:gd name="connsiteX2-15" fmla="*/ 12211050 w 12211050"/>
              <a:gd name="connsiteY2-16" fmla="*/ 0 h 6381328"/>
              <a:gd name="connsiteX3-17" fmla="*/ 12211050 w 12211050"/>
              <a:gd name="connsiteY3-18" fmla="*/ 6381328 h 6381328"/>
              <a:gd name="connsiteX4-19" fmla="*/ 19050 w 12211050"/>
              <a:gd name="connsiteY4-20" fmla="*/ 6381328 h 6381328"/>
              <a:gd name="connsiteX5-21" fmla="*/ 0 w 12211050"/>
              <a:gd name="connsiteY5-22" fmla="*/ 5591175 h 6381328"/>
              <a:gd name="connsiteX6" fmla="*/ 19050 w 12211050"/>
              <a:gd name="connsiteY6" fmla="*/ 0 h 6381328"/>
              <a:gd name="connsiteX0-23" fmla="*/ 2514600 w 12211050"/>
              <a:gd name="connsiteY0-24" fmla="*/ 4133850 h 6381328"/>
              <a:gd name="connsiteX1-25" fmla="*/ 2562225 w 12211050"/>
              <a:gd name="connsiteY1-26" fmla="*/ 0 h 6381328"/>
              <a:gd name="connsiteX2-27" fmla="*/ 12211050 w 12211050"/>
              <a:gd name="connsiteY2-28" fmla="*/ 0 h 6381328"/>
              <a:gd name="connsiteX3-29" fmla="*/ 12211050 w 12211050"/>
              <a:gd name="connsiteY3-30" fmla="*/ 6381328 h 6381328"/>
              <a:gd name="connsiteX4-31" fmla="*/ 19050 w 12211050"/>
              <a:gd name="connsiteY4-32" fmla="*/ 6381328 h 6381328"/>
              <a:gd name="connsiteX5-33" fmla="*/ 0 w 12211050"/>
              <a:gd name="connsiteY5-34" fmla="*/ 5591175 h 6381328"/>
              <a:gd name="connsiteX6-35" fmla="*/ 2514600 w 12211050"/>
              <a:gd name="connsiteY6-36" fmla="*/ 4133850 h 6381328"/>
              <a:gd name="connsiteX0-37" fmla="*/ 2497931 w 12194381"/>
              <a:gd name="connsiteY0-38" fmla="*/ 4133850 h 6381328"/>
              <a:gd name="connsiteX1-39" fmla="*/ 2545556 w 12194381"/>
              <a:gd name="connsiteY1-40" fmla="*/ 0 h 6381328"/>
              <a:gd name="connsiteX2-41" fmla="*/ 12194381 w 12194381"/>
              <a:gd name="connsiteY2-42" fmla="*/ 0 h 6381328"/>
              <a:gd name="connsiteX3-43" fmla="*/ 12194381 w 12194381"/>
              <a:gd name="connsiteY3-44" fmla="*/ 6381328 h 6381328"/>
              <a:gd name="connsiteX4-45" fmla="*/ 2381 w 12194381"/>
              <a:gd name="connsiteY4-46" fmla="*/ 6381328 h 6381328"/>
              <a:gd name="connsiteX5-47" fmla="*/ 0 w 12194381"/>
              <a:gd name="connsiteY5-48" fmla="*/ 5567362 h 6381328"/>
              <a:gd name="connsiteX6-49" fmla="*/ 2497931 w 12194381"/>
              <a:gd name="connsiteY6-50" fmla="*/ 4133850 h 6381328"/>
              <a:gd name="connsiteX0-51" fmla="*/ 2505075 w 12194381"/>
              <a:gd name="connsiteY0-52" fmla="*/ 4124325 h 6381328"/>
              <a:gd name="connsiteX1-53" fmla="*/ 2545556 w 12194381"/>
              <a:gd name="connsiteY1-54" fmla="*/ 0 h 6381328"/>
              <a:gd name="connsiteX2-55" fmla="*/ 12194381 w 12194381"/>
              <a:gd name="connsiteY2-56" fmla="*/ 0 h 6381328"/>
              <a:gd name="connsiteX3-57" fmla="*/ 12194381 w 12194381"/>
              <a:gd name="connsiteY3-58" fmla="*/ 6381328 h 6381328"/>
              <a:gd name="connsiteX4-59" fmla="*/ 2381 w 12194381"/>
              <a:gd name="connsiteY4-60" fmla="*/ 6381328 h 6381328"/>
              <a:gd name="connsiteX5-61" fmla="*/ 0 w 12194381"/>
              <a:gd name="connsiteY5-62" fmla="*/ 5567362 h 6381328"/>
              <a:gd name="connsiteX6-63" fmla="*/ 2505075 w 12194381"/>
              <a:gd name="connsiteY6-64" fmla="*/ 4124325 h 6381328"/>
              <a:gd name="connsiteX0-65" fmla="*/ 2505075 w 12194381"/>
              <a:gd name="connsiteY0-66" fmla="*/ 4126706 h 6383709"/>
              <a:gd name="connsiteX1-67" fmla="*/ 2495549 w 12194381"/>
              <a:gd name="connsiteY1-68" fmla="*/ 0 h 6383709"/>
              <a:gd name="connsiteX2-69" fmla="*/ 12194381 w 12194381"/>
              <a:gd name="connsiteY2-70" fmla="*/ 2381 h 6383709"/>
              <a:gd name="connsiteX3-71" fmla="*/ 12194381 w 12194381"/>
              <a:gd name="connsiteY3-72" fmla="*/ 6383709 h 6383709"/>
              <a:gd name="connsiteX4-73" fmla="*/ 2381 w 12194381"/>
              <a:gd name="connsiteY4-74" fmla="*/ 6383709 h 6383709"/>
              <a:gd name="connsiteX5-75" fmla="*/ 0 w 12194381"/>
              <a:gd name="connsiteY5-76" fmla="*/ 5569743 h 6383709"/>
              <a:gd name="connsiteX6-77" fmla="*/ 2505075 w 12194381"/>
              <a:gd name="connsiteY6-78" fmla="*/ 4126706 h 6383709"/>
              <a:gd name="connsiteX0-79" fmla="*/ 2505075 w 12194381"/>
              <a:gd name="connsiteY0-80" fmla="*/ 4126706 h 6383709"/>
              <a:gd name="connsiteX1-81" fmla="*/ 2495549 w 12194381"/>
              <a:gd name="connsiteY1-82" fmla="*/ 0 h 6383709"/>
              <a:gd name="connsiteX2-83" fmla="*/ 12194381 w 12194381"/>
              <a:gd name="connsiteY2-84" fmla="*/ 2381 h 6383709"/>
              <a:gd name="connsiteX3-85" fmla="*/ 12194381 w 12194381"/>
              <a:gd name="connsiteY3-86" fmla="*/ 6383709 h 6383709"/>
              <a:gd name="connsiteX4-87" fmla="*/ 2381 w 12194381"/>
              <a:gd name="connsiteY4-88" fmla="*/ 6383709 h 6383709"/>
              <a:gd name="connsiteX5-89" fmla="*/ 0 w 12194381"/>
              <a:gd name="connsiteY5-90" fmla="*/ 5569743 h 6383709"/>
              <a:gd name="connsiteX6-91" fmla="*/ 2505075 w 12194381"/>
              <a:gd name="connsiteY6-92" fmla="*/ 4126706 h 6383709"/>
              <a:gd name="connsiteX0-93" fmla="*/ 2643187 w 12194381"/>
              <a:gd name="connsiteY0-94" fmla="*/ 4186237 h 6383709"/>
              <a:gd name="connsiteX1-95" fmla="*/ 2495549 w 12194381"/>
              <a:gd name="connsiteY1-96" fmla="*/ 0 h 6383709"/>
              <a:gd name="connsiteX2-97" fmla="*/ 12194381 w 12194381"/>
              <a:gd name="connsiteY2-98" fmla="*/ 2381 h 6383709"/>
              <a:gd name="connsiteX3-99" fmla="*/ 12194381 w 12194381"/>
              <a:gd name="connsiteY3-100" fmla="*/ 6383709 h 6383709"/>
              <a:gd name="connsiteX4-101" fmla="*/ 2381 w 12194381"/>
              <a:gd name="connsiteY4-102" fmla="*/ 6383709 h 6383709"/>
              <a:gd name="connsiteX5-103" fmla="*/ 0 w 12194381"/>
              <a:gd name="connsiteY5-104" fmla="*/ 5569743 h 6383709"/>
              <a:gd name="connsiteX6-105" fmla="*/ 2643187 w 12194381"/>
              <a:gd name="connsiteY6-106" fmla="*/ 4186237 h 6383709"/>
              <a:gd name="connsiteX0-107" fmla="*/ 2500312 w 12194381"/>
              <a:gd name="connsiteY0-108" fmla="*/ 4129087 h 6383709"/>
              <a:gd name="connsiteX1-109" fmla="*/ 2495549 w 12194381"/>
              <a:gd name="connsiteY1-110" fmla="*/ 0 h 6383709"/>
              <a:gd name="connsiteX2-111" fmla="*/ 12194381 w 12194381"/>
              <a:gd name="connsiteY2-112" fmla="*/ 2381 h 6383709"/>
              <a:gd name="connsiteX3-113" fmla="*/ 12194381 w 12194381"/>
              <a:gd name="connsiteY3-114" fmla="*/ 6383709 h 6383709"/>
              <a:gd name="connsiteX4-115" fmla="*/ 2381 w 12194381"/>
              <a:gd name="connsiteY4-116" fmla="*/ 6383709 h 6383709"/>
              <a:gd name="connsiteX5-117" fmla="*/ 0 w 12194381"/>
              <a:gd name="connsiteY5-118" fmla="*/ 5569743 h 6383709"/>
              <a:gd name="connsiteX6-119" fmla="*/ 2500312 w 12194381"/>
              <a:gd name="connsiteY6-120" fmla="*/ 4129087 h 6383709"/>
              <a:gd name="connsiteX0-121" fmla="*/ 2500312 w 12194381"/>
              <a:gd name="connsiteY0-122" fmla="*/ 4129087 h 6383709"/>
              <a:gd name="connsiteX1-123" fmla="*/ 2495549 w 12194381"/>
              <a:gd name="connsiteY1-124" fmla="*/ 0 h 6383709"/>
              <a:gd name="connsiteX2-125" fmla="*/ 12194381 w 12194381"/>
              <a:gd name="connsiteY2-126" fmla="*/ 2381 h 6383709"/>
              <a:gd name="connsiteX3-127" fmla="*/ 12194381 w 12194381"/>
              <a:gd name="connsiteY3-128" fmla="*/ 6383709 h 6383709"/>
              <a:gd name="connsiteX4-129" fmla="*/ 2381 w 12194381"/>
              <a:gd name="connsiteY4-130" fmla="*/ 6383709 h 6383709"/>
              <a:gd name="connsiteX5-131" fmla="*/ 0 w 12194381"/>
              <a:gd name="connsiteY5-132" fmla="*/ 5569743 h 6383709"/>
              <a:gd name="connsiteX6-133" fmla="*/ 2445544 w 12194381"/>
              <a:gd name="connsiteY6-134" fmla="*/ 4160045 h 6383709"/>
              <a:gd name="connsiteX7" fmla="*/ 2500312 w 12194381"/>
              <a:gd name="connsiteY7" fmla="*/ 4129087 h 6383709"/>
              <a:gd name="connsiteX0-135" fmla="*/ 2500312 w 12194381"/>
              <a:gd name="connsiteY0-136" fmla="*/ 4076700 h 6383709"/>
              <a:gd name="connsiteX1-137" fmla="*/ 2495549 w 12194381"/>
              <a:gd name="connsiteY1-138" fmla="*/ 0 h 6383709"/>
              <a:gd name="connsiteX2-139" fmla="*/ 12194381 w 12194381"/>
              <a:gd name="connsiteY2-140" fmla="*/ 2381 h 6383709"/>
              <a:gd name="connsiteX3-141" fmla="*/ 12194381 w 12194381"/>
              <a:gd name="connsiteY3-142" fmla="*/ 6383709 h 6383709"/>
              <a:gd name="connsiteX4-143" fmla="*/ 2381 w 12194381"/>
              <a:gd name="connsiteY4-144" fmla="*/ 6383709 h 6383709"/>
              <a:gd name="connsiteX5-145" fmla="*/ 0 w 12194381"/>
              <a:gd name="connsiteY5-146" fmla="*/ 5569743 h 6383709"/>
              <a:gd name="connsiteX6-147" fmla="*/ 2445544 w 12194381"/>
              <a:gd name="connsiteY6-148" fmla="*/ 4160045 h 6383709"/>
              <a:gd name="connsiteX7-149" fmla="*/ 2500312 w 12194381"/>
              <a:gd name="connsiteY7-150" fmla="*/ 4076700 h 6383709"/>
              <a:gd name="connsiteX0-151" fmla="*/ 2500312 w 12194381"/>
              <a:gd name="connsiteY0-152" fmla="*/ 4076700 h 6383709"/>
              <a:gd name="connsiteX1-153" fmla="*/ 2495549 w 12194381"/>
              <a:gd name="connsiteY1-154" fmla="*/ 0 h 6383709"/>
              <a:gd name="connsiteX2-155" fmla="*/ 12194381 w 12194381"/>
              <a:gd name="connsiteY2-156" fmla="*/ 2381 h 6383709"/>
              <a:gd name="connsiteX3-157" fmla="*/ 12194381 w 12194381"/>
              <a:gd name="connsiteY3-158" fmla="*/ 6383709 h 6383709"/>
              <a:gd name="connsiteX4-159" fmla="*/ 2381 w 12194381"/>
              <a:gd name="connsiteY4-160" fmla="*/ 6383709 h 6383709"/>
              <a:gd name="connsiteX5-161" fmla="*/ 0 w 12194381"/>
              <a:gd name="connsiteY5-162" fmla="*/ 5569743 h 6383709"/>
              <a:gd name="connsiteX6-163" fmla="*/ 2445544 w 12194381"/>
              <a:gd name="connsiteY6-164" fmla="*/ 4160045 h 6383709"/>
              <a:gd name="connsiteX7-165" fmla="*/ 2500312 w 12194381"/>
              <a:gd name="connsiteY7-166" fmla="*/ 4076700 h 6383709"/>
              <a:gd name="connsiteX0-167" fmla="*/ 2500312 w 12194381"/>
              <a:gd name="connsiteY0-168" fmla="*/ 4076700 h 6383709"/>
              <a:gd name="connsiteX1-169" fmla="*/ 2495549 w 12194381"/>
              <a:gd name="connsiteY1-170" fmla="*/ 0 h 6383709"/>
              <a:gd name="connsiteX2-171" fmla="*/ 12194381 w 12194381"/>
              <a:gd name="connsiteY2-172" fmla="*/ 2381 h 6383709"/>
              <a:gd name="connsiteX3-173" fmla="*/ 12194381 w 12194381"/>
              <a:gd name="connsiteY3-174" fmla="*/ 6383709 h 6383709"/>
              <a:gd name="connsiteX4-175" fmla="*/ 2381 w 12194381"/>
              <a:gd name="connsiteY4-176" fmla="*/ 6383709 h 6383709"/>
              <a:gd name="connsiteX5-177" fmla="*/ 0 w 12194381"/>
              <a:gd name="connsiteY5-178" fmla="*/ 5569743 h 6383709"/>
              <a:gd name="connsiteX6-179" fmla="*/ 2445544 w 12194381"/>
              <a:gd name="connsiteY6-180" fmla="*/ 4160045 h 6383709"/>
              <a:gd name="connsiteX7-181" fmla="*/ 2500312 w 12194381"/>
              <a:gd name="connsiteY7-182" fmla="*/ 4076700 h 6383709"/>
              <a:gd name="connsiteX0-183" fmla="*/ 2500312 w 12194381"/>
              <a:gd name="connsiteY0-184" fmla="*/ 4050506 h 6383709"/>
              <a:gd name="connsiteX1-185" fmla="*/ 2495549 w 12194381"/>
              <a:gd name="connsiteY1-186" fmla="*/ 0 h 6383709"/>
              <a:gd name="connsiteX2-187" fmla="*/ 12194381 w 12194381"/>
              <a:gd name="connsiteY2-188" fmla="*/ 2381 h 6383709"/>
              <a:gd name="connsiteX3-189" fmla="*/ 12194381 w 12194381"/>
              <a:gd name="connsiteY3-190" fmla="*/ 6383709 h 6383709"/>
              <a:gd name="connsiteX4-191" fmla="*/ 2381 w 12194381"/>
              <a:gd name="connsiteY4-192" fmla="*/ 6383709 h 6383709"/>
              <a:gd name="connsiteX5-193" fmla="*/ 0 w 12194381"/>
              <a:gd name="connsiteY5-194" fmla="*/ 5569743 h 6383709"/>
              <a:gd name="connsiteX6-195" fmla="*/ 2445544 w 12194381"/>
              <a:gd name="connsiteY6-196" fmla="*/ 4160045 h 6383709"/>
              <a:gd name="connsiteX7-197" fmla="*/ 2500312 w 12194381"/>
              <a:gd name="connsiteY7-198" fmla="*/ 4050506 h 6383709"/>
              <a:gd name="connsiteX0-199" fmla="*/ 2500312 w 12194381"/>
              <a:gd name="connsiteY0-200" fmla="*/ 4050506 h 6383709"/>
              <a:gd name="connsiteX1-201" fmla="*/ 2495549 w 12194381"/>
              <a:gd name="connsiteY1-202" fmla="*/ 0 h 6383709"/>
              <a:gd name="connsiteX2-203" fmla="*/ 12194381 w 12194381"/>
              <a:gd name="connsiteY2-204" fmla="*/ 2381 h 6383709"/>
              <a:gd name="connsiteX3-205" fmla="*/ 12194381 w 12194381"/>
              <a:gd name="connsiteY3-206" fmla="*/ 6383709 h 6383709"/>
              <a:gd name="connsiteX4-207" fmla="*/ 2381 w 12194381"/>
              <a:gd name="connsiteY4-208" fmla="*/ 6383709 h 6383709"/>
              <a:gd name="connsiteX5-209" fmla="*/ 0 w 12194381"/>
              <a:gd name="connsiteY5-210" fmla="*/ 5569743 h 6383709"/>
              <a:gd name="connsiteX6-211" fmla="*/ 2445544 w 12194381"/>
              <a:gd name="connsiteY6-212" fmla="*/ 4160045 h 6383709"/>
              <a:gd name="connsiteX7-213" fmla="*/ 2500312 w 12194381"/>
              <a:gd name="connsiteY7-214" fmla="*/ 4050506 h 6383709"/>
              <a:gd name="connsiteX0-215" fmla="*/ 2500312 w 12194381"/>
              <a:gd name="connsiteY0-216" fmla="*/ 4052887 h 6383709"/>
              <a:gd name="connsiteX1-217" fmla="*/ 2495549 w 12194381"/>
              <a:gd name="connsiteY1-218" fmla="*/ 0 h 6383709"/>
              <a:gd name="connsiteX2-219" fmla="*/ 12194381 w 12194381"/>
              <a:gd name="connsiteY2-220" fmla="*/ 2381 h 6383709"/>
              <a:gd name="connsiteX3-221" fmla="*/ 12194381 w 12194381"/>
              <a:gd name="connsiteY3-222" fmla="*/ 6383709 h 6383709"/>
              <a:gd name="connsiteX4-223" fmla="*/ 2381 w 12194381"/>
              <a:gd name="connsiteY4-224" fmla="*/ 6383709 h 6383709"/>
              <a:gd name="connsiteX5-225" fmla="*/ 0 w 12194381"/>
              <a:gd name="connsiteY5-226" fmla="*/ 5569743 h 6383709"/>
              <a:gd name="connsiteX6-227" fmla="*/ 2445544 w 12194381"/>
              <a:gd name="connsiteY6-228" fmla="*/ 4160045 h 6383709"/>
              <a:gd name="connsiteX7-229" fmla="*/ 2500312 w 12194381"/>
              <a:gd name="connsiteY7-230" fmla="*/ 4052887 h 6383709"/>
              <a:gd name="connsiteX0-231" fmla="*/ 2528887 w 12222956"/>
              <a:gd name="connsiteY0-232" fmla="*/ 4052887 h 6383709"/>
              <a:gd name="connsiteX1-233" fmla="*/ 2524124 w 12222956"/>
              <a:gd name="connsiteY1-234" fmla="*/ 0 h 6383709"/>
              <a:gd name="connsiteX2-235" fmla="*/ 12222956 w 12222956"/>
              <a:gd name="connsiteY2-236" fmla="*/ 2381 h 6383709"/>
              <a:gd name="connsiteX3-237" fmla="*/ 12222956 w 12222956"/>
              <a:gd name="connsiteY3-238" fmla="*/ 6383709 h 6383709"/>
              <a:gd name="connsiteX4-239" fmla="*/ 30956 w 12222956"/>
              <a:gd name="connsiteY4-240" fmla="*/ 6383709 h 6383709"/>
              <a:gd name="connsiteX5-241" fmla="*/ 0 w 12222956"/>
              <a:gd name="connsiteY5-242" fmla="*/ 5536405 h 6383709"/>
              <a:gd name="connsiteX6-243" fmla="*/ 2474119 w 12222956"/>
              <a:gd name="connsiteY6-244" fmla="*/ 4160045 h 6383709"/>
              <a:gd name="connsiteX7-245" fmla="*/ 2528887 w 12222956"/>
              <a:gd name="connsiteY7-246" fmla="*/ 4052887 h 6383709"/>
              <a:gd name="connsiteX0-247" fmla="*/ 2502693 w 12196762"/>
              <a:gd name="connsiteY0-248" fmla="*/ 4052887 h 6383709"/>
              <a:gd name="connsiteX1-249" fmla="*/ 2497930 w 12196762"/>
              <a:gd name="connsiteY1-250" fmla="*/ 0 h 6383709"/>
              <a:gd name="connsiteX2-251" fmla="*/ 12196762 w 12196762"/>
              <a:gd name="connsiteY2-252" fmla="*/ 2381 h 6383709"/>
              <a:gd name="connsiteX3-253" fmla="*/ 12196762 w 12196762"/>
              <a:gd name="connsiteY3-254" fmla="*/ 6383709 h 6383709"/>
              <a:gd name="connsiteX4-255" fmla="*/ 4762 w 12196762"/>
              <a:gd name="connsiteY4-256" fmla="*/ 6383709 h 6383709"/>
              <a:gd name="connsiteX5-257" fmla="*/ 0 w 12196762"/>
              <a:gd name="connsiteY5-258" fmla="*/ 5567362 h 6383709"/>
              <a:gd name="connsiteX6-259" fmla="*/ 2447925 w 12196762"/>
              <a:gd name="connsiteY6-260" fmla="*/ 4160045 h 6383709"/>
              <a:gd name="connsiteX7-261" fmla="*/ 2502693 w 12196762"/>
              <a:gd name="connsiteY7-262" fmla="*/ 4052887 h 6383709"/>
              <a:gd name="connsiteX0-263" fmla="*/ 2502693 w 12196762"/>
              <a:gd name="connsiteY0-264" fmla="*/ 4052887 h 6383709"/>
              <a:gd name="connsiteX1-265" fmla="*/ 2497930 w 12196762"/>
              <a:gd name="connsiteY1-266" fmla="*/ 0 h 6383709"/>
              <a:gd name="connsiteX2-267" fmla="*/ 12196762 w 12196762"/>
              <a:gd name="connsiteY2-268" fmla="*/ 2381 h 6383709"/>
              <a:gd name="connsiteX3-269" fmla="*/ 12196762 w 12196762"/>
              <a:gd name="connsiteY3-270" fmla="*/ 6383709 h 6383709"/>
              <a:gd name="connsiteX4-271" fmla="*/ 4762 w 12196762"/>
              <a:gd name="connsiteY4-272" fmla="*/ 6383709 h 6383709"/>
              <a:gd name="connsiteX5-273" fmla="*/ 0 w 12196762"/>
              <a:gd name="connsiteY5-274" fmla="*/ 5567362 h 6383709"/>
              <a:gd name="connsiteX6-275" fmla="*/ 2447925 w 12196762"/>
              <a:gd name="connsiteY6-276" fmla="*/ 4160045 h 6383709"/>
              <a:gd name="connsiteX7-277" fmla="*/ 2502693 w 12196762"/>
              <a:gd name="connsiteY7-278" fmla="*/ 4052887 h 6383709"/>
              <a:gd name="connsiteX0-279" fmla="*/ 2502693 w 12196762"/>
              <a:gd name="connsiteY0-280" fmla="*/ 4052887 h 6383709"/>
              <a:gd name="connsiteX1-281" fmla="*/ 2497930 w 12196762"/>
              <a:gd name="connsiteY1-282" fmla="*/ 0 h 6383709"/>
              <a:gd name="connsiteX2-283" fmla="*/ 12196762 w 12196762"/>
              <a:gd name="connsiteY2-284" fmla="*/ 2381 h 6383709"/>
              <a:gd name="connsiteX3-285" fmla="*/ 12196762 w 12196762"/>
              <a:gd name="connsiteY3-286" fmla="*/ 6383709 h 6383709"/>
              <a:gd name="connsiteX4-287" fmla="*/ 4762 w 12196762"/>
              <a:gd name="connsiteY4-288" fmla="*/ 6383709 h 6383709"/>
              <a:gd name="connsiteX5-289" fmla="*/ 0 w 12196762"/>
              <a:gd name="connsiteY5-290" fmla="*/ 5567362 h 6383709"/>
              <a:gd name="connsiteX6-291" fmla="*/ 2443163 w 12196762"/>
              <a:gd name="connsiteY6-292" fmla="*/ 4160045 h 6383709"/>
              <a:gd name="connsiteX7-293" fmla="*/ 2502693 w 12196762"/>
              <a:gd name="connsiteY7-294" fmla="*/ 4052887 h 6383709"/>
              <a:gd name="connsiteX0-295" fmla="*/ 2502693 w 12196762"/>
              <a:gd name="connsiteY0-296" fmla="*/ 4052887 h 6383709"/>
              <a:gd name="connsiteX1-297" fmla="*/ 2497930 w 12196762"/>
              <a:gd name="connsiteY1-298" fmla="*/ 0 h 6383709"/>
              <a:gd name="connsiteX2-299" fmla="*/ 12196762 w 12196762"/>
              <a:gd name="connsiteY2-300" fmla="*/ 2381 h 6383709"/>
              <a:gd name="connsiteX3-301" fmla="*/ 12196762 w 12196762"/>
              <a:gd name="connsiteY3-302" fmla="*/ 6383709 h 6383709"/>
              <a:gd name="connsiteX4-303" fmla="*/ 4762 w 12196762"/>
              <a:gd name="connsiteY4-304" fmla="*/ 6383709 h 6383709"/>
              <a:gd name="connsiteX5-305" fmla="*/ 0 w 12196762"/>
              <a:gd name="connsiteY5-306" fmla="*/ 5567362 h 6383709"/>
              <a:gd name="connsiteX6-307" fmla="*/ 2443163 w 12196762"/>
              <a:gd name="connsiteY6-308" fmla="*/ 4160045 h 6383709"/>
              <a:gd name="connsiteX7-309" fmla="*/ 2502693 w 12196762"/>
              <a:gd name="connsiteY7-310" fmla="*/ 4052887 h 6383709"/>
              <a:gd name="connsiteX0-311" fmla="*/ 2502693 w 12196762"/>
              <a:gd name="connsiteY0-312" fmla="*/ 4052887 h 6383709"/>
              <a:gd name="connsiteX1-313" fmla="*/ 2497930 w 12196762"/>
              <a:gd name="connsiteY1-314" fmla="*/ 0 h 6383709"/>
              <a:gd name="connsiteX2-315" fmla="*/ 12196762 w 12196762"/>
              <a:gd name="connsiteY2-316" fmla="*/ 2381 h 6383709"/>
              <a:gd name="connsiteX3-317" fmla="*/ 12196762 w 12196762"/>
              <a:gd name="connsiteY3-318" fmla="*/ 6383709 h 6383709"/>
              <a:gd name="connsiteX4-319" fmla="*/ 4762 w 12196762"/>
              <a:gd name="connsiteY4-320" fmla="*/ 6383709 h 6383709"/>
              <a:gd name="connsiteX5-321" fmla="*/ 0 w 12196762"/>
              <a:gd name="connsiteY5-322" fmla="*/ 5567362 h 6383709"/>
              <a:gd name="connsiteX6-323" fmla="*/ 2457450 w 12196762"/>
              <a:gd name="connsiteY6-324" fmla="*/ 4152902 h 6383709"/>
              <a:gd name="connsiteX7-325" fmla="*/ 2502693 w 12196762"/>
              <a:gd name="connsiteY7-326" fmla="*/ 4052887 h 6383709"/>
              <a:gd name="connsiteX0-327" fmla="*/ 2502693 w 12196762"/>
              <a:gd name="connsiteY0-328" fmla="*/ 4052887 h 6428952"/>
              <a:gd name="connsiteX1-329" fmla="*/ 2497930 w 12196762"/>
              <a:gd name="connsiteY1-330" fmla="*/ 0 h 6428952"/>
              <a:gd name="connsiteX2-331" fmla="*/ 12196762 w 12196762"/>
              <a:gd name="connsiteY2-332" fmla="*/ 2381 h 6428952"/>
              <a:gd name="connsiteX3-333" fmla="*/ 12196762 w 12196762"/>
              <a:gd name="connsiteY3-334" fmla="*/ 6383709 h 6428952"/>
              <a:gd name="connsiteX4-335" fmla="*/ 4762 w 12196762"/>
              <a:gd name="connsiteY4-336" fmla="*/ 6428952 h 6428952"/>
              <a:gd name="connsiteX5-337" fmla="*/ 0 w 12196762"/>
              <a:gd name="connsiteY5-338" fmla="*/ 5567362 h 6428952"/>
              <a:gd name="connsiteX6-339" fmla="*/ 2457450 w 12196762"/>
              <a:gd name="connsiteY6-340" fmla="*/ 4152902 h 6428952"/>
              <a:gd name="connsiteX7-341" fmla="*/ 2502693 w 12196762"/>
              <a:gd name="connsiteY7-342" fmla="*/ 4052887 h 6428952"/>
              <a:gd name="connsiteX0-343" fmla="*/ 2502693 w 12199143"/>
              <a:gd name="connsiteY0-344" fmla="*/ 4052887 h 6431334"/>
              <a:gd name="connsiteX1-345" fmla="*/ 2497930 w 12199143"/>
              <a:gd name="connsiteY1-346" fmla="*/ 0 h 6431334"/>
              <a:gd name="connsiteX2-347" fmla="*/ 12196762 w 12199143"/>
              <a:gd name="connsiteY2-348" fmla="*/ 2381 h 6431334"/>
              <a:gd name="connsiteX3-349" fmla="*/ 12199143 w 12199143"/>
              <a:gd name="connsiteY3-350" fmla="*/ 6431334 h 6431334"/>
              <a:gd name="connsiteX4-351" fmla="*/ 4762 w 12199143"/>
              <a:gd name="connsiteY4-352" fmla="*/ 6428952 h 6431334"/>
              <a:gd name="connsiteX5-353" fmla="*/ 0 w 12199143"/>
              <a:gd name="connsiteY5-354" fmla="*/ 5567362 h 6431334"/>
              <a:gd name="connsiteX6-355" fmla="*/ 2457450 w 12199143"/>
              <a:gd name="connsiteY6-356" fmla="*/ 4152902 h 6431334"/>
              <a:gd name="connsiteX7-357" fmla="*/ 2502693 w 12199143"/>
              <a:gd name="connsiteY7-358" fmla="*/ 4052887 h 6431334"/>
            </a:gdLst>
            <a:ahLst/>
            <a:cxnLst/>
            <a:rect l="l" t="t" r="r" b="b"/>
            <a:pathLst>
              <a:path w="12199143" h="6431334">
                <a:moveTo>
                  <a:pt x="2502693" y="4052887"/>
                </a:moveTo>
                <a:cubicBezTo>
                  <a:pt x="2499518" y="2677318"/>
                  <a:pt x="2496343" y="6350"/>
                  <a:pt x="2497930" y="0"/>
                </a:cubicBezTo>
                <a:lnTo>
                  <a:pt x="12196762" y="2381"/>
                </a:lnTo>
                <a:cubicBezTo>
                  <a:pt x="12197556" y="2145365"/>
                  <a:pt x="12198349" y="4288350"/>
                  <a:pt x="12199143" y="6431334"/>
                </a:cubicBezTo>
                <a:lnTo>
                  <a:pt x="4762" y="6428952"/>
                </a:lnTo>
                <a:cubicBezTo>
                  <a:pt x="3968" y="6157630"/>
                  <a:pt x="794" y="5838684"/>
                  <a:pt x="0" y="5567362"/>
                </a:cubicBezTo>
                <a:cubicBezTo>
                  <a:pt x="1587" y="5572125"/>
                  <a:pt x="2446338" y="4150520"/>
                  <a:pt x="2457450" y="4152902"/>
                </a:cubicBezTo>
                <a:cubicBezTo>
                  <a:pt x="2494756" y="4127501"/>
                  <a:pt x="2498724" y="4121151"/>
                  <a:pt x="2502693" y="4052887"/>
                </a:cubicBezTo>
                <a:close/>
              </a:path>
            </a:pathLst>
          </a:custGeom>
        </p:spPr>
        <p:txBody>
          <a:bodyPr/>
          <a:lstStyle>
            <a:lvl1pPr>
              <a:buNone/>
              <a:defRPr sz="900"/>
            </a:lvl1pPr>
          </a:lstStyle>
          <a:p>
            <a:pPr marL="0" marR="0" lv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40000"/>
              <a:buFont typeface="Arial" panose="020B0604020202020204"/>
              <a:buNone/>
            </a:pPr>
            <a:r>
              <a:t>　　　　　　　　　　　　　　　　　　　　　　Click icon to add element, or select to remove</a:t>
            </a:r>
          </a:p>
        </p:txBody>
      </p:sp>
      <p:sp>
        <p:nvSpPr>
          <p:cNvPr id="22" name="テキスト プレースホルダー 21"/>
          <p:cNvSpPr>
            <a:spLocks noGrp="1"/>
          </p:cNvSpPr>
          <p:nvPr>
            <p:ph type="body" idx="11" hasCustomPrompt="1"/>
          </p:nvPr>
        </p:nvSpPr>
        <p:spPr>
          <a:xfrm>
            <a:off x="540000" y="2420888"/>
            <a:ext cx="1476000" cy="1008000"/>
          </a:xfrm>
        </p:spPr>
        <p:txBody>
          <a:bodyPr anchor="ctr">
            <a:noAutofit/>
          </a:bodyPr>
          <a:lstStyle>
            <a:lvl1pPr algn="ctr">
              <a:lnSpc>
                <a:spcPct val="100000"/>
              </a:lnSpc>
              <a:buNone/>
              <a:defRPr sz="84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#1</a:t>
            </a:r>
          </a:p>
        </p:txBody>
      </p:sp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071664" y="2672888"/>
            <a:ext cx="8400336" cy="504000"/>
          </a:xfrm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Divider Slide (YaHei, Bold, 40px) </a:t>
            </a:r>
          </a:p>
        </p:txBody>
      </p:sp>
      <p:sp>
        <p:nvSpPr>
          <p:cNvPr id="3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1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2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18"/>
          <p:cNvSpPr>
            <a:spLocks noGrp="1"/>
          </p:cNvSpPr>
          <p:nvPr>
            <p:ph type="title" hasCustomPrompt="1"/>
          </p:nvPr>
        </p:nvSpPr>
        <p:spPr>
          <a:xfrm>
            <a:off x="3575720" y="2439000"/>
            <a:ext cx="7896280" cy="1980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buNone/>
              <a:defRPr sz="4000" b="1">
                <a:solidFill>
                  <a:schemeClr val="bg2"/>
                </a:solidFill>
              </a:defRPr>
            </a:lvl1pPr>
          </a:lstStyle>
          <a:p>
            <a:r>
              <a:t>Ending Remarks Here (YaHei, Bold, 40px, grey)  </a:t>
            </a:r>
          </a:p>
        </p:txBody>
      </p:sp>
      <p:sp>
        <p:nvSpPr>
          <p:cNvPr id="2" name="フッター プレースホルダー 3"/>
          <p:cNvSpPr>
            <a:spLocks noGrp="1"/>
          </p:cNvSpPr>
          <p:nvPr/>
        </p:nvSpPr>
        <p:spPr>
          <a:xfrm>
            <a:off x="9296400" y="6498000"/>
            <a:ext cx="2520000" cy="144000"/>
          </a:xfrm>
          <a:prstGeom prst="rect">
            <a:avLst/>
          </a:prstGeom>
        </p:spPr>
        <p:txBody>
          <a:bodyPr vert="horz" lIns="0" tIns="0" rIns="0" bIns="0" anchor="ctr"/>
          <a:lstStyle>
            <a:lvl1pPr marL="0" algn="l" defTabSz="914400">
              <a:buNone/>
              <a:defRPr sz="800" kern="1200">
                <a:solidFill>
                  <a:schemeClr val="bg2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r">
              <a:buNone/>
            </a:pPr>
            <a:r>
              <a:rPr sz="1200" b="0" i="0">
                <a:solidFill>
                  <a:schemeClr val="tx2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Limited Disclosure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  <p:sldLayoutId id="2147483708" r:id="rId18"/>
    <p:sldLayoutId id="2147483709" r:id="rId19"/>
    <p:sldLayoutId id="2147483710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C68DA-264C-4CBC-ABC7-D9DA2C544D1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  <p:sldLayoutId id="2147483731" r:id="rId20"/>
  </p:sldLayoutIdLst>
  <p:hf sldNum="0" hdr="0" ftr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0" indent="0" algn="l" defTabSz="914400">
        <a:lnSpc>
          <a:spcPct val="90000"/>
        </a:lnSpc>
        <a:spcBef>
          <a:spcPts val="1000"/>
        </a:spcBef>
        <a:buSzPct val="140000"/>
        <a:buFont typeface="Arial" panose="020B0604020202020204"/>
        <a:buNone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indent="0" algn="l" defTabSz="914400">
        <a:lnSpc>
          <a:spcPct val="90000"/>
        </a:lnSpc>
        <a:spcBef>
          <a:spcPts val="500"/>
        </a:spcBef>
        <a:buSzPct val="140000"/>
        <a:buFont typeface="Arial" panose="020B0604020202020204"/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hyperlink" Target="file:///C:\Users\WME20901\Desktop\ZBPLC_Projects\WIN_20260722_13_09_46_Pro.mp4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4140000" y="3528000"/>
            <a:ext cx="7332000" cy="1413168"/>
          </a:xfrm>
        </p:spPr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从产线认知到机器人双点检测动作改造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张博｜南京理工大学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控制工程</a:t>
            </a:r>
            <a:endParaRPr dirty="0"/>
          </a:p>
          <a:p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2026.07.13—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2026.</a:t>
            </a:r>
            <a:r>
              <a:rPr sz="15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08.12</a:t>
            </a:r>
            <a:endParaRPr dirty="0"/>
          </a:p>
          <a:p>
            <a:pPr algn="l"/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无锡村田电子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·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村田二场</a:t>
            </a:r>
            <a:r>
              <a:rPr sz="1400" b="0" dirty="0">
                <a:solidFill>
                  <a:srgbClr val="F5002F"/>
                </a:solidFill>
                <a:latin typeface="微软雅黑" panose="020B0503020204020204" charset="-122"/>
              </a:rPr>
              <a:t> ｜ 2026 </a:t>
            </a:r>
            <a:r>
              <a:rPr sz="1400" b="0" dirty="0" err="1">
                <a:solidFill>
                  <a:srgbClr val="F5002F"/>
                </a:solidFill>
                <a:latin typeface="微软雅黑" panose="020B0503020204020204" charset="-122"/>
              </a:rPr>
              <a:t>暑期夏令营结业汇报</a:t>
            </a:r>
            <a:endParaRPr sz="14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把知识装进产线</a:t>
            </a:r>
            <a:endParaRPr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</a:p>
          <a:p>
            <a:r>
              <a:rPr sz="1100" b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 / 14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2616E8A-A4F7-166B-DC52-E285E9AAD2B5}"/>
              </a:ext>
            </a:extLst>
          </p:cNvPr>
          <p:cNvSpPr txBox="1"/>
          <p:nvPr/>
        </p:nvSpPr>
        <p:spPr>
          <a:xfrm>
            <a:off x="8469680" y="5608391"/>
            <a:ext cx="3600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rgbClr val="F5002F"/>
                </a:solidFill>
                <a:latin typeface="微软雅黑" panose="020B0503020204020204" charset="-122"/>
              </a:rPr>
              <a:t>本报告中部分示意图、效果图由</a:t>
            </a:r>
            <a:r>
              <a:rPr lang="en-US" altLang="zh-CN" sz="1400" b="1" dirty="0">
                <a:solidFill>
                  <a:srgbClr val="F5002F"/>
                </a:solidFill>
                <a:latin typeface="微软雅黑" panose="020B0503020204020204" charset="-122"/>
              </a:rPr>
              <a:t>AI</a:t>
            </a:r>
            <a:r>
              <a:rPr lang="zh-CN" altLang="en-US" sz="1400" b="1" dirty="0">
                <a:solidFill>
                  <a:srgbClr val="F5002F"/>
                </a:solidFill>
                <a:latin typeface="微软雅黑" panose="020B0503020204020204" charset="-122"/>
              </a:rPr>
              <a:t>辅助生成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723900" y="5467350"/>
            <a:ext cx="10744200" cy="51435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不只是完成课程，而是把所学汇聚成一个能够在设备上执行的动作单元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一个月里，我从“参观者”走到了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</a:t>
            </a:r>
            <a:r>
              <a:rPr lang="zh-CN" altLang="en-US"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者”</a:t>
            </a:r>
            <a:endParaRPr dirty="0"/>
          </a:p>
        </p:txBody>
      </p:sp>
      <p:sp>
        <p:nvSpPr>
          <p:cNvPr id="4" name="s02-days"/>
          <p:cNvSpPr>
            <a:spLocks noGrp="1"/>
          </p:cNvSpPr>
          <p:nvPr/>
        </p:nvSpPr>
        <p:spPr>
          <a:xfrm>
            <a:off x="762000" y="1162050"/>
            <a:ext cx="171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30天</a:t>
            </a:r>
          </a:p>
        </p:txBody>
      </p:sp>
      <p:sp>
        <p:nvSpPr>
          <p:cNvPr id="5" name="s02-date"/>
          <p:cNvSpPr>
            <a:spLocks noGrp="1"/>
          </p:cNvSpPr>
          <p:nvPr/>
        </p:nvSpPr>
        <p:spPr>
          <a:xfrm>
            <a:off x="800100" y="1952625"/>
            <a:ext cx="1809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7.13—8.12</a:t>
            </a:r>
          </a:p>
        </p:txBody>
      </p:sp>
      <p:sp>
        <p:nvSpPr>
          <p:cNvPr id="6" name="s02-flow-line"/>
          <p:cNvSpPr>
            <a:spLocks noGrp="1"/>
          </p:cNvSpPr>
          <p:nvPr/>
        </p:nvSpPr>
        <p:spPr>
          <a:xfrm>
            <a:off x="2667000" y="272415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2-01-num"/>
          <p:cNvSpPr>
            <a:spLocks noGrp="1"/>
          </p:cNvSpPr>
          <p:nvPr/>
        </p:nvSpPr>
        <p:spPr>
          <a:xfrm>
            <a:off x="28575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2-01-title"/>
          <p:cNvSpPr>
            <a:spLocks noGrp="1"/>
          </p:cNvSpPr>
          <p:nvPr/>
        </p:nvSpPr>
        <p:spPr>
          <a:xfrm>
            <a:off x="28575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参观者</a:t>
            </a:r>
          </a:p>
        </p:txBody>
      </p:sp>
      <p:sp>
        <p:nvSpPr>
          <p:cNvPr id="9" name="s02-01-detail"/>
          <p:cNvSpPr>
            <a:spLocks noGrp="1"/>
          </p:cNvSpPr>
          <p:nvPr/>
        </p:nvSpPr>
        <p:spPr>
          <a:xfrm>
            <a:off x="28575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认识安全、设备与生产逻辑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s02-02-num"/>
          <p:cNvSpPr>
            <a:spLocks noGrp="1"/>
          </p:cNvSpPr>
          <p:nvPr/>
        </p:nvSpPr>
        <p:spPr>
          <a:xfrm>
            <a:off x="561975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2-02-title"/>
          <p:cNvSpPr>
            <a:spLocks noGrp="1"/>
          </p:cNvSpPr>
          <p:nvPr/>
        </p:nvSpPr>
        <p:spPr>
          <a:xfrm>
            <a:off x="561975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学习者</a:t>
            </a:r>
          </a:p>
        </p:txBody>
      </p:sp>
      <p:sp>
        <p:nvSpPr>
          <p:cNvPr id="12" name="s02-02-detail"/>
          <p:cNvSpPr>
            <a:spLocks noGrp="1"/>
          </p:cNvSpPr>
          <p:nvPr/>
        </p:nvSpPr>
        <p:spPr>
          <a:xfrm>
            <a:off x="561975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打通PLC、通信与机器人知识链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2-03-num"/>
          <p:cNvSpPr>
            <a:spLocks noGrp="1"/>
          </p:cNvSpPr>
          <p:nvPr/>
        </p:nvSpPr>
        <p:spPr>
          <a:xfrm>
            <a:off x="8382000" y="2209800"/>
            <a:ext cx="685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2-03-title"/>
          <p:cNvSpPr>
            <a:spLocks noGrp="1"/>
          </p:cNvSpPr>
          <p:nvPr/>
        </p:nvSpPr>
        <p:spPr>
          <a:xfrm>
            <a:off x="8382000" y="2857500"/>
            <a:ext cx="200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参与</a:t>
            </a:r>
            <a:r>
              <a:rPr sz="255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者</a:t>
            </a:r>
          </a:p>
        </p:txBody>
      </p:sp>
      <p:sp>
        <p:nvSpPr>
          <p:cNvPr id="15" name="s02-03-detail"/>
          <p:cNvSpPr>
            <a:spLocks noGrp="1"/>
          </p:cNvSpPr>
          <p:nvPr/>
        </p:nvSpPr>
        <p:spPr>
          <a:xfrm>
            <a:off x="8382000" y="3390900"/>
            <a:ext cx="21907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完成机械臂双点检测动作</a:t>
            </a:r>
            <a:endParaRPr sz="15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2-result-rule"/>
          <p:cNvSpPr>
            <a:spLocks noGrp="1"/>
          </p:cNvSpPr>
          <p:nvPr/>
        </p:nvSpPr>
        <p:spPr>
          <a:xfrm>
            <a:off x="762000" y="4629150"/>
            <a:ext cx="10668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2-result"/>
          <p:cNvSpPr>
            <a:spLocks noGrp="1"/>
          </p:cNvSpPr>
          <p:nvPr/>
        </p:nvSpPr>
        <p:spPr>
          <a:xfrm>
            <a:off x="762000" y="4762500"/>
            <a:ext cx="666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1条控制链 · 1个落地动作单元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090842" y="1479798"/>
            <a:ext cx="3333750" cy="2381250"/>
          </a:xfrm>
        </p:spPr>
        <p:txBody>
          <a:bodyPr>
            <a:normAutofit fontScale="92500"/>
          </a:bodyPr>
          <a:lstStyle/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企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安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全</a:t>
            </a:r>
            <a:endParaRPr sz="110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产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业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技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术</a:t>
            </a:r>
            <a:endParaRPr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团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队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交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流</a:t>
            </a:r>
            <a:endParaRPr lang="en-US" sz="1050" dirty="0"/>
          </a:p>
          <a:p>
            <a:pPr>
              <a:lnSpc>
                <a:spcPct val="200000"/>
              </a:lnSpc>
            </a:pP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成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果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输</a:t>
            </a:r>
            <a:r>
              <a:rPr lang="en-US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出</a:t>
            </a:r>
            <a:endParaRPr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夏令营给了广度，部门实践给了深度</a:t>
            </a:r>
          </a:p>
        </p:txBody>
      </p:sp>
      <p:sp>
        <p:nvSpPr>
          <p:cNvPr id="4" name="s03-image-frame"/>
          <p:cNvSpPr>
            <a:spLocks noGrp="1"/>
          </p:cNvSpPr>
          <p:nvPr/>
        </p:nvSpPr>
        <p:spPr>
          <a:xfrm>
            <a:off x="723900" y="1143000"/>
            <a:ext cx="6762750" cy="42291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3"/>
          <a:srcRect l="4716" r="4716"/>
          <a:stretch>
            <a:fillRect/>
          </a:stretch>
        </p:blipFill>
        <p:spPr>
          <a:xfrm>
            <a:off x="762000" y="1181100"/>
            <a:ext cx="6686550" cy="4152900"/>
          </a:xfrm>
          <a:prstGeom prst="rect">
            <a:avLst/>
          </a:prstGeom>
        </p:spPr>
      </p:pic>
      <p:sp>
        <p:nvSpPr>
          <p:cNvPr id="6" name="s03-tag"/>
          <p:cNvSpPr>
            <a:spLocks noGrp="1"/>
          </p:cNvSpPr>
          <p:nvPr/>
        </p:nvSpPr>
        <p:spPr>
          <a:xfrm>
            <a:off x="7810500" y="1123950"/>
            <a:ext cx="3614092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夏令营｜视野广度</a:t>
            </a:r>
            <a:endParaRPr sz="16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3-dot-1"/>
          <p:cNvSpPr>
            <a:spLocks noGrp="1"/>
          </p:cNvSpPr>
          <p:nvPr/>
        </p:nvSpPr>
        <p:spPr>
          <a:xfrm>
            <a:off x="7739608" y="1688232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8" name="s03-dot-2"/>
          <p:cNvSpPr>
            <a:spLocks noGrp="1"/>
          </p:cNvSpPr>
          <p:nvPr/>
        </p:nvSpPr>
        <p:spPr>
          <a:xfrm>
            <a:off x="7739608" y="233630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3-dot-3"/>
          <p:cNvSpPr>
            <a:spLocks noGrp="1"/>
          </p:cNvSpPr>
          <p:nvPr/>
        </p:nvSpPr>
        <p:spPr>
          <a:xfrm>
            <a:off x="7752184" y="2984376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0" name="s03-dot-4"/>
          <p:cNvSpPr>
            <a:spLocks noGrp="1"/>
          </p:cNvSpPr>
          <p:nvPr/>
        </p:nvSpPr>
        <p:spPr>
          <a:xfrm>
            <a:off x="7752184" y="3645024"/>
            <a:ext cx="228600" cy="22860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 fontScale="78211" lnSpcReduction="20000"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1" name="s03-callout-line"/>
          <p:cNvSpPr>
            <a:spLocks noGrp="1"/>
          </p:cNvSpPr>
          <p:nvPr/>
        </p:nvSpPr>
        <p:spPr>
          <a:xfrm>
            <a:off x="7810500" y="4310608"/>
            <a:ext cx="0" cy="9906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03-callout"/>
          <p:cNvSpPr>
            <a:spLocks noGrp="1"/>
          </p:cNvSpPr>
          <p:nvPr/>
        </p:nvSpPr>
        <p:spPr>
          <a:xfrm>
            <a:off x="8039100" y="4248150"/>
            <a:ext cx="3429000" cy="1554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课程让我先理解一家制造企业为什么这样运转，再思考控制工程可以在哪些环节创造价值</a:t>
            </a:r>
            <a:r>
              <a:rPr sz="15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  <a:p>
            <a:pPr algn="l"/>
            <a:r>
              <a:rPr sz="1200" b="0" dirty="0" err="1">
                <a:solidFill>
                  <a:srgbClr val="595959"/>
                </a:solidFill>
                <a:latin typeface="微软雅黑" panose="020B0503020204020204" charset="-122"/>
              </a:rPr>
              <a:t>夏令营以开营讲座、产线参观、跨部门交流等形式，建立对企业整体运转的认知</a:t>
            </a:r>
            <a:r>
              <a:rPr sz="12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76300" y="4800600"/>
            <a:ext cx="4476750" cy="99060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每一步都为下一步服务：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先理解设备，才能安全、准确地修改动作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五个递进阶段，把学习压缩成一条技术路线</a:t>
            </a:r>
          </a:p>
        </p:txBody>
      </p:sp>
      <p:sp>
        <p:nvSpPr>
          <p:cNvPr id="4" name="s04-stage-line"/>
          <p:cNvSpPr>
            <a:spLocks noGrp="1"/>
          </p:cNvSpPr>
          <p:nvPr/>
        </p:nvSpPr>
        <p:spPr>
          <a:xfrm>
            <a:off x="1114425" y="1458094"/>
            <a:ext cx="13023" cy="2769096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4-stage-1"/>
          <p:cNvSpPr>
            <a:spLocks noGrp="1"/>
          </p:cNvSpPr>
          <p:nvPr/>
        </p:nvSpPr>
        <p:spPr>
          <a:xfrm>
            <a:off x="904875" y="126876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04-title-1"/>
          <p:cNvSpPr>
            <a:spLocks noGrp="1"/>
          </p:cNvSpPr>
          <p:nvPr/>
        </p:nvSpPr>
        <p:spPr>
          <a:xfrm>
            <a:off x="1524000" y="1276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现场认知</a:t>
            </a:r>
          </a:p>
        </p:txBody>
      </p:sp>
      <p:sp>
        <p:nvSpPr>
          <p:cNvPr id="7" name="s04-detail-1"/>
          <p:cNvSpPr>
            <a:spLocks noGrp="1"/>
          </p:cNvSpPr>
          <p:nvPr/>
        </p:nvSpPr>
        <p:spPr>
          <a:xfrm>
            <a:off x="1524000" y="1581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安全意识｜SUS合理化线｜UV贴膜线</a:t>
            </a:r>
          </a:p>
        </p:txBody>
      </p:sp>
      <p:sp>
        <p:nvSpPr>
          <p:cNvPr id="8" name="s04-stage-2"/>
          <p:cNvSpPr>
            <a:spLocks noGrp="1"/>
          </p:cNvSpPr>
          <p:nvPr/>
        </p:nvSpPr>
        <p:spPr>
          <a:xfrm>
            <a:off x="904875" y="1982738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04-title-2"/>
          <p:cNvSpPr>
            <a:spLocks noGrp="1"/>
          </p:cNvSpPr>
          <p:nvPr/>
        </p:nvSpPr>
        <p:spPr>
          <a:xfrm>
            <a:off x="1524000" y="19431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PLC与通信</a:t>
            </a:r>
          </a:p>
        </p:txBody>
      </p:sp>
      <p:sp>
        <p:nvSpPr>
          <p:cNvPr id="10" name="s04-detail-2"/>
          <p:cNvSpPr>
            <a:spLocks noGrp="1"/>
          </p:cNvSpPr>
          <p:nvPr/>
        </p:nvSpPr>
        <p:spPr>
          <a:xfrm>
            <a:off x="1524000" y="22479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梯形图｜I/O映射｜ST｜工业以太网</a:t>
            </a:r>
          </a:p>
        </p:txBody>
      </p:sp>
      <p:sp>
        <p:nvSpPr>
          <p:cNvPr id="11" name="s04-stage-3"/>
          <p:cNvSpPr>
            <a:spLocks noGrp="1"/>
          </p:cNvSpPr>
          <p:nvPr/>
        </p:nvSpPr>
        <p:spPr>
          <a:xfrm>
            <a:off x="904875" y="263081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04-title-3"/>
          <p:cNvSpPr>
            <a:spLocks noGrp="1"/>
          </p:cNvSpPr>
          <p:nvPr/>
        </p:nvSpPr>
        <p:spPr>
          <a:xfrm>
            <a:off x="1524000" y="26098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机器人</a:t>
            </a:r>
          </a:p>
        </p:txBody>
      </p:sp>
      <p:sp>
        <p:nvSpPr>
          <p:cNvPr id="13" name="s04-detail-3"/>
          <p:cNvSpPr>
            <a:spLocks noGrp="1"/>
          </p:cNvSpPr>
          <p:nvPr/>
        </p:nvSpPr>
        <p:spPr>
          <a:xfrm>
            <a:off x="1524000" y="2927226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示教器｜坐标系｜低速手动操作</a:t>
            </a:r>
          </a:p>
        </p:txBody>
      </p:sp>
      <p:sp>
        <p:nvSpPr>
          <p:cNvPr id="14" name="s04-stage-4"/>
          <p:cNvSpPr>
            <a:spLocks noGrp="1"/>
          </p:cNvSpPr>
          <p:nvPr/>
        </p:nvSpPr>
        <p:spPr>
          <a:xfrm>
            <a:off x="904875" y="3278882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04-title-4"/>
          <p:cNvSpPr>
            <a:spLocks noGrp="1"/>
          </p:cNvSpPr>
          <p:nvPr/>
        </p:nvSpPr>
        <p:spPr>
          <a:xfrm>
            <a:off x="1524000" y="327660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</a:t>
            </a:r>
          </a:p>
        </p:txBody>
      </p:sp>
      <p:sp>
        <p:nvSpPr>
          <p:cNvPr id="16" name="s04-detail-4"/>
          <p:cNvSpPr>
            <a:spLocks noGrp="1"/>
          </p:cNvSpPr>
          <p:nvPr/>
        </p:nvSpPr>
        <p:spPr>
          <a:xfrm>
            <a:off x="1524000" y="358140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吸取、检测与动作衔接</a:t>
            </a:r>
          </a:p>
        </p:txBody>
      </p:sp>
      <p:sp>
        <p:nvSpPr>
          <p:cNvPr id="17" name="s04-stage-5"/>
          <p:cNvSpPr>
            <a:spLocks noGrp="1"/>
          </p:cNvSpPr>
          <p:nvPr/>
        </p:nvSpPr>
        <p:spPr>
          <a:xfrm>
            <a:off x="904875" y="3933056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04-title-5"/>
          <p:cNvSpPr>
            <a:spLocks noGrp="1"/>
          </p:cNvSpPr>
          <p:nvPr/>
        </p:nvSpPr>
        <p:spPr>
          <a:xfrm>
            <a:off x="1524000" y="3943350"/>
            <a:ext cx="1905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成果沉淀</a:t>
            </a:r>
          </a:p>
        </p:txBody>
      </p:sp>
      <p:sp>
        <p:nvSpPr>
          <p:cNvPr id="19" name="s04-detail-5"/>
          <p:cNvSpPr>
            <a:spLocks noGrp="1"/>
          </p:cNvSpPr>
          <p:nvPr/>
        </p:nvSpPr>
        <p:spPr>
          <a:xfrm>
            <a:off x="1524000" y="42481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资料整理与结业汇报</a:t>
            </a:r>
          </a:p>
        </p:txBody>
      </p:sp>
      <p:sp>
        <p:nvSpPr>
          <p:cNvPr id="20" name="s04-plan-frame"/>
          <p:cNvSpPr>
            <a:spLocks noGrp="1"/>
          </p:cNvSpPr>
          <p:nvPr/>
        </p:nvSpPr>
        <p:spPr>
          <a:xfrm>
            <a:off x="5810250" y="1123950"/>
            <a:ext cx="5657850" cy="4533900"/>
          </a:xfrm>
          <a:prstGeom prst="rect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42" name="图片 41"/>
          <p:cNvPicPr>
            <a:picLocks noChangeAspect="1"/>
          </p:cNvPicPr>
          <p:nvPr/>
        </p:nvPicPr>
        <p:blipFill>
          <a:blip r:embed="rId3"/>
          <a:srcRect t="27550" b="27550"/>
          <a:stretch>
            <a:fillRect/>
          </a:stretch>
        </p:blipFill>
        <p:spPr>
          <a:xfrm>
            <a:off x="5848350" y="1162050"/>
            <a:ext cx="5581650" cy="4457700"/>
          </a:xfrm>
          <a:prstGeom prst="rect">
            <a:avLst/>
          </a:prstGeom>
        </p:spPr>
      </p:pic>
      <p:sp>
        <p:nvSpPr>
          <p:cNvPr id="22" name="s04-image-tag"/>
          <p:cNvSpPr>
            <a:spLocks noGrp="1"/>
          </p:cNvSpPr>
          <p:nvPr/>
        </p:nvSpPr>
        <p:spPr>
          <a:xfrm>
            <a:off x="6191250" y="12573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部门实习计划｜技术深度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57250" y="5476875"/>
            <a:ext cx="10287000" cy="868680"/>
          </a:xfrm>
        </p:spPr>
        <p:txBody>
          <a:bodyPr/>
          <a:lstStyle/>
          <a:p>
            <a:r>
              <a:rPr sz="14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过去知识没有直接给出答案，但让我更快提出正确问题</a:t>
            </a:r>
            <a:r>
              <a:rPr sz="14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dirty="0"/>
          </a:p>
          <a:p>
            <a:pPr algn="l"/>
            <a:r>
              <a:rPr sz="1300" b="0">
                <a:solidFill>
                  <a:srgbClr val="F5002F"/>
                </a:solidFill>
                <a:latin typeface="微软雅黑" panose="020B0503020204020204" charset="-122"/>
              </a:rPr>
              <a:t>三段经历叠加，让我在部门实践中不是从零起步，上手明显更快。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三段既有经历，缩短了理解现场的路径</a:t>
            </a:r>
          </a:p>
        </p:txBody>
      </p:sp>
      <p:sp>
        <p:nvSpPr>
          <p:cNvPr id="4" name="s05-leftbar-0"/>
          <p:cNvSpPr>
            <a:spLocks noGrp="1"/>
          </p:cNvSpPr>
          <p:nvPr/>
        </p:nvSpPr>
        <p:spPr>
          <a:xfrm>
            <a:off x="838200" y="1409700"/>
            <a:ext cx="0" cy="867172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05-source-0"/>
          <p:cNvSpPr>
            <a:spLocks noGrp="1"/>
          </p:cNvSpPr>
          <p:nvPr/>
        </p:nvSpPr>
        <p:spPr>
          <a:xfrm>
            <a:off x="1104900" y="14097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本科PLC毕业设计</a:t>
            </a:r>
          </a:p>
        </p:txBody>
      </p:sp>
      <p:sp>
        <p:nvSpPr>
          <p:cNvPr id="6" name="s05-source-detail-0"/>
          <p:cNvSpPr>
            <a:spLocks noGrp="1"/>
          </p:cNvSpPr>
          <p:nvPr/>
        </p:nvSpPr>
        <p:spPr>
          <a:xfrm>
            <a:off x="1104900" y="18669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紫菜处理与清洗生产线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5-arrow-0"/>
          <p:cNvSpPr>
            <a:spLocks noGrp="1"/>
          </p:cNvSpPr>
          <p:nvPr/>
        </p:nvSpPr>
        <p:spPr>
          <a:xfrm>
            <a:off x="4762500" y="15811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05-output-0"/>
          <p:cNvSpPr>
            <a:spLocks noGrp="1"/>
          </p:cNvSpPr>
          <p:nvPr/>
        </p:nvSpPr>
        <p:spPr>
          <a:xfrm>
            <a:off x="6019800" y="14478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快速回顾梯形图与顺序控制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s05-rowline-0"/>
          <p:cNvSpPr>
            <a:spLocks noGrp="1"/>
          </p:cNvSpPr>
          <p:nvPr/>
        </p:nvSpPr>
        <p:spPr>
          <a:xfrm>
            <a:off x="857250" y="25146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05-leftbar-1"/>
          <p:cNvSpPr>
            <a:spLocks noGrp="1"/>
          </p:cNvSpPr>
          <p:nvPr/>
        </p:nvSpPr>
        <p:spPr>
          <a:xfrm>
            <a:off x="838200" y="2819400"/>
            <a:ext cx="0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05-source-1"/>
          <p:cNvSpPr>
            <a:spLocks noGrp="1"/>
          </p:cNvSpPr>
          <p:nvPr/>
        </p:nvSpPr>
        <p:spPr>
          <a:xfrm>
            <a:off x="1104900" y="28194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期间参与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国家级项目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05-source-detail-1"/>
          <p:cNvSpPr>
            <a:spLocks noGrp="1"/>
          </p:cNvSpPr>
          <p:nvPr/>
        </p:nvSpPr>
        <p:spPr>
          <a:xfrm>
            <a:off x="1104900" y="32766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八电机协同控制空间球体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05-arrow-1"/>
          <p:cNvSpPr>
            <a:spLocks noGrp="1"/>
          </p:cNvSpPr>
          <p:nvPr/>
        </p:nvSpPr>
        <p:spPr>
          <a:xfrm>
            <a:off x="4762500" y="29908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05-output-1"/>
          <p:cNvSpPr>
            <a:spLocks noGrp="1"/>
          </p:cNvSpPr>
          <p:nvPr/>
        </p:nvSpPr>
        <p:spPr>
          <a:xfrm>
            <a:off x="6019800" y="28575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理解多执行器协同与通信</a:t>
            </a:r>
            <a:endParaRPr sz="2175" b="1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s05-rowline-1"/>
          <p:cNvSpPr>
            <a:spLocks noGrp="1"/>
          </p:cNvSpPr>
          <p:nvPr/>
        </p:nvSpPr>
        <p:spPr>
          <a:xfrm>
            <a:off x="857250" y="3924300"/>
            <a:ext cx="10096500" cy="9525"/>
          </a:xfrm>
          <a:prstGeom prst="line">
            <a:avLst/>
          </a:prstGeom>
          <a:noFill/>
          <a:ln w="952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05-leftbar-2"/>
          <p:cNvSpPr>
            <a:spLocks noGrp="1"/>
          </p:cNvSpPr>
          <p:nvPr/>
        </p:nvSpPr>
        <p:spPr>
          <a:xfrm flipH="1">
            <a:off x="838199" y="4229100"/>
            <a:ext cx="1" cy="914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05-source-2"/>
          <p:cNvSpPr>
            <a:spLocks noGrp="1"/>
          </p:cNvSpPr>
          <p:nvPr/>
        </p:nvSpPr>
        <p:spPr>
          <a:xfrm>
            <a:off x="1104900" y="42291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lang="zh-CN" altLang="en-US"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硕士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研究方向：惯性导航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s05-source-detail-2"/>
          <p:cNvSpPr>
            <a:spLocks noGrp="1"/>
          </p:cNvSpPr>
          <p:nvPr/>
        </p:nvSpPr>
        <p:spPr>
          <a:xfrm>
            <a:off x="1104900" y="468630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坐标变换与姿态表达</a:t>
            </a:r>
            <a:endParaRPr sz="1425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5-arrow-2"/>
          <p:cNvSpPr>
            <a:spLocks noGrp="1"/>
          </p:cNvSpPr>
          <p:nvPr/>
        </p:nvSpPr>
        <p:spPr>
          <a:xfrm>
            <a:off x="4762500" y="440055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1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20" name="s05-output-2"/>
          <p:cNvSpPr>
            <a:spLocks noGrp="1"/>
          </p:cNvSpPr>
          <p:nvPr/>
        </p:nvSpPr>
        <p:spPr>
          <a:xfrm>
            <a:off x="6019800" y="4267200"/>
            <a:ext cx="4953000" cy="723900"/>
          </a:xfrm>
          <a:prstGeom prst="rect">
            <a:avLst/>
          </a:prstGeom>
          <a:solidFill>
            <a:srgbClr val="E8F1FB"/>
          </a:solidFill>
          <a:ln w="12700">
            <a:solidFill>
              <a:srgbClr val="005BAC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75" b="1">
                <a:solidFill>
                  <a:srgbClr val="1D222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快速吸收世界</a:t>
            </a:r>
            <a:r>
              <a:rPr sz="2175" b="1" dirty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/TCP/</a:t>
            </a:r>
            <a:r>
              <a:rPr sz="2175" b="1" dirty="0" err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用户坐标系</a:t>
            </a:r>
            <a:endParaRPr sz="2175" b="1" dirty="0">
              <a:solidFill>
                <a:srgbClr val="1D2223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1714500"/>
            <a:ext cx="2809528" cy="24765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SUS合理化线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UV贴膜自动化线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常见电气部品</a:t>
            </a:r>
            <a:endParaRPr sz="2400" dirty="0"/>
          </a:p>
          <a:p>
            <a:pPr algn="ctr">
              <a:lnSpc>
                <a:spcPct val="200000"/>
              </a:lnSpc>
            </a:pPr>
            <a:r>
              <a:rPr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生产线执行元件</a:t>
            </a:r>
            <a:endParaRPr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从认识部品开始，我看见了“感知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控制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—</a:t>
            </a:r>
            <a:r>
              <a:rPr sz="28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r>
              <a:rPr sz="28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”</a:t>
            </a:r>
            <a:endParaRPr dirty="0"/>
          </a:p>
        </p:txBody>
      </p:sp>
      <p:sp>
        <p:nvSpPr>
          <p:cNvPr id="4" name="s06-tag"/>
          <p:cNvSpPr>
            <a:spLocks noGrp="1"/>
          </p:cNvSpPr>
          <p:nvPr/>
        </p:nvSpPr>
        <p:spPr>
          <a:xfrm>
            <a:off x="838200" y="1200150"/>
            <a:ext cx="280952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现场见学</a:t>
            </a:r>
            <a:endParaRPr sz="1500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06-chain-line"/>
          <p:cNvSpPr>
            <a:spLocks noGrp="1"/>
          </p:cNvSpPr>
          <p:nvPr/>
        </p:nvSpPr>
        <p:spPr>
          <a:xfrm>
            <a:off x="876300" y="4686300"/>
            <a:ext cx="32004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6-chain"/>
          <p:cNvSpPr>
            <a:spLocks noGrp="1"/>
          </p:cNvSpPr>
          <p:nvPr/>
        </p:nvSpPr>
        <p:spPr>
          <a:xfrm>
            <a:off x="838200" y="4857750"/>
            <a:ext cx="3524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1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感知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控制</a:t>
            </a:r>
            <a:r>
              <a:rPr sz="2100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→  </a:t>
            </a:r>
            <a:r>
              <a:rPr sz="2100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</a:t>
            </a:r>
            <a:endParaRPr sz="2100" b="1" dirty="0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s06-chain-detail"/>
          <p:cNvSpPr>
            <a:spLocks noGrp="1"/>
          </p:cNvSpPr>
          <p:nvPr/>
        </p:nvSpPr>
        <p:spPr>
          <a:xfrm>
            <a:off x="857250" y="531495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0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 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PLC/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程序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　</a:t>
            </a:r>
            <a:r>
              <a:rPr lang="en-US"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</a:t>
            </a:r>
            <a:r>
              <a:rPr sz="1200" dirty="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sz="120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机构与机器人</a:t>
            </a:r>
            <a:endParaRPr sz="120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rcRect l="8881" r="8881"/>
          <a:stretch>
            <a:fillRect/>
          </a:stretch>
        </p:blipFill>
        <p:spPr>
          <a:xfrm>
            <a:off x="4648200" y="1104900"/>
            <a:ext cx="6819900" cy="4667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38200" y="5467350"/>
            <a:ext cx="10287000" cy="457200"/>
          </a:xfrm>
        </p:spPr>
        <p:txBody>
          <a:bodyPr>
            <a:normAutofit/>
          </a:bodyPr>
          <a:lstStyle/>
          <a:p>
            <a:r>
              <a:rPr sz="20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当变量能够对应到设备状态，程序才真正成为产线行为的说明书</a:t>
            </a:r>
            <a:r>
              <a:rPr sz="2000" b="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。</a:t>
            </a:r>
            <a:endParaRPr sz="28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PLC学习的重点，从“会写指令”转向“看懂设备状态”</a:t>
            </a:r>
          </a:p>
        </p:txBody>
      </p:sp>
      <p:sp>
        <p:nvSpPr>
          <p:cNvPr id="4" name="s07-day"/>
          <p:cNvSpPr>
            <a:spLocks noGrp="1"/>
          </p:cNvSpPr>
          <p:nvPr/>
        </p:nvSpPr>
        <p:spPr>
          <a:xfrm>
            <a:off x="857250" y="1257300"/>
            <a:ext cx="171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3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1天</a:t>
            </a:r>
          </a:p>
        </p:txBody>
      </p:sp>
      <p:sp>
        <p:nvSpPr>
          <p:cNvPr id="5" name="s07-day-detail"/>
          <p:cNvSpPr>
            <a:spLocks noGrp="1"/>
          </p:cNvSpPr>
          <p:nvPr/>
        </p:nvSpPr>
        <p:spPr>
          <a:xfrm>
            <a:off x="876300" y="2076450"/>
            <a:ext cx="209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完成梯形图基础回顾</a:t>
            </a:r>
          </a:p>
        </p:txBody>
      </p:sp>
      <p:sp>
        <p:nvSpPr>
          <p:cNvPr id="6" name="s07-flow"/>
          <p:cNvSpPr>
            <a:spLocks noGrp="1"/>
          </p:cNvSpPr>
          <p:nvPr/>
        </p:nvSpPr>
        <p:spPr>
          <a:xfrm>
            <a:off x="2667000" y="2857500"/>
            <a:ext cx="7810500" cy="9525"/>
          </a:xfrm>
          <a:prstGeom prst="line">
            <a:avLst/>
          </a:prstGeom>
          <a:noFill/>
          <a:ln w="28575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07-num-0"/>
          <p:cNvSpPr>
            <a:spLocks noGrp="1"/>
          </p:cNvSpPr>
          <p:nvPr/>
        </p:nvSpPr>
        <p:spPr>
          <a:xfrm>
            <a:off x="266700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</a:p>
        </p:txBody>
      </p:sp>
      <p:sp>
        <p:nvSpPr>
          <p:cNvPr id="8" name="s07-title-0"/>
          <p:cNvSpPr>
            <a:spLocks noGrp="1"/>
          </p:cNvSpPr>
          <p:nvPr/>
        </p:nvSpPr>
        <p:spPr>
          <a:xfrm>
            <a:off x="266700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梯形图回顾</a:t>
            </a:r>
          </a:p>
        </p:txBody>
      </p:sp>
      <p:sp>
        <p:nvSpPr>
          <p:cNvPr id="9" name="s07-detail-0"/>
          <p:cNvSpPr>
            <a:spLocks noGrp="1"/>
          </p:cNvSpPr>
          <p:nvPr/>
        </p:nvSpPr>
        <p:spPr>
          <a:xfrm>
            <a:off x="266700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快速恢复顺序控制语感</a:t>
            </a:r>
          </a:p>
        </p:txBody>
      </p:sp>
      <p:sp>
        <p:nvSpPr>
          <p:cNvPr id="10" name="s07-num-1"/>
          <p:cNvSpPr>
            <a:spLocks noGrp="1"/>
          </p:cNvSpPr>
          <p:nvPr/>
        </p:nvSpPr>
        <p:spPr>
          <a:xfrm>
            <a:off x="481012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</a:p>
        </p:txBody>
      </p:sp>
      <p:sp>
        <p:nvSpPr>
          <p:cNvPr id="11" name="s07-title-1"/>
          <p:cNvSpPr>
            <a:spLocks noGrp="1"/>
          </p:cNvSpPr>
          <p:nvPr/>
        </p:nvSpPr>
        <p:spPr>
          <a:xfrm>
            <a:off x="481012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I/O映射</a:t>
            </a:r>
          </a:p>
        </p:txBody>
      </p:sp>
      <p:sp>
        <p:nvSpPr>
          <p:cNvPr id="12" name="s07-detail-1"/>
          <p:cNvSpPr>
            <a:spLocks noGrp="1"/>
          </p:cNvSpPr>
          <p:nvPr/>
        </p:nvSpPr>
        <p:spPr>
          <a:xfrm>
            <a:off x="481012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变量与真实设备一一对应</a:t>
            </a:r>
          </a:p>
        </p:txBody>
      </p:sp>
      <p:sp>
        <p:nvSpPr>
          <p:cNvPr id="13" name="s07-num-2"/>
          <p:cNvSpPr>
            <a:spLocks noGrp="1"/>
          </p:cNvSpPr>
          <p:nvPr/>
        </p:nvSpPr>
        <p:spPr>
          <a:xfrm>
            <a:off x="6953250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</a:p>
        </p:txBody>
      </p:sp>
      <p:sp>
        <p:nvSpPr>
          <p:cNvPr id="14" name="s07-title-2"/>
          <p:cNvSpPr>
            <a:spLocks noGrp="1"/>
          </p:cNvSpPr>
          <p:nvPr/>
        </p:nvSpPr>
        <p:spPr>
          <a:xfrm>
            <a:off x="6953250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ST编程</a:t>
            </a:r>
          </a:p>
        </p:txBody>
      </p:sp>
      <p:sp>
        <p:nvSpPr>
          <p:cNvPr id="15" name="s07-detail-2"/>
          <p:cNvSpPr>
            <a:spLocks noGrp="1"/>
          </p:cNvSpPr>
          <p:nvPr/>
        </p:nvSpPr>
        <p:spPr>
          <a:xfrm>
            <a:off x="6953250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结构化表达复杂逻辑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s07-num-3"/>
          <p:cNvSpPr>
            <a:spLocks noGrp="1"/>
          </p:cNvSpPr>
          <p:nvPr/>
        </p:nvSpPr>
        <p:spPr>
          <a:xfrm>
            <a:off x="9096375" y="2476500"/>
            <a:ext cx="552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</a:p>
        </p:txBody>
      </p:sp>
      <p:sp>
        <p:nvSpPr>
          <p:cNvPr id="17" name="s07-title-3"/>
          <p:cNvSpPr>
            <a:spLocks noGrp="1"/>
          </p:cNvSpPr>
          <p:nvPr/>
        </p:nvSpPr>
        <p:spPr>
          <a:xfrm>
            <a:off x="9096375" y="3086100"/>
            <a:ext cx="19526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激光测距读取</a:t>
            </a:r>
          </a:p>
        </p:txBody>
      </p:sp>
      <p:sp>
        <p:nvSpPr>
          <p:cNvPr id="18" name="s07-detail-3"/>
          <p:cNvSpPr>
            <a:spLocks noGrp="1"/>
          </p:cNvSpPr>
          <p:nvPr/>
        </p:nvSpPr>
        <p:spPr>
          <a:xfrm>
            <a:off x="9096375" y="3600450"/>
            <a:ext cx="1952625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让传感信息成为动作依据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s07-result-line"/>
          <p:cNvSpPr>
            <a:spLocks noGrp="1"/>
          </p:cNvSpPr>
          <p:nvPr/>
        </p:nvSpPr>
        <p:spPr>
          <a:xfrm>
            <a:off x="838200" y="50101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Rectangle 1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536" y="1124744"/>
            <a:ext cx="7896225" cy="4444365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工业通信让我从“单机控制”走向“设备协同”</a:t>
            </a:r>
          </a:p>
        </p:txBody>
      </p:sp>
      <p:sp>
        <p:nvSpPr>
          <p:cNvPr id="4" name="s08-p1"/>
          <p:cNvSpPr>
            <a:spLocks noGrp="1"/>
          </p:cNvSpPr>
          <p:nvPr/>
        </p:nvSpPr>
        <p:spPr>
          <a:xfrm>
            <a:off x="1562100" y="10287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EtherCAT</a:t>
            </a:r>
          </a:p>
        </p:txBody>
      </p:sp>
      <p:sp>
        <p:nvSpPr>
          <p:cNvPr id="5" name="s08-p2"/>
          <p:cNvSpPr>
            <a:spLocks noGrp="1"/>
          </p:cNvSpPr>
          <p:nvPr/>
        </p:nvSpPr>
        <p:spPr>
          <a:xfrm>
            <a:off x="457200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EtherNet/IP</a:t>
            </a:r>
          </a:p>
        </p:txBody>
      </p:sp>
      <p:sp>
        <p:nvSpPr>
          <p:cNvPr id="6" name="s08-p3"/>
          <p:cNvSpPr>
            <a:spLocks noGrp="1"/>
          </p:cNvSpPr>
          <p:nvPr/>
        </p:nvSpPr>
        <p:spPr>
          <a:xfrm>
            <a:off x="7639050" y="1028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Modbus TCP</a:t>
            </a:r>
          </a:p>
        </p:txBody>
      </p:sp>
      <p:sp>
        <p:nvSpPr>
          <p:cNvPr id="8" name="s08-result-line"/>
          <p:cNvSpPr>
            <a:spLocks noGrp="1"/>
          </p:cNvSpPr>
          <p:nvPr/>
        </p:nvSpPr>
        <p:spPr>
          <a:xfrm>
            <a:off x="876300" y="5257800"/>
            <a:ext cx="103822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08-result"/>
          <p:cNvSpPr>
            <a:spLocks noGrp="1"/>
          </p:cNvSpPr>
          <p:nvPr/>
        </p:nvSpPr>
        <p:spPr>
          <a:xfrm>
            <a:off x="876300" y="5410200"/>
            <a:ext cx="1028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传感器给状态，PLC做判断，网络传指令，机器人完成动作。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idx="14"/>
          </p:nvPr>
        </p:nvSpPr>
        <p:spPr>
          <a:xfrm>
            <a:off x="8239125" y="1428750"/>
            <a:ext cx="3105150" cy="3333750"/>
          </a:xfrm>
        </p:spPr>
        <p:txBody>
          <a:bodyPr/>
          <a:lstStyle/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世界坐标系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整机运动的统一基准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工具坐标系（TCP）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吸嘴末端的位置与姿态</a:t>
            </a:r>
          </a:p>
          <a:p>
            <a:endParaRPr sz="1400"/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用户坐标系</a:t>
            </a:r>
          </a:p>
          <a:p>
            <a:r>
              <a:rPr sz="1400" b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面向PCB工作平面的局部基准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坐标系一旦统一，机器人动作才可被准确描述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5780" r="5780"/>
          <a:stretch>
            <a:fillRect/>
          </a:stretch>
        </p:blipFill>
        <p:spPr>
          <a:xfrm>
            <a:off x="723900" y="1143000"/>
            <a:ext cx="7124700" cy="4533900"/>
          </a:xfrm>
          <a:prstGeom prst="rect">
            <a:avLst/>
          </a:prstGeom>
        </p:spPr>
      </p:pic>
      <p:sp>
        <p:nvSpPr>
          <p:cNvPr id="5" name="s09-callout-line"/>
          <p:cNvSpPr>
            <a:spLocks noGrp="1"/>
          </p:cNvSpPr>
          <p:nvPr/>
        </p:nvSpPr>
        <p:spPr>
          <a:xfrm>
            <a:off x="8239125" y="4884390"/>
            <a:ext cx="0" cy="70485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09-callout"/>
          <p:cNvSpPr>
            <a:spLocks noGrp="1"/>
          </p:cNvSpPr>
          <p:nvPr/>
        </p:nvSpPr>
        <p:spPr>
          <a:xfrm>
            <a:off x="8439150" y="4972050"/>
            <a:ext cx="2857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惯性导航研究帮助我快速建立坐标变换与姿态表达思维。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40" y="261154"/>
            <a:ext cx="9900000" cy="5571709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双点检测位于整条贴片与加压流程的关键衔接处</a:t>
            </a:r>
          </a:p>
        </p:txBody>
      </p:sp>
      <p:sp>
        <p:nvSpPr>
          <p:cNvPr id="4" name="s10-label-0"/>
          <p:cNvSpPr>
            <a:spLocks noGrp="1"/>
          </p:cNvSpPr>
          <p:nvPr/>
        </p:nvSpPr>
        <p:spPr>
          <a:xfrm>
            <a:off x="7810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  贴片完成</a:t>
            </a:r>
          </a:p>
        </p:txBody>
      </p:sp>
      <p:sp>
        <p:nvSpPr>
          <p:cNvPr id="5" name="s10-label-1"/>
          <p:cNvSpPr>
            <a:spLocks noGrp="1"/>
          </p:cNvSpPr>
          <p:nvPr/>
        </p:nvSpPr>
        <p:spPr>
          <a:xfrm>
            <a:off x="25622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  激光测高</a:t>
            </a:r>
          </a:p>
        </p:txBody>
      </p:sp>
      <p:sp>
        <p:nvSpPr>
          <p:cNvPr id="6" name="s10-label-2"/>
          <p:cNvSpPr>
            <a:spLocks noGrp="1"/>
          </p:cNvSpPr>
          <p:nvPr/>
        </p:nvSpPr>
        <p:spPr>
          <a:xfrm>
            <a:off x="434340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  吸嘴取膜</a:t>
            </a:r>
          </a:p>
        </p:txBody>
      </p:sp>
      <p:sp>
        <p:nvSpPr>
          <p:cNvPr id="7" name="s10-label-3"/>
          <p:cNvSpPr>
            <a:spLocks noGrp="1"/>
          </p:cNvSpPr>
          <p:nvPr/>
        </p:nvSpPr>
        <p:spPr>
          <a:xfrm>
            <a:off x="612457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  取膜检测</a:t>
            </a:r>
          </a:p>
        </p:txBody>
      </p:sp>
      <p:sp>
        <p:nvSpPr>
          <p:cNvPr id="8" name="s10-label-4"/>
          <p:cNvSpPr>
            <a:spLocks noGrp="1"/>
          </p:cNvSpPr>
          <p:nvPr/>
        </p:nvSpPr>
        <p:spPr>
          <a:xfrm>
            <a:off x="7905750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  膜材贴合</a:t>
            </a:r>
          </a:p>
        </p:txBody>
      </p:sp>
      <p:sp>
        <p:nvSpPr>
          <p:cNvPr id="9" name="s10-label-5"/>
          <p:cNvSpPr>
            <a:spLocks noGrp="1"/>
          </p:cNvSpPr>
          <p:nvPr/>
        </p:nvSpPr>
        <p:spPr>
          <a:xfrm>
            <a:off x="9686925" y="1066800"/>
            <a:ext cx="1638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  进入加压</a:t>
            </a:r>
          </a:p>
        </p:txBody>
      </p:sp>
      <p:sp>
        <p:nvSpPr>
          <p:cNvPr id="11" name="s10-task-line"/>
          <p:cNvSpPr>
            <a:spLocks noGrp="1"/>
          </p:cNvSpPr>
          <p:nvPr/>
        </p:nvSpPr>
        <p:spPr>
          <a:xfrm>
            <a:off x="838200" y="5343872"/>
            <a:ext cx="1216" cy="533400"/>
          </a:xfrm>
          <a:prstGeom prst="line">
            <a:avLst/>
          </a:prstGeom>
          <a:noFill/>
          <a:ln w="5715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10-task-tag"/>
          <p:cNvSpPr>
            <a:spLocks noGrp="1"/>
          </p:cNvSpPr>
          <p:nvPr/>
        </p:nvSpPr>
        <p:spPr>
          <a:xfrm>
            <a:off x="1066800" y="5265390"/>
            <a:ext cx="214888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42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改造任务：单点 → 双点</a:t>
            </a:r>
            <a:endParaRPr sz="1425" b="1" dirty="0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s10-task"/>
          <p:cNvSpPr>
            <a:spLocks noGrp="1"/>
          </p:cNvSpPr>
          <p:nvPr/>
        </p:nvSpPr>
        <p:spPr>
          <a:xfrm>
            <a:off x="1066800" y="5568280"/>
            <a:ext cx="10057184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 fontScale="92500"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将单点检测扩展为双点检测</a:t>
            </a:r>
            <a:r>
              <a:rPr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lang="zh-CN" altLang="en-US"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通过更完整的信息检测是否多模吸附，</a:t>
            </a:r>
            <a:r>
              <a:rPr sz="1875" b="1" dirty="0" err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并保持与原流程的顺序衔接</a:t>
            </a:r>
            <a:r>
              <a:rPr sz="1875" b="1" dirty="0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原流程只检右上角，新增左上角扩大检测覆盖</a:t>
            </a:r>
          </a:p>
        </p:txBody>
      </p:sp>
      <p:sp>
        <p:nvSpPr>
          <p:cNvPr id="4" name="s11-original-heading"/>
          <p:cNvSpPr>
            <a:spLocks noGrp="1"/>
          </p:cNvSpPr>
          <p:nvPr/>
        </p:nvSpPr>
        <p:spPr>
          <a:xfrm>
            <a:off x="87630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原流程｜一次检测</a:t>
            </a:r>
            <a:endParaRPr sz="1875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s11-target-heading"/>
          <p:cNvSpPr>
            <a:spLocks noGrp="1"/>
          </p:cNvSpPr>
          <p:nvPr/>
        </p:nvSpPr>
        <p:spPr>
          <a:xfrm>
            <a:off x="6267450" y="1162050"/>
            <a:ext cx="4286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目标流程｜两次检测</a:t>
            </a:r>
            <a:endParaRPr sz="1875" b="1">
              <a:solidFill>
                <a:srgbClr val="F5002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s11-vline"/>
          <p:cNvSpPr>
            <a:spLocks noGrp="1"/>
          </p:cNvSpPr>
          <p:nvPr/>
        </p:nvSpPr>
        <p:spPr>
          <a:xfrm>
            <a:off x="5905500" y="1162050"/>
            <a:ext cx="9525" cy="30480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11-o-arrow-0"/>
          <p:cNvSpPr>
            <a:spLocks noGrp="1"/>
          </p:cNvSpPr>
          <p:nvPr/>
        </p:nvSpPr>
        <p:spPr>
          <a:xfrm>
            <a:off x="19431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8" name="s11-o-arrow-1"/>
          <p:cNvSpPr>
            <a:spLocks noGrp="1"/>
          </p:cNvSpPr>
          <p:nvPr/>
        </p:nvSpPr>
        <p:spPr>
          <a:xfrm>
            <a:off x="3771900" y="2333625"/>
            <a:ext cx="762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550" b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9" name="s11-o-node-0"/>
          <p:cNvSpPr>
            <a:spLocks noGrp="1"/>
          </p:cNvSpPr>
          <p:nvPr/>
        </p:nvSpPr>
        <p:spPr>
          <a:xfrm>
            <a:off x="10668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</a:t>
            </a:r>
          </a:p>
        </p:txBody>
      </p:sp>
      <p:sp>
        <p:nvSpPr>
          <p:cNvPr id="10" name="s11-o-node-1"/>
          <p:cNvSpPr>
            <a:spLocks noGrp="1"/>
          </p:cNvSpPr>
          <p:nvPr/>
        </p:nvSpPr>
        <p:spPr>
          <a:xfrm>
            <a:off x="28956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右上角</a:t>
            </a:r>
          </a:p>
        </p:txBody>
      </p:sp>
      <p:sp>
        <p:nvSpPr>
          <p:cNvPr id="11" name="s11-o-node-2"/>
          <p:cNvSpPr>
            <a:spLocks noGrp="1"/>
          </p:cNvSpPr>
          <p:nvPr/>
        </p:nvSpPr>
        <p:spPr>
          <a:xfrm>
            <a:off x="4724400" y="2095500"/>
            <a:ext cx="990600" cy="914400"/>
          </a:xfrm>
          <a:prstGeom prst="roundRect">
            <a:avLst>
              <a:gd name="adj" fmla="val 14583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38100" tIns="38100" rIns="38100" bIns="3810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动作</a:t>
            </a:r>
          </a:p>
        </p:txBody>
      </p:sp>
      <p:sp>
        <p:nvSpPr>
          <p:cNvPr id="12" name="s11-t-arrow-0"/>
          <p:cNvSpPr>
            <a:spLocks noGrp="1"/>
          </p:cNvSpPr>
          <p:nvPr/>
        </p:nvSpPr>
        <p:spPr>
          <a:xfrm>
            <a:off x="69532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3" name="s11-t-arrow-1"/>
          <p:cNvSpPr>
            <a:spLocks noGrp="1"/>
          </p:cNvSpPr>
          <p:nvPr/>
        </p:nvSpPr>
        <p:spPr>
          <a:xfrm>
            <a:off x="79819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4" name="s11-t-arrow-2"/>
          <p:cNvSpPr>
            <a:spLocks noGrp="1"/>
          </p:cNvSpPr>
          <p:nvPr/>
        </p:nvSpPr>
        <p:spPr>
          <a:xfrm>
            <a:off x="90106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5" name="s11-t-arrow-3"/>
          <p:cNvSpPr>
            <a:spLocks noGrp="1"/>
          </p:cNvSpPr>
          <p:nvPr/>
        </p:nvSpPr>
        <p:spPr>
          <a:xfrm>
            <a:off x="10039350" y="2400300"/>
            <a:ext cx="381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</a:p>
        </p:txBody>
      </p:sp>
      <p:sp>
        <p:nvSpPr>
          <p:cNvPr id="16" name="s11-t-node-0"/>
          <p:cNvSpPr>
            <a:spLocks noGrp="1"/>
          </p:cNvSpPr>
          <p:nvPr/>
        </p:nvSpPr>
        <p:spPr>
          <a:xfrm>
            <a:off x="63055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7" name="s11-t-node-1"/>
          <p:cNvSpPr>
            <a:spLocks noGrp="1"/>
          </p:cNvSpPr>
          <p:nvPr/>
        </p:nvSpPr>
        <p:spPr>
          <a:xfrm>
            <a:off x="73342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P1</a:t>
            </a:r>
          </a:p>
        </p:txBody>
      </p:sp>
      <p:sp>
        <p:nvSpPr>
          <p:cNvPr id="18" name="s11-t-node-2"/>
          <p:cNvSpPr>
            <a:spLocks noGrp="1"/>
          </p:cNvSpPr>
          <p:nvPr/>
        </p:nvSpPr>
        <p:spPr>
          <a:xfrm>
            <a:off x="83629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</a:t>
            </a:r>
          </a:p>
        </p:txBody>
      </p:sp>
      <p:sp>
        <p:nvSpPr>
          <p:cNvPr id="19" name="s11-t-node-3"/>
          <p:cNvSpPr>
            <a:spLocks noGrp="1"/>
          </p:cNvSpPr>
          <p:nvPr/>
        </p:nvSpPr>
        <p:spPr>
          <a:xfrm>
            <a:off x="93916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5002F"/>
          </a:solidFill>
          <a:ln w="9525">
            <a:solidFill>
              <a:srgbClr val="F5002F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P2</a:t>
            </a:r>
          </a:p>
        </p:txBody>
      </p:sp>
      <p:sp>
        <p:nvSpPr>
          <p:cNvPr id="20" name="s11-t-node-4"/>
          <p:cNvSpPr>
            <a:spLocks noGrp="1"/>
          </p:cNvSpPr>
          <p:nvPr/>
        </p:nvSpPr>
        <p:spPr>
          <a:xfrm>
            <a:off x="10420350" y="2133600"/>
            <a:ext cx="704850" cy="781050"/>
          </a:xfrm>
          <a:prstGeom prst="roundRect">
            <a:avLst>
              <a:gd name="adj" fmla="val 16216"/>
            </a:avLst>
          </a:prstGeom>
          <a:solidFill>
            <a:srgbClr val="F4F5F5"/>
          </a:solidFill>
          <a:ln w="9525">
            <a:solidFill>
              <a:srgbClr val="D9DDDE"/>
            </a:solidFill>
            <a:prstDash val="solid"/>
          </a:ln>
        </p:spPr>
        <p:txBody>
          <a:bodyPr lIns="19050" tIns="19050" rIns="19050" bIns="1905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后续</a:t>
            </a:r>
          </a:p>
        </p:txBody>
      </p:sp>
      <p:sp>
        <p:nvSpPr>
          <p:cNvPr id="21" name="s11-target-detail"/>
          <p:cNvSpPr>
            <a:spLocks noGrp="1"/>
          </p:cNvSpPr>
          <p:nvPr/>
        </p:nvSpPr>
        <p:spPr>
          <a:xfrm>
            <a:off x="6324600" y="3143250"/>
            <a:ext cx="4762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5BA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原点 → 右上角 → 原点 → 左上角</a:t>
            </a:r>
            <a:endParaRPr sz="1500" b="1">
              <a:solidFill>
                <a:srgbClr val="525B5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s11-bottom-line"/>
          <p:cNvSpPr>
            <a:spLocks noGrp="1"/>
          </p:cNvSpPr>
          <p:nvPr/>
        </p:nvSpPr>
        <p:spPr>
          <a:xfrm>
            <a:off x="876300" y="39433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11-bottom-heading"/>
          <p:cNvSpPr>
            <a:spLocks noGrp="1"/>
          </p:cNvSpPr>
          <p:nvPr/>
        </p:nvSpPr>
        <p:spPr>
          <a:xfrm>
            <a:off x="876300" y="4133850"/>
            <a:ext cx="666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变化只有一个检测点，工程影响涉及三件事</a:t>
            </a:r>
          </a:p>
        </p:txBody>
      </p:sp>
      <p:sp>
        <p:nvSpPr>
          <p:cNvPr id="24" name="s11-impact-title-0"/>
          <p:cNvSpPr>
            <a:spLocks noGrp="1"/>
          </p:cNvSpPr>
          <p:nvPr/>
        </p:nvSpPr>
        <p:spPr>
          <a:xfrm>
            <a:off x="89535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检测覆盖</a:t>
            </a:r>
          </a:p>
        </p:txBody>
      </p:sp>
      <p:sp>
        <p:nvSpPr>
          <p:cNvPr id="25" name="s11-impact-detail-0"/>
          <p:cNvSpPr>
            <a:spLocks noGrp="1"/>
          </p:cNvSpPr>
          <p:nvPr/>
        </p:nvSpPr>
        <p:spPr>
          <a:xfrm>
            <a:off x="89535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dirty="0" err="1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两个角点提供更完整的局部信息</a:t>
            </a:r>
            <a:endParaRPr sz="1350" dirty="0">
              <a:solidFill>
                <a:srgbClr val="7D8687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s11-impact-divider-1"/>
          <p:cNvSpPr>
            <a:spLocks noGrp="1"/>
          </p:cNvSpPr>
          <p:nvPr/>
        </p:nvSpPr>
        <p:spPr>
          <a:xfrm>
            <a:off x="4124326" y="4705350"/>
            <a:ext cx="0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11-impact-title-1"/>
          <p:cNvSpPr>
            <a:spLocks noGrp="1"/>
          </p:cNvSpPr>
          <p:nvPr/>
        </p:nvSpPr>
        <p:spPr>
          <a:xfrm>
            <a:off x="4371975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路径复现</a:t>
            </a:r>
          </a:p>
        </p:txBody>
      </p:sp>
      <p:sp>
        <p:nvSpPr>
          <p:cNvPr id="28" name="s11-impact-detail-1"/>
          <p:cNvSpPr>
            <a:spLocks noGrp="1"/>
          </p:cNvSpPr>
          <p:nvPr/>
        </p:nvSpPr>
        <p:spPr>
          <a:xfrm>
            <a:off x="4371975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以P0作为统一中间位置</a:t>
            </a:r>
          </a:p>
        </p:txBody>
      </p:sp>
      <p:sp>
        <p:nvSpPr>
          <p:cNvPr id="29" name="s11-impact-divider-2"/>
          <p:cNvSpPr>
            <a:spLocks noGrp="1"/>
          </p:cNvSpPr>
          <p:nvPr/>
        </p:nvSpPr>
        <p:spPr>
          <a:xfrm>
            <a:off x="7600950" y="4705350"/>
            <a:ext cx="1" cy="9906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11-impact-title-2"/>
          <p:cNvSpPr>
            <a:spLocks noGrp="1"/>
          </p:cNvSpPr>
          <p:nvPr/>
        </p:nvSpPr>
        <p:spPr>
          <a:xfrm>
            <a:off x="7848600" y="46863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流程衔接</a:t>
            </a:r>
          </a:p>
        </p:txBody>
      </p:sp>
      <p:sp>
        <p:nvSpPr>
          <p:cNvPr id="31" name="s11-impact-detail-2"/>
          <p:cNvSpPr>
            <a:spLocks noGrp="1"/>
          </p:cNvSpPr>
          <p:nvPr/>
        </p:nvSpPr>
        <p:spPr>
          <a:xfrm>
            <a:off x="7848600" y="5067300"/>
            <a:ext cx="29527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通过后继续原有贴膜与加压动作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06_双点检测_P0至P1返回再至P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970" y="916305"/>
            <a:ext cx="8143875" cy="458343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“P0—P1—P0—P2”构成可验证的稳定路径</a:t>
            </a:r>
          </a:p>
        </p:txBody>
      </p:sp>
      <p:sp>
        <p:nvSpPr>
          <p:cNvPr id="8" name="s12-bottom-rule"/>
          <p:cNvSpPr>
            <a:spLocks noGrp="1"/>
          </p:cNvSpPr>
          <p:nvPr/>
        </p:nvSpPr>
        <p:spPr>
          <a:xfrm>
            <a:off x="876300" y="5581650"/>
            <a:ext cx="1028700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12-bottom"/>
          <p:cNvSpPr>
            <a:spLocks noGrp="1"/>
          </p:cNvSpPr>
          <p:nvPr/>
        </p:nvSpPr>
        <p:spPr>
          <a:xfrm>
            <a:off x="876300" y="569595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P0既是取膜后的起始位置，也是两次检测之间的统一中间位置。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12 / 14</a:t>
            </a:r>
          </a:p>
        </p:txBody>
      </p:sp>
      <p:sp>
        <p:nvSpPr>
          <p:cNvPr id="14" name="Rounded Rectangle 13">
            <a:hlinkClick r:id="rId4" action="ppaction://hlinkfile"/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46920" y="1051560"/>
            <a:ext cx="2331720" cy="1051560"/>
          </a:xfrm>
          <a:prstGeom prst="roundRect">
            <a:avLst/>
          </a:prstGeom>
          <a:solidFill>
            <a:srgbClr val="FFE3E8"/>
          </a:solidFill>
          <a:ln w="15875">
            <a:solidFill>
              <a:srgbClr val="F500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73152" rIns="109728" bIns="73152" rtlCol="0" anchor="ctr"/>
          <a:lstStyle/>
          <a:p>
            <a:pPr algn="ctr"/>
            <a:r>
              <a:rPr sz="1200" b="1" dirty="0">
                <a:solidFill>
                  <a:srgbClr val="F5002F"/>
                </a:solidFill>
                <a:latin typeface="微软雅黑" panose="020B0503020204020204" charset="-122"/>
              </a:rPr>
              <a:t>▶ </a:t>
            </a:r>
            <a:r>
              <a:rPr sz="1200" b="1" dirty="0" err="1">
                <a:solidFill>
                  <a:srgbClr val="F5002F"/>
                </a:solidFill>
                <a:latin typeface="微软雅黑" panose="020B0503020204020204" charset="-122"/>
              </a:rPr>
              <a:t>现场演示</a:t>
            </a:r>
            <a:endParaRPr sz="1200" b="1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双点检测动作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  <a:p>
            <a:pPr algn="ctr"/>
            <a:r>
              <a:rPr sz="1200" b="0" dirty="0" err="1">
                <a:solidFill>
                  <a:srgbClr val="F5002F"/>
                </a:solidFill>
                <a:latin typeface="微软雅黑" panose="020B0503020204020204" charset="-122"/>
              </a:rPr>
              <a:t>适配视频</a:t>
            </a:r>
            <a:endParaRPr sz="1200" b="0" dirty="0">
              <a:solidFill>
                <a:srgbClr val="F5002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现场调试先确认安全、位置与顺序，再谈速度</a:t>
            </a:r>
          </a:p>
        </p:txBody>
      </p:sp>
      <p:sp>
        <p:nvSpPr>
          <p:cNvPr id="4" name="s13-timeline"/>
          <p:cNvSpPr>
            <a:spLocks noGrp="1"/>
          </p:cNvSpPr>
          <p:nvPr/>
        </p:nvSpPr>
        <p:spPr>
          <a:xfrm>
            <a:off x="1257300" y="1371600"/>
            <a:ext cx="9525" cy="3752850"/>
          </a:xfrm>
          <a:prstGeom prst="line">
            <a:avLst/>
          </a:prstGeom>
          <a:noFill/>
          <a:ln w="38100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13-step-0"/>
          <p:cNvSpPr>
            <a:spLocks noGrp="1"/>
          </p:cNvSpPr>
          <p:nvPr/>
        </p:nvSpPr>
        <p:spPr>
          <a:xfrm>
            <a:off x="1047750" y="12001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</a:p>
        </p:txBody>
      </p:sp>
      <p:sp>
        <p:nvSpPr>
          <p:cNvPr id="6" name="s13-title-0"/>
          <p:cNvSpPr>
            <a:spLocks noGrp="1"/>
          </p:cNvSpPr>
          <p:nvPr/>
        </p:nvSpPr>
        <p:spPr>
          <a:xfrm>
            <a:off x="1714500" y="11811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明确P0 / P1 / P2</a:t>
            </a:r>
          </a:p>
        </p:txBody>
      </p:sp>
      <p:sp>
        <p:nvSpPr>
          <p:cNvPr id="7" name="s13-detail-0"/>
          <p:cNvSpPr>
            <a:spLocks noGrp="1"/>
          </p:cNvSpPr>
          <p:nvPr/>
        </p:nvSpPr>
        <p:spPr>
          <a:xfrm>
            <a:off x="1714500" y="15240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先定义统一原点与两个检测位置</a:t>
            </a:r>
          </a:p>
        </p:txBody>
      </p:sp>
      <p:sp>
        <p:nvSpPr>
          <p:cNvPr id="8" name="s13-step-1"/>
          <p:cNvSpPr>
            <a:spLocks noGrp="1"/>
          </p:cNvSpPr>
          <p:nvPr/>
        </p:nvSpPr>
        <p:spPr>
          <a:xfrm>
            <a:off x="1047750" y="20383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</a:t>
            </a:r>
          </a:p>
        </p:txBody>
      </p:sp>
      <p:sp>
        <p:nvSpPr>
          <p:cNvPr id="9" name="s13-title-1"/>
          <p:cNvSpPr>
            <a:spLocks noGrp="1"/>
          </p:cNvSpPr>
          <p:nvPr/>
        </p:nvSpPr>
        <p:spPr>
          <a:xfrm>
            <a:off x="1714500" y="20193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低速确认XYZ与姿态</a:t>
            </a:r>
          </a:p>
        </p:txBody>
      </p:sp>
      <p:sp>
        <p:nvSpPr>
          <p:cNvPr id="10" name="s13-detail-1"/>
          <p:cNvSpPr>
            <a:spLocks noGrp="1"/>
          </p:cNvSpPr>
          <p:nvPr/>
        </p:nvSpPr>
        <p:spPr>
          <a:xfrm>
            <a:off x="1714500" y="23622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使用示教器检查移动方向</a:t>
            </a:r>
          </a:p>
        </p:txBody>
      </p:sp>
      <p:sp>
        <p:nvSpPr>
          <p:cNvPr id="11" name="s13-step-2"/>
          <p:cNvSpPr>
            <a:spLocks noGrp="1"/>
          </p:cNvSpPr>
          <p:nvPr/>
        </p:nvSpPr>
        <p:spPr>
          <a:xfrm>
            <a:off x="1047750" y="28765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</a:t>
            </a:r>
          </a:p>
        </p:txBody>
      </p:sp>
      <p:sp>
        <p:nvSpPr>
          <p:cNvPr id="12" name="s13-title-2"/>
          <p:cNvSpPr>
            <a:spLocks noGrp="1"/>
          </p:cNvSpPr>
          <p:nvPr/>
        </p:nvSpPr>
        <p:spPr>
          <a:xfrm>
            <a:off x="1714500" y="28575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逐段验证三段路径</a:t>
            </a:r>
          </a:p>
        </p:txBody>
      </p:sp>
      <p:sp>
        <p:nvSpPr>
          <p:cNvPr id="13" name="s13-detail-2"/>
          <p:cNvSpPr>
            <a:spLocks noGrp="1"/>
          </p:cNvSpPr>
          <p:nvPr/>
        </p:nvSpPr>
        <p:spPr>
          <a:xfrm>
            <a:off x="1714500" y="32004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P0→P1、P1→P0、P0→P2</a:t>
            </a:r>
          </a:p>
        </p:txBody>
      </p:sp>
      <p:sp>
        <p:nvSpPr>
          <p:cNvPr id="14" name="s13-step-3"/>
          <p:cNvSpPr>
            <a:spLocks noGrp="1"/>
          </p:cNvSpPr>
          <p:nvPr/>
        </p:nvSpPr>
        <p:spPr>
          <a:xfrm>
            <a:off x="1047750" y="37147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</a:p>
        </p:txBody>
      </p:sp>
      <p:sp>
        <p:nvSpPr>
          <p:cNvPr id="15" name="s13-title-3"/>
          <p:cNvSpPr>
            <a:spLocks noGrp="1"/>
          </p:cNvSpPr>
          <p:nvPr/>
        </p:nvSpPr>
        <p:spPr>
          <a:xfrm>
            <a:off x="1714500" y="36957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确认流程衔接</a:t>
            </a:r>
          </a:p>
        </p:txBody>
      </p:sp>
      <p:sp>
        <p:nvSpPr>
          <p:cNvPr id="16" name="s13-detail-3"/>
          <p:cNvSpPr>
            <a:spLocks noGrp="1"/>
          </p:cNvSpPr>
          <p:nvPr/>
        </p:nvSpPr>
        <p:spPr>
          <a:xfrm>
            <a:off x="1714500" y="40386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检测通过后进入原有后续动作</a:t>
            </a:r>
          </a:p>
        </p:txBody>
      </p:sp>
      <p:sp>
        <p:nvSpPr>
          <p:cNvPr id="17" name="s13-step-4"/>
          <p:cNvSpPr>
            <a:spLocks noGrp="1"/>
          </p:cNvSpPr>
          <p:nvPr/>
        </p:nvSpPr>
        <p:spPr>
          <a:xfrm>
            <a:off x="1047750" y="4552950"/>
            <a:ext cx="438150" cy="438150"/>
          </a:xfrm>
          <a:prstGeom prst="ellipse">
            <a:avLst/>
          </a:prstGeom>
          <a:solidFill>
            <a:srgbClr val="F5002F"/>
          </a:solidFill>
          <a:ln w="0">
            <a:solidFill>
              <a:srgbClr val="F5002F"/>
            </a:solidFill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</a:t>
            </a:r>
          </a:p>
        </p:txBody>
      </p:sp>
      <p:sp>
        <p:nvSpPr>
          <p:cNvPr id="18" name="s13-title-4"/>
          <p:cNvSpPr>
            <a:spLocks noGrp="1"/>
          </p:cNvSpPr>
          <p:nvPr/>
        </p:nvSpPr>
        <p:spPr>
          <a:xfrm>
            <a:off x="1714500" y="453390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连续观察重复性</a:t>
            </a:r>
          </a:p>
        </p:txBody>
      </p:sp>
      <p:sp>
        <p:nvSpPr>
          <p:cNvPr id="19" name="s13-detail-4"/>
          <p:cNvSpPr>
            <a:spLocks noGrp="1"/>
          </p:cNvSpPr>
          <p:nvPr/>
        </p:nvSpPr>
        <p:spPr>
          <a:xfrm>
            <a:off x="1714500" y="4876800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从“能动”走向“稳定可复现”</a:t>
            </a:r>
          </a:p>
        </p:txBody>
      </p:sp>
      <p:sp>
        <p:nvSpPr>
          <p:cNvPr id="20" name="s13-divider"/>
          <p:cNvSpPr>
            <a:spLocks noGrp="1"/>
          </p:cNvSpPr>
          <p:nvPr/>
        </p:nvSpPr>
        <p:spPr>
          <a:xfrm>
            <a:off x="5905500" y="1181100"/>
            <a:ext cx="9525" cy="4457700"/>
          </a:xfrm>
          <a:prstGeom prst="line">
            <a:avLst/>
          </a:prstGeom>
          <a:noFill/>
          <a:ln w="19050">
            <a:solidFill>
              <a:srgbClr val="D9DD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13-done-tag"/>
          <p:cNvSpPr>
            <a:spLocks noGrp="1"/>
          </p:cNvSpPr>
          <p:nvPr/>
        </p:nvSpPr>
        <p:spPr>
          <a:xfrm>
            <a:off x="6381750" y="1257300"/>
            <a:ext cx="171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已完成</a:t>
            </a:r>
          </a:p>
        </p:txBody>
      </p:sp>
      <p:sp>
        <p:nvSpPr>
          <p:cNvPr id="22" name="s13-done"/>
          <p:cNvSpPr>
            <a:spLocks noGrp="1"/>
          </p:cNvSpPr>
          <p:nvPr/>
        </p:nvSpPr>
        <p:spPr>
          <a:xfrm>
            <a:off x="6381750" y="1733550"/>
            <a:ext cx="4476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双点检测动作序列</a:t>
            </a: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关键点位定位</a:t>
            </a:r>
          </a:p>
          <a:p>
            <a:pPr algn="l">
              <a:def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与原有后续动作衔接</a:t>
            </a:r>
          </a:p>
        </p:txBody>
      </p:sp>
      <p:sp>
        <p:nvSpPr>
          <p:cNvPr id="23" name="s13-right-mid"/>
          <p:cNvSpPr>
            <a:spLocks noGrp="1"/>
          </p:cNvSpPr>
          <p:nvPr/>
        </p:nvSpPr>
        <p:spPr>
          <a:xfrm>
            <a:off x="6381750" y="3314700"/>
            <a:ext cx="4476750" cy="9525"/>
          </a:xfrm>
          <a:prstGeom prst="line">
            <a:avLst/>
          </a:prstGeom>
          <a:noFill/>
          <a:ln w="28575">
            <a:solidFill>
              <a:srgbClr val="F5002F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13-next-tag"/>
          <p:cNvSpPr>
            <a:spLocks noGrp="1"/>
          </p:cNvSpPr>
          <p:nvPr/>
        </p:nvSpPr>
        <p:spPr>
          <a:xfrm>
            <a:off x="6381750" y="3543300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l">
              <a:def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525B5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下一步量化验证</a:t>
            </a:r>
          </a:p>
        </p:txBody>
      </p:sp>
      <p:sp>
        <p:nvSpPr>
          <p:cNvPr id="25" name="s13-next"/>
          <p:cNvSpPr>
            <a:spLocks noGrp="1"/>
          </p:cNvSpPr>
          <p:nvPr/>
        </p:nvSpPr>
        <p:spPr>
          <a:xfrm>
            <a:off x="6381750" y="4038600"/>
            <a:ext cx="47625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连续试运行次数与成功率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新增动作对节拍的影响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单张/多张样本验证</a:t>
            </a:r>
          </a:p>
          <a:p>
            <a:pPr algn="l">
              <a:def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>
                <a:solidFill>
                  <a:srgbClr val="7D868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异常、报警与流程中断记录</a:t>
            </a:r>
          </a:p>
        </p:txBody>
      </p:sp>
      <p:sp>
        <p:nvSpPr>
          <p:cNvPr id="26" name="s13-boundary"/>
          <p:cNvSpPr>
            <a:spLocks noGrp="1"/>
          </p:cNvSpPr>
          <p:nvPr/>
        </p:nvSpPr>
        <p:spPr>
          <a:xfrm>
            <a:off x="9525000" y="12573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rmAutofit/>
          </a:bodyPr>
          <a:lstStyle/>
          <a:p>
            <a:pPr algn="r">
              <a:def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当前验证边界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1480"/>
            <a:ext cx="118872" cy="45720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6419088"/>
            <a:ext cx="11274552" cy="2794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muRata  |  Innovator in Electronics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707070"/>
                </a:solidFill>
                <a:latin typeface="微软雅黑" panose="020B0503020204020204" charset="-122"/>
                <a:ea typeface="微软雅黑" panose="020B0503020204020204" charset="-122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参观者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sz="2600" b="1" dirty="0" err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学习者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altLang="en-US"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参与</a:t>
            </a:r>
            <a:r>
              <a:rPr sz="2600" b="1" dirty="0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者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系统思维｜安全优先｜持续验证</a:t>
            </a:r>
            <a:endParaRPr dirty="0"/>
          </a:p>
          <a:p>
            <a:r>
              <a:rPr sz="1500" b="0" dirty="0" err="1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dirty="0"/>
          </a:p>
          <a:p>
            <a:pPr algn="l"/>
            <a:r>
              <a:rPr sz="1400" b="0" dirty="0" err="1">
                <a:solidFill>
                  <a:srgbClr val="595959"/>
                </a:solidFill>
                <a:latin typeface="微软雅黑" panose="020B0503020204020204" charset="-122"/>
              </a:rPr>
              <a:t>期待把控制工程的系统思维，带向更广阔的应用场景</a:t>
            </a:r>
            <a:r>
              <a:rPr sz="1400" b="0" dirty="0">
                <a:solidFill>
                  <a:srgbClr val="595959"/>
                </a:solidFill>
                <a:latin typeface="微软雅黑" panose="020B0503020204020204" charset="-122"/>
              </a:rPr>
              <a:t>。</a:t>
            </a:r>
          </a:p>
        </p:txBody>
      </p:sp>
      <p:sp>
        <p:nvSpPr>
          <p:cNvPr id="4" name="タイトル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F5002F"/>
                </a:solidFill>
                <a:latin typeface="微软雅黑" panose="020B0503020204020204" charset="-122"/>
                <a:ea typeface="微软雅黑" panose="020B0503020204020204" charset="-122"/>
              </a:rPr>
              <a:t>结业，是新的起点</a:t>
            </a: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rcRect l="31851" r="31851"/>
          <a:stretch>
            <a:fillRect/>
          </a:stretch>
        </p:blipFill>
        <p:spPr>
          <a:xfrm>
            <a:off x="0" y="0"/>
            <a:ext cx="3359658" cy="520922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989320"/>
            <a:ext cx="12188952" cy="868680"/>
          </a:xfrm>
          <a:prstGeom prst="rect">
            <a:avLst/>
          </a:prstGeom>
          <a:solidFill>
            <a:srgbClr val="F5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05332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muRata</a:t>
            </a:r>
            <a:endParaRPr sz="2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sz="1100" b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Innovator in Electronics  ·  </a:t>
            </a:r>
            <a:r>
              <a:rPr sz="1100" b="0" dirty="0" err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感谢各位指导老师与团队</a:t>
            </a:r>
            <a:endParaRPr sz="1100" b="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7040" y="6053328"/>
            <a:ext cx="1463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trictly 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imited Disclosure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Confidential">
  <a:themeElements>
    <a:clrScheme name="ユーザー定義 1">
      <a:dk1>
        <a:srgbClr val="000000"/>
      </a:dk1>
      <a:lt1>
        <a:srgbClr val="FFFFFF"/>
      </a:lt1>
      <a:dk2>
        <a:srgbClr val="F5002F"/>
      </a:dk2>
      <a:lt2>
        <a:srgbClr val="525B5C"/>
      </a:lt2>
      <a:accent1>
        <a:srgbClr val="F5002F"/>
      </a:accent1>
      <a:accent2>
        <a:srgbClr val="6B3077"/>
      </a:accent2>
      <a:accent3>
        <a:srgbClr val="00AFDB"/>
      </a:accent3>
      <a:accent4>
        <a:srgbClr val="FF701A"/>
      </a:accent4>
      <a:accent5>
        <a:srgbClr val="78D64B"/>
      </a:accent5>
      <a:accent6>
        <a:srgbClr val="FFC20F"/>
      </a:accent6>
      <a:hlink>
        <a:srgbClr val="00AFDB"/>
      </a:hlink>
      <a:folHlink>
        <a:srgbClr val="949E9F"/>
      </a:folHlink>
    </a:clrScheme>
    <a:fontScheme name="Murata_ZH">
      <a:majorFont>
        <a:latin typeface="Microsoft YaHei"/>
        <a:ea typeface="Microsoft YaHei"/>
        <a:cs typeface=""/>
      </a:majorFont>
      <a:minorFont>
        <a:latin typeface="Microsoft YaHei"/>
        <a:ea typeface="Microsoft YaHei"/>
        <a:cs typeface=""/>
      </a:minorFont>
    </a:fontScheme>
    <a:fmtScheme name="ユーザー定義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1050</Words>
  <Application>Microsoft Office PowerPoint</Application>
  <PresentationFormat>宽屏</PresentationFormat>
  <Paragraphs>222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微软雅黑</vt:lpstr>
      <vt:lpstr>微软雅黑</vt:lpstr>
      <vt:lpstr>Arial</vt:lpstr>
      <vt:lpstr>Confidential</vt:lpstr>
      <vt:lpstr>Standard</vt:lpstr>
      <vt:lpstr>Strictly Confidential</vt:lpstr>
      <vt:lpstr>Limited Disclosure</vt:lpstr>
      <vt:lpstr>把知识装进产线</vt:lpstr>
      <vt:lpstr>一个月里，我从“参观者”走到了“参与者”</vt:lpstr>
      <vt:lpstr>夏令营给了广度，部门实践给了深度</vt:lpstr>
      <vt:lpstr>五个递进阶段，把学习压缩成一条技术路线</vt:lpstr>
      <vt:lpstr>三段既有经历，缩短了理解现场的路径</vt:lpstr>
      <vt:lpstr>从认识部品开始，我看见了“感知—控制—执行”</vt:lpstr>
      <vt:lpstr>PLC学习的重点，从“会写指令”转向“看懂设备状态”</vt:lpstr>
      <vt:lpstr>工业通信让我从“单机控制”走向“设备协同”</vt:lpstr>
      <vt:lpstr>坐标系一旦统一，机器人动作才可被准确描述</vt:lpstr>
      <vt:lpstr>双点检测位于整条贴片与加压流程的关键衔接处</vt:lpstr>
      <vt:lpstr>原流程只检右上角，新增左上角扩大检测覆盖</vt:lpstr>
      <vt:lpstr>“P0—P1—P0—P2”构成可验证的稳定路径</vt:lpstr>
      <vt:lpstr>现场调试先确认安全、位置与顺序，再谈速度</vt:lpstr>
      <vt:lpstr>结业，是新的起点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meng dai/戴萌</cp:lastModifiedBy>
  <cp:revision>20</cp:revision>
  <dcterms:created xsi:type="dcterms:W3CDTF">2026-07-29T12:12:00Z</dcterms:created>
  <dcterms:modified xsi:type="dcterms:W3CDTF">2026-07-31T04:42:46Z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7228C903E29F43C7ACEB3902F8984090_12</vt:lpwstr>
  </property>
  <property fmtid="{D5CDD505-2E9C-101B-9397-08002B2CF9AE}" pid="3" name="KSOProductBuildVer">
    <vt:lpwstr>2052-12.1.0.23542</vt:lpwstr>
  </property>
</Properties>
</file>