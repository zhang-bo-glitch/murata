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1414" autoAdjust="0"/>
  </p:normalViewPr>
  <p:slideViewPr>
    <p:cSldViewPr>
      <p:cViewPr varScale="1">
        <p:scale>
          <a:sx n="67" d="100"/>
          <a:sy n="67" d="100"/>
        </p:scale>
        <p:origin x="1267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一个月前，我面对的是一条真实产线；一个月后，我完成了其中一个机器人动作的改造。今天我想讲清楚，这个变化是怎样发生的</a:t>
            </a:r>
            <a:r>
              <a:rPr dirty="0"/>
              <a:t>。</a:t>
            </a:r>
            <a:endParaRPr lang="ja-JP" altLang="en-US" dirty="0"/>
          </a:p>
          <a:p>
            <a:endParaRPr lang="ja-JP" altLang="en-US" dirty="0"/>
          </a:p>
          <a:p>
            <a:r>
              <a:rPr lang="en-US" dirty="0"/>
              <a:t>[Sources]</a:t>
            </a:r>
          </a:p>
          <a:p>
            <a:r>
              <a:rPr lang="en-US" dirty="0"/>
              <a:t>- Murata official template: Murata2024_Template_Widescreen_ZH.pptx</a:t>
            </a:r>
          </a:p>
          <a:p>
            <a:r>
              <a:rPr lang="en-US" dirty="0"/>
              <a:t>- User-requested generated visual: PPT</a:t>
            </a:r>
            <a:r>
              <a:rPr lang="ja-JP" altLang="en-US" dirty="0"/>
              <a:t>配图</a:t>
            </a:r>
            <a:r>
              <a:rPr lang="en-US" altLang="ja-JP" dirty="0"/>
              <a:t>_</a:t>
            </a:r>
            <a:r>
              <a:rPr lang="ja-JP" altLang="en-US" dirty="0"/>
              <a:t>村田主题</a:t>
            </a:r>
            <a:r>
              <a:rPr lang="en-US" altLang="ja-JP" dirty="0"/>
              <a:t>/01_</a:t>
            </a:r>
            <a:r>
              <a:rPr lang="ja-JP" altLang="en-US" dirty="0"/>
              <a:t>封面</a:t>
            </a:r>
            <a:r>
              <a:rPr lang="en-US" altLang="ja-JP" dirty="0"/>
              <a:t>_</a:t>
            </a:r>
            <a:r>
              <a:rPr lang="ja-JP" altLang="en-US" dirty="0"/>
              <a:t>智能制造</a:t>
            </a:r>
            <a:r>
              <a:rPr lang="en-US" altLang="ja-JP" dirty="0"/>
              <a:t>.</a:t>
            </a:r>
            <a:r>
              <a:rPr lang="en-US" dirty="0" err="1"/>
              <a:t>png</a:t>
            </a:r>
            <a:endParaRPr lang="en-US" dirty="0"/>
          </a:p>
          <a:p>
            <a:r>
              <a:rPr lang="en-US" dirty="0"/>
              <a:t>- User-provided internship description: detect.txt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先展示结果，再回到过程。强调三次角色转换：先看懂现场，再建立知识链，最后进入实践。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internship timeline and completed work: detect.txt</a:t>
            </a:r>
          </a:p>
          <a:p>
            <a:r>
              <a:t>- Murata official template: Murata2024_Template_Widescreen_ZH.pptx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不要逐行朗读计划表。把内容归纳为企业与安全、产业与技术、团队与交流、成果输出四类，说明夏令营提供的是制造业视野。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summer camp schedule image: C:\Users\z1475\AppData\Local\Temp\codex-clipboard-05397996-9d71-49f9-b1b7-5dce9b32fe77.jpg</a:t>
            </a:r>
          </a:p>
          <a:p>
            <a:r>
              <a:t>- User-provided dates and activity context: detect.txt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说明部门计划的递进关系：现场认知为I/O理解提供对象，PLC与通信为机器人联动提供基础，坐标系理解为动作示教提供基准，最后进入实践。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department internship plan image: C:\Users\z1475\AppData\Local\Temp\codex-clipboard-f19b6dfd-e478-49eb-aff7-88cc39f84ca9.jpg</a:t>
            </a:r>
          </a:p>
          <a:p>
            <a:r>
              <a:t>- User-provided department learning sequence: detect.txt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个人经历不按简历方式展开，只讲知识迁移：PLC项目缩短基础复习，多电机项目帮助理解设备协同，惯性导航帮助理解机器人坐标系。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undergraduate PLC graduation project description: detect.txt</a:t>
            </a:r>
          </a:p>
          <a:p>
            <a:r>
              <a:t>- User-provided national project and inertial navigation research description: detect.txt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最初看到的是分散部品，随后开始把它们放进同一条信息链：传感器给出状态，PLC进行判断，执行元件完成动作。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production-line observation description: detect.txt</a:t>
            </a:r>
          </a:p>
          <a:p>
            <a:r>
              <a:t>- User-requested generated visual: PPT配图_村田主题/02_现场见学_产线认知.png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强调基础指令只用一天复习，真正的新挑战是I/O映射、ST编程和把激光测距信号对应到现场动作。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PLC learning sequence and prior PLC experience: detect.txt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三种协议的学习帮助我建立工业网络概念。重点不是背协议名称，而是理解状态与指令如何在设备之间流动。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industrial communication learning: EtherCAT, EtherNet/IP and Modbus TCP</a:t>
            </a:r>
          </a:p>
          <a:p>
            <a:r>
              <a:t>- User-requested generated visual: PPT配图_村田主题/03_控制闭环_传感器PLC通信机器人.png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讲清三套坐标系的对象：世界坐标是整机基准，TCP描述吸嘴末端，用户坐标面向工作平面。惯性导航基础缩短了理解过程。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robot coordinate-system learning and inertial navigation background: detect.txt</a:t>
            </a:r>
          </a:p>
          <a:p>
            <a:r>
              <a:t>- User-requested generated visual: PPT配图_村田主题/04_机器人三类坐标系.png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先讲完整流程，再聚焦第4步。强调新增动作既要扩大检测覆盖，也要保持与取膜、贴膜和加压流程的衔接。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complete production-line sequence: detect.txt</a:t>
            </a:r>
          </a:p>
          <a:p>
            <a:r>
              <a:t>- User-requested generated visual: PPT配图_村田主题/05_完整生产流程.png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说明成果边界：没有改变检测原理，而是在既有方式上增加第二个位置。不要宣称完全解决多张膜问题，只说扩大检测覆盖、增加判定依据。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original and target robot motion sequence: detect.txt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按画面顺序讲：机械臂从P0到右上角P1，返回P0，再到左上角P2，通过后进入后续动作。P0让路径分段清楚，便于逐段调试。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P0-P1-P0-P2 motion description: detect.txt</a:t>
            </a:r>
          </a:p>
          <a:p>
            <a:r>
              <a:t>- User-requested generated visual: PPT配图_村田主题/06_双点检测_P0至P1返回再至P2.png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工程现场的正确不仅是程序逻辑正确，还包括轨迹安全、位置可达、动作可复现和流程衔接正确。右侧明确区分已完成与下一步量化。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robot manual operation and dual-point action completion: detect.txt</a:t>
            </a:r>
          </a:p>
          <a:p>
            <a:r>
              <a:t>- Validation items are explicitly presented as next-step measurements; no fabricated metrics are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结尾与开头呼应：我完成的不只是多走一个点，而是理解了传感、控制、通信与执行组成的闭环。结业不是终点，而是继续走向智能制造现场的起点。</a:t>
            </a:r>
          </a:p>
          <a:p>
            <a:endParaRPr/>
          </a:p>
          <a:p>
            <a:r>
              <a:t>[Sources]</a:t>
            </a:r>
          </a:p>
          <a:p>
            <a:r>
              <a:t>- User-provided reflection goals and completed work: detect.txt</a:t>
            </a:r>
          </a:p>
          <a:p>
            <a:r>
              <a:t>- User-requested generated visual: PPT配图_村田主题/07_结尾_走向智能制造.png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757B78D-EC21-FA38-D9E3-4BDF8294DBD2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" fmla="*/ 0 w 3366000"/>
              <a:gd name="connsiteY0" fmla="*/ 0 h 5200260"/>
              <a:gd name="connsiteX1" fmla="*/ 3366000 w 3366000"/>
              <a:gd name="connsiteY1" fmla="*/ 0 h 5200260"/>
              <a:gd name="connsiteX2" fmla="*/ 3355951 w 3366000"/>
              <a:gd name="connsiteY2" fmla="*/ 5200260 h 5200260"/>
              <a:gd name="connsiteX3" fmla="*/ 0 w 3366000"/>
              <a:gd name="connsiteY3" fmla="*/ 3276000 h 5200260"/>
              <a:gd name="connsiteX4" fmla="*/ 0 w 3366000"/>
              <a:gd name="connsiteY4" fmla="*/ 0 h 5200260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0 w 3366000"/>
              <a:gd name="connsiteY3" fmla="*/ 3276000 h 5207404"/>
              <a:gd name="connsiteX4" fmla="*/ 0 w 3366000"/>
              <a:gd name="connsiteY4" fmla="*/ 0 h 5207404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3321844 w 3366000"/>
              <a:gd name="connsiteY3" fmla="*/ 5186363 h 5207404"/>
              <a:gd name="connsiteX4" fmla="*/ 0 w 3366000"/>
              <a:gd name="connsiteY4" fmla="*/ 3276000 h 5207404"/>
              <a:gd name="connsiteX5" fmla="*/ 0 w 3366000"/>
              <a:gd name="connsiteY5" fmla="*/ 0 h 5207404"/>
              <a:gd name="connsiteX0" fmla="*/ 0 w 3366000"/>
              <a:gd name="connsiteY0" fmla="*/ 0 h 5186363"/>
              <a:gd name="connsiteX1" fmla="*/ 3366000 w 3366000"/>
              <a:gd name="connsiteY1" fmla="*/ 0 h 5186363"/>
              <a:gd name="connsiteX2" fmla="*/ 3358332 w 3366000"/>
              <a:gd name="connsiteY2" fmla="*/ 5155017 h 5186363"/>
              <a:gd name="connsiteX3" fmla="*/ 3321844 w 3366000"/>
              <a:gd name="connsiteY3" fmla="*/ 5186363 h 5186363"/>
              <a:gd name="connsiteX4" fmla="*/ 0 w 3366000"/>
              <a:gd name="connsiteY4" fmla="*/ 3276000 h 5186363"/>
              <a:gd name="connsiteX5" fmla="*/ 0 w 3366000"/>
              <a:gd name="connsiteY5" fmla="*/ 0 h 5186363"/>
              <a:gd name="connsiteX0" fmla="*/ 0 w 3366000"/>
              <a:gd name="connsiteY0" fmla="*/ 0 h 5192467"/>
              <a:gd name="connsiteX1" fmla="*/ 3366000 w 3366000"/>
              <a:gd name="connsiteY1" fmla="*/ 0 h 5192467"/>
              <a:gd name="connsiteX2" fmla="*/ 3358332 w 3366000"/>
              <a:gd name="connsiteY2" fmla="*/ 5155017 h 5192467"/>
              <a:gd name="connsiteX3" fmla="*/ 3321844 w 3366000"/>
              <a:gd name="connsiteY3" fmla="*/ 5186363 h 5192467"/>
              <a:gd name="connsiteX4" fmla="*/ 0 w 3366000"/>
              <a:gd name="connsiteY4" fmla="*/ 3276000 h 5192467"/>
              <a:gd name="connsiteX5" fmla="*/ 0 w 3366000"/>
              <a:gd name="connsiteY5" fmla="*/ 0 h 5192467"/>
              <a:gd name="connsiteX0" fmla="*/ 0 w 3366000"/>
              <a:gd name="connsiteY0" fmla="*/ 0 h 5201135"/>
              <a:gd name="connsiteX1" fmla="*/ 3366000 w 3366000"/>
              <a:gd name="connsiteY1" fmla="*/ 0 h 5201135"/>
              <a:gd name="connsiteX2" fmla="*/ 3358332 w 3366000"/>
              <a:gd name="connsiteY2" fmla="*/ 5155017 h 5201135"/>
              <a:gd name="connsiteX3" fmla="*/ 3321844 w 3366000"/>
              <a:gd name="connsiteY3" fmla="*/ 5186363 h 5201135"/>
              <a:gd name="connsiteX4" fmla="*/ 0 w 3366000"/>
              <a:gd name="connsiteY4" fmla="*/ 3276000 h 5201135"/>
              <a:gd name="connsiteX5" fmla="*/ 0 w 3366000"/>
              <a:gd name="connsiteY5" fmla="*/ 0 h 5201135"/>
              <a:gd name="connsiteX0" fmla="*/ 0 w 3366000"/>
              <a:gd name="connsiteY0" fmla="*/ 0 h 5176054"/>
              <a:gd name="connsiteX1" fmla="*/ 3366000 w 3366000"/>
              <a:gd name="connsiteY1" fmla="*/ 0 h 5176054"/>
              <a:gd name="connsiteX2" fmla="*/ 3358332 w 3366000"/>
              <a:gd name="connsiteY2" fmla="*/ 5155017 h 5176054"/>
              <a:gd name="connsiteX3" fmla="*/ 3264694 w 3366000"/>
              <a:gd name="connsiteY3" fmla="*/ 5093494 h 5176054"/>
              <a:gd name="connsiteX4" fmla="*/ 0 w 3366000"/>
              <a:gd name="connsiteY4" fmla="*/ 3276000 h 5176054"/>
              <a:gd name="connsiteX5" fmla="*/ 0 w 3366000"/>
              <a:gd name="connsiteY5" fmla="*/ 0 h 5176054"/>
              <a:gd name="connsiteX0" fmla="*/ 0 w 3366000"/>
              <a:gd name="connsiteY0" fmla="*/ 0 h 5198670"/>
              <a:gd name="connsiteX1" fmla="*/ 3366000 w 3366000"/>
              <a:gd name="connsiteY1" fmla="*/ 0 h 5198670"/>
              <a:gd name="connsiteX2" fmla="*/ 3358332 w 3366000"/>
              <a:gd name="connsiteY2" fmla="*/ 5155017 h 5198670"/>
              <a:gd name="connsiteX3" fmla="*/ 3307557 w 3366000"/>
              <a:gd name="connsiteY3" fmla="*/ 5181600 h 5198670"/>
              <a:gd name="connsiteX4" fmla="*/ 0 w 3366000"/>
              <a:gd name="connsiteY4" fmla="*/ 3276000 h 5198670"/>
              <a:gd name="connsiteX5" fmla="*/ 0 w 3366000"/>
              <a:gd name="connsiteY5" fmla="*/ 0 h 5198670"/>
              <a:gd name="connsiteX0" fmla="*/ 0 w 3366000"/>
              <a:gd name="connsiteY0" fmla="*/ 0 h 5197494"/>
              <a:gd name="connsiteX1" fmla="*/ 3366000 w 3366000"/>
              <a:gd name="connsiteY1" fmla="*/ 0 h 5197494"/>
              <a:gd name="connsiteX2" fmla="*/ 3358332 w 3366000"/>
              <a:gd name="connsiteY2" fmla="*/ 5152636 h 5197494"/>
              <a:gd name="connsiteX3" fmla="*/ 3307557 w 3366000"/>
              <a:gd name="connsiteY3" fmla="*/ 5181600 h 5197494"/>
              <a:gd name="connsiteX4" fmla="*/ 0 w 3366000"/>
              <a:gd name="connsiteY4" fmla="*/ 3276000 h 5197494"/>
              <a:gd name="connsiteX5" fmla="*/ 0 w 3366000"/>
              <a:gd name="connsiteY5" fmla="*/ 0 h 5197494"/>
              <a:gd name="connsiteX0" fmla="*/ 0 w 3366000"/>
              <a:gd name="connsiteY0" fmla="*/ 0 h 5198413"/>
              <a:gd name="connsiteX1" fmla="*/ 3366000 w 3366000"/>
              <a:gd name="connsiteY1" fmla="*/ 0 h 5198413"/>
              <a:gd name="connsiteX2" fmla="*/ 3358332 w 3366000"/>
              <a:gd name="connsiteY2" fmla="*/ 5152636 h 5198413"/>
              <a:gd name="connsiteX3" fmla="*/ 3307557 w 3366000"/>
              <a:gd name="connsiteY3" fmla="*/ 5181600 h 5198413"/>
              <a:gd name="connsiteX4" fmla="*/ 0 w 3366000"/>
              <a:gd name="connsiteY4" fmla="*/ 3276000 h 5198413"/>
              <a:gd name="connsiteX5" fmla="*/ 0 w 3366000"/>
              <a:gd name="connsiteY5" fmla="*/ 0 h 5198413"/>
              <a:gd name="connsiteX0" fmla="*/ 0 w 3366000"/>
              <a:gd name="connsiteY0" fmla="*/ 0 h 5190314"/>
              <a:gd name="connsiteX1" fmla="*/ 3366000 w 3366000"/>
              <a:gd name="connsiteY1" fmla="*/ 0 h 5190314"/>
              <a:gd name="connsiteX2" fmla="*/ 3358332 w 3366000"/>
              <a:gd name="connsiteY2" fmla="*/ 5152636 h 5190314"/>
              <a:gd name="connsiteX3" fmla="*/ 3307557 w 3366000"/>
              <a:gd name="connsiteY3" fmla="*/ 5181600 h 5190314"/>
              <a:gd name="connsiteX4" fmla="*/ 0 w 3366000"/>
              <a:gd name="connsiteY4" fmla="*/ 3276000 h 5190314"/>
              <a:gd name="connsiteX5" fmla="*/ 0 w 3366000"/>
              <a:gd name="connsiteY5" fmla="*/ 0 h 5190314"/>
              <a:gd name="connsiteX0" fmla="*/ 0 w 3366000"/>
              <a:gd name="connsiteY0" fmla="*/ 0 h 5194621"/>
              <a:gd name="connsiteX1" fmla="*/ 3366000 w 3366000"/>
              <a:gd name="connsiteY1" fmla="*/ 0 h 5194621"/>
              <a:gd name="connsiteX2" fmla="*/ 3363095 w 3366000"/>
              <a:gd name="connsiteY2" fmla="*/ 5164542 h 5194621"/>
              <a:gd name="connsiteX3" fmla="*/ 3307557 w 3366000"/>
              <a:gd name="connsiteY3" fmla="*/ 5181600 h 5194621"/>
              <a:gd name="connsiteX4" fmla="*/ 0 w 3366000"/>
              <a:gd name="connsiteY4" fmla="*/ 3276000 h 5194621"/>
              <a:gd name="connsiteX5" fmla="*/ 0 w 3366000"/>
              <a:gd name="connsiteY5" fmla="*/ 0 h 5194621"/>
              <a:gd name="connsiteX0" fmla="*/ 0 w 3366000"/>
              <a:gd name="connsiteY0" fmla="*/ 0 h 5197431"/>
              <a:gd name="connsiteX1" fmla="*/ 3366000 w 3366000"/>
              <a:gd name="connsiteY1" fmla="*/ 0 h 5197431"/>
              <a:gd name="connsiteX2" fmla="*/ 3363095 w 3366000"/>
              <a:gd name="connsiteY2" fmla="*/ 5164542 h 5197431"/>
              <a:gd name="connsiteX3" fmla="*/ 3309938 w 3366000"/>
              <a:gd name="connsiteY3" fmla="*/ 5186363 h 5197431"/>
              <a:gd name="connsiteX4" fmla="*/ 0 w 3366000"/>
              <a:gd name="connsiteY4" fmla="*/ 3276000 h 5197431"/>
              <a:gd name="connsiteX5" fmla="*/ 0 w 3366000"/>
              <a:gd name="connsiteY5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092C32F3-404B-E98C-A46C-8794586C754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1493822 w 5159375"/>
              <a:gd name="connsiteY3" fmla="*/ 6853473 h 6858000"/>
              <a:gd name="connsiteX4" fmla="*/ 0 w 5159375"/>
              <a:gd name="connsiteY4" fmla="*/ 6858000 h 6858000"/>
              <a:gd name="connsiteX5" fmla="*/ 0 w 5159375"/>
              <a:gd name="connsiteY5" fmla="*/ 0 h 6858000"/>
              <a:gd name="connsiteX0" fmla="*/ 0 w 5159375"/>
              <a:gd name="connsiteY0" fmla="*/ 0 h 6905724"/>
              <a:gd name="connsiteX1" fmla="*/ 5159375 w 5159375"/>
              <a:gd name="connsiteY1" fmla="*/ 0 h 6905724"/>
              <a:gd name="connsiteX2" fmla="*/ 5150322 w 5159375"/>
              <a:gd name="connsiteY2" fmla="*/ 4775703 h 6905724"/>
              <a:gd name="connsiteX3" fmla="*/ 1490556 w 5159375"/>
              <a:gd name="connsiteY3" fmla="*/ 6905724 h 6905724"/>
              <a:gd name="connsiteX4" fmla="*/ 0 w 5159375"/>
              <a:gd name="connsiteY4" fmla="*/ 6858000 h 6905724"/>
              <a:gd name="connsiteX5" fmla="*/ 0 w 5159375"/>
              <a:gd name="connsiteY5" fmla="*/ 0 h 6905724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08064 w 5539864"/>
              <a:gd name="connsiteY3" fmla="*/ 4776274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799 w 5159375"/>
              <a:gd name="connsiteY2" fmla="*/ 4671310 h 6863269"/>
              <a:gd name="connsiteX3" fmla="*/ 5108064 w 5159375"/>
              <a:gd name="connsiteY3" fmla="*/ 4776274 h 6863269"/>
              <a:gd name="connsiteX4" fmla="*/ 1484025 w 5159375"/>
              <a:gd name="connsiteY4" fmla="*/ 6863269 h 6863269"/>
              <a:gd name="connsiteX5" fmla="*/ 0 w 5159375"/>
              <a:gd name="connsiteY5" fmla="*/ 6858000 h 6863269"/>
              <a:gd name="connsiteX6" fmla="*/ 0 w 5159375"/>
              <a:gd name="connsiteY6" fmla="*/ 0 h 6863269"/>
              <a:gd name="connsiteX0" fmla="*/ 0 w 5164138"/>
              <a:gd name="connsiteY0" fmla="*/ 35719 h 6898988"/>
              <a:gd name="connsiteX1" fmla="*/ 5164138 w 5164138"/>
              <a:gd name="connsiteY1" fmla="*/ 0 h 6898988"/>
              <a:gd name="connsiteX2" fmla="*/ 5150799 w 5164138"/>
              <a:gd name="connsiteY2" fmla="*/ 4707029 h 6898988"/>
              <a:gd name="connsiteX3" fmla="*/ 5108064 w 5164138"/>
              <a:gd name="connsiteY3" fmla="*/ 4811993 h 6898988"/>
              <a:gd name="connsiteX4" fmla="*/ 1484025 w 5164138"/>
              <a:gd name="connsiteY4" fmla="*/ 6898988 h 6898988"/>
              <a:gd name="connsiteX5" fmla="*/ 0 w 5164138"/>
              <a:gd name="connsiteY5" fmla="*/ 6893719 h 6898988"/>
              <a:gd name="connsiteX6" fmla="*/ 0 w 5164138"/>
              <a:gd name="connsiteY6" fmla="*/ 35719 h 6898988"/>
              <a:gd name="connsiteX0" fmla="*/ 0 w 5152666"/>
              <a:gd name="connsiteY0" fmla="*/ 2382 h 6865651"/>
              <a:gd name="connsiteX1" fmla="*/ 5149850 w 5152666"/>
              <a:gd name="connsiteY1" fmla="*/ 0 h 6865651"/>
              <a:gd name="connsiteX2" fmla="*/ 5150799 w 5152666"/>
              <a:gd name="connsiteY2" fmla="*/ 4673692 h 6865651"/>
              <a:gd name="connsiteX3" fmla="*/ 5108064 w 5152666"/>
              <a:gd name="connsiteY3" fmla="*/ 4778656 h 6865651"/>
              <a:gd name="connsiteX4" fmla="*/ 1484025 w 5152666"/>
              <a:gd name="connsiteY4" fmla="*/ 6865651 h 6865651"/>
              <a:gd name="connsiteX5" fmla="*/ 0 w 5152666"/>
              <a:gd name="connsiteY5" fmla="*/ 6860382 h 6865651"/>
              <a:gd name="connsiteX6" fmla="*/ 0 w 5152666"/>
              <a:gd name="connsiteY6" fmla="*/ 2382 h 6865651"/>
              <a:gd name="connsiteX0" fmla="*/ 0 w 5240220"/>
              <a:gd name="connsiteY0" fmla="*/ 2382 h 6865651"/>
              <a:gd name="connsiteX1" fmla="*/ 5149850 w 5240220"/>
              <a:gd name="connsiteY1" fmla="*/ 0 h 6865651"/>
              <a:gd name="connsiteX2" fmla="*/ 5150799 w 5240220"/>
              <a:gd name="connsiteY2" fmla="*/ 4673692 h 6865651"/>
              <a:gd name="connsiteX3" fmla="*/ 5108064 w 5240220"/>
              <a:gd name="connsiteY3" fmla="*/ 4778656 h 6865651"/>
              <a:gd name="connsiteX4" fmla="*/ 1484025 w 5240220"/>
              <a:gd name="connsiteY4" fmla="*/ 6865651 h 6865651"/>
              <a:gd name="connsiteX5" fmla="*/ 0 w 5240220"/>
              <a:gd name="connsiteY5" fmla="*/ 6860382 h 6865651"/>
              <a:gd name="connsiteX6" fmla="*/ 0 w 5240220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222289"/>
              <a:gd name="connsiteY0" fmla="*/ 2382 h 6865651"/>
              <a:gd name="connsiteX1" fmla="*/ 5149850 w 5222289"/>
              <a:gd name="connsiteY1" fmla="*/ 0 h 6865651"/>
              <a:gd name="connsiteX2" fmla="*/ 5222264 w 5222289"/>
              <a:gd name="connsiteY2" fmla="*/ 4733223 h 6865651"/>
              <a:gd name="connsiteX3" fmla="*/ 5108064 w 5222289"/>
              <a:gd name="connsiteY3" fmla="*/ 4778656 h 6865651"/>
              <a:gd name="connsiteX4" fmla="*/ 1484025 w 5222289"/>
              <a:gd name="connsiteY4" fmla="*/ 6865651 h 6865651"/>
              <a:gd name="connsiteX5" fmla="*/ 0 w 5222289"/>
              <a:gd name="connsiteY5" fmla="*/ 6860382 h 6865651"/>
              <a:gd name="connsiteX6" fmla="*/ 0 w 5222289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>
            <a:extLst>
              <a:ext uri="{FF2B5EF4-FFF2-40B4-BE49-F238E27FC236}">
                <a16:creationId xmlns:a16="http://schemas.microsoft.com/office/drawing/2014/main" id="{E4DFA0AA-5A04-429B-E018-BD6347EFA6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014C1539-33CB-95AB-7418-F0569302F9E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テキスト プレースホルダー 7">
            <a:extLst>
              <a:ext uri="{FF2B5EF4-FFF2-40B4-BE49-F238E27FC236}">
                <a16:creationId xmlns:a16="http://schemas.microsoft.com/office/drawing/2014/main" id="{5C2E2A90-7C69-E01B-64FE-8D42B832E93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31232AB7-42BE-5BCA-CE0B-A49EC8DB27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FFE348A8-4ED6-951E-BDE4-5F37B2D026A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1FB5B858-1BF5-556C-5F04-176306F3CEA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48AAF95D-2E55-5F89-1EE2-BE85BE4842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051999B-1DBD-A5BD-D797-5D4D315C872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F89C5050-7EAD-E35E-4E0E-83BCD10A6B31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5B6EEEFC-E4C7-BBE8-4161-80B93C0DF9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A082A0-FCA5-DC14-941A-73FB6960FF5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5AEBE227-3567-C3A8-D480-A31825F64968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A35CA4A4-445C-6DC3-D6C9-AA9333A880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E12E651-3FEF-031E-8F95-B234AB2A757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3F7E2268-32F2-EF5D-E01F-6CFF6F822BC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B2A82235-27B8-67C7-A731-DC2ABD7DA3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8666DF8-9168-4A21-160E-D6FD7136E9D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50F55FEF-4518-2F39-4981-D5B22E60243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4E4901C8-BB47-E620-5278-7AB1B561BD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1F2096-7F5F-A8A1-4167-C02851E024F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B848EBE-391E-7820-AF38-8F9C0664751B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0621D1-2B29-5A90-3B4E-BE88C311DC0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52C9625-DCC7-A9E0-83F1-F7E45BEB70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97BEA46-2A08-DE76-DE1A-91CB2C4B304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747239E7-779F-9201-213D-76A32B4A54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C164697F-E375-CA1D-1B53-F145B59484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E119E51-1F84-39EE-2B16-F7C869C0FC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5420F30C-D226-79B3-FD97-F474FD75012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17232E1-B0B8-C1B2-4EA7-EF0DD22DFF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1C837F0B-5892-6BAC-618E-9D4DE278779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43761D5-48C8-575B-2EBA-1B65AA8A8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FB56555-7625-19E9-0526-1E97A008CF7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FC00BF9-5739-7F08-C7E4-A2FDA5930C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5DBB320-8696-32B9-B866-CF79F1776C4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B3DC0D1-E578-00B0-E79C-17047CCE56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7FD182F7-A143-0EE1-A2FA-4B619A84586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67856476-7D39-3A5A-B1BF-66323DE17BC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DE105860-014B-2FCD-E4F3-F074A4DA858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757B78D-EC21-FA38-D9E3-4BDF8294DBD2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" fmla="*/ 0 w 3366000"/>
              <a:gd name="connsiteY0" fmla="*/ 0 h 5200260"/>
              <a:gd name="connsiteX1" fmla="*/ 3366000 w 3366000"/>
              <a:gd name="connsiteY1" fmla="*/ 0 h 5200260"/>
              <a:gd name="connsiteX2" fmla="*/ 3355951 w 3366000"/>
              <a:gd name="connsiteY2" fmla="*/ 5200260 h 5200260"/>
              <a:gd name="connsiteX3" fmla="*/ 0 w 3366000"/>
              <a:gd name="connsiteY3" fmla="*/ 3276000 h 5200260"/>
              <a:gd name="connsiteX4" fmla="*/ 0 w 3366000"/>
              <a:gd name="connsiteY4" fmla="*/ 0 h 5200260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0 w 3366000"/>
              <a:gd name="connsiteY3" fmla="*/ 3276000 h 5207404"/>
              <a:gd name="connsiteX4" fmla="*/ 0 w 3366000"/>
              <a:gd name="connsiteY4" fmla="*/ 0 h 5207404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3321844 w 3366000"/>
              <a:gd name="connsiteY3" fmla="*/ 5186363 h 5207404"/>
              <a:gd name="connsiteX4" fmla="*/ 0 w 3366000"/>
              <a:gd name="connsiteY4" fmla="*/ 3276000 h 5207404"/>
              <a:gd name="connsiteX5" fmla="*/ 0 w 3366000"/>
              <a:gd name="connsiteY5" fmla="*/ 0 h 5207404"/>
              <a:gd name="connsiteX0" fmla="*/ 0 w 3366000"/>
              <a:gd name="connsiteY0" fmla="*/ 0 h 5186363"/>
              <a:gd name="connsiteX1" fmla="*/ 3366000 w 3366000"/>
              <a:gd name="connsiteY1" fmla="*/ 0 h 5186363"/>
              <a:gd name="connsiteX2" fmla="*/ 3358332 w 3366000"/>
              <a:gd name="connsiteY2" fmla="*/ 5155017 h 5186363"/>
              <a:gd name="connsiteX3" fmla="*/ 3321844 w 3366000"/>
              <a:gd name="connsiteY3" fmla="*/ 5186363 h 5186363"/>
              <a:gd name="connsiteX4" fmla="*/ 0 w 3366000"/>
              <a:gd name="connsiteY4" fmla="*/ 3276000 h 5186363"/>
              <a:gd name="connsiteX5" fmla="*/ 0 w 3366000"/>
              <a:gd name="connsiteY5" fmla="*/ 0 h 5186363"/>
              <a:gd name="connsiteX0" fmla="*/ 0 w 3366000"/>
              <a:gd name="connsiteY0" fmla="*/ 0 h 5192467"/>
              <a:gd name="connsiteX1" fmla="*/ 3366000 w 3366000"/>
              <a:gd name="connsiteY1" fmla="*/ 0 h 5192467"/>
              <a:gd name="connsiteX2" fmla="*/ 3358332 w 3366000"/>
              <a:gd name="connsiteY2" fmla="*/ 5155017 h 5192467"/>
              <a:gd name="connsiteX3" fmla="*/ 3321844 w 3366000"/>
              <a:gd name="connsiteY3" fmla="*/ 5186363 h 5192467"/>
              <a:gd name="connsiteX4" fmla="*/ 0 w 3366000"/>
              <a:gd name="connsiteY4" fmla="*/ 3276000 h 5192467"/>
              <a:gd name="connsiteX5" fmla="*/ 0 w 3366000"/>
              <a:gd name="connsiteY5" fmla="*/ 0 h 5192467"/>
              <a:gd name="connsiteX0" fmla="*/ 0 w 3366000"/>
              <a:gd name="connsiteY0" fmla="*/ 0 h 5201135"/>
              <a:gd name="connsiteX1" fmla="*/ 3366000 w 3366000"/>
              <a:gd name="connsiteY1" fmla="*/ 0 h 5201135"/>
              <a:gd name="connsiteX2" fmla="*/ 3358332 w 3366000"/>
              <a:gd name="connsiteY2" fmla="*/ 5155017 h 5201135"/>
              <a:gd name="connsiteX3" fmla="*/ 3321844 w 3366000"/>
              <a:gd name="connsiteY3" fmla="*/ 5186363 h 5201135"/>
              <a:gd name="connsiteX4" fmla="*/ 0 w 3366000"/>
              <a:gd name="connsiteY4" fmla="*/ 3276000 h 5201135"/>
              <a:gd name="connsiteX5" fmla="*/ 0 w 3366000"/>
              <a:gd name="connsiteY5" fmla="*/ 0 h 5201135"/>
              <a:gd name="connsiteX0" fmla="*/ 0 w 3366000"/>
              <a:gd name="connsiteY0" fmla="*/ 0 h 5176054"/>
              <a:gd name="connsiteX1" fmla="*/ 3366000 w 3366000"/>
              <a:gd name="connsiteY1" fmla="*/ 0 h 5176054"/>
              <a:gd name="connsiteX2" fmla="*/ 3358332 w 3366000"/>
              <a:gd name="connsiteY2" fmla="*/ 5155017 h 5176054"/>
              <a:gd name="connsiteX3" fmla="*/ 3264694 w 3366000"/>
              <a:gd name="connsiteY3" fmla="*/ 5093494 h 5176054"/>
              <a:gd name="connsiteX4" fmla="*/ 0 w 3366000"/>
              <a:gd name="connsiteY4" fmla="*/ 3276000 h 5176054"/>
              <a:gd name="connsiteX5" fmla="*/ 0 w 3366000"/>
              <a:gd name="connsiteY5" fmla="*/ 0 h 5176054"/>
              <a:gd name="connsiteX0" fmla="*/ 0 w 3366000"/>
              <a:gd name="connsiteY0" fmla="*/ 0 h 5198670"/>
              <a:gd name="connsiteX1" fmla="*/ 3366000 w 3366000"/>
              <a:gd name="connsiteY1" fmla="*/ 0 h 5198670"/>
              <a:gd name="connsiteX2" fmla="*/ 3358332 w 3366000"/>
              <a:gd name="connsiteY2" fmla="*/ 5155017 h 5198670"/>
              <a:gd name="connsiteX3" fmla="*/ 3307557 w 3366000"/>
              <a:gd name="connsiteY3" fmla="*/ 5181600 h 5198670"/>
              <a:gd name="connsiteX4" fmla="*/ 0 w 3366000"/>
              <a:gd name="connsiteY4" fmla="*/ 3276000 h 5198670"/>
              <a:gd name="connsiteX5" fmla="*/ 0 w 3366000"/>
              <a:gd name="connsiteY5" fmla="*/ 0 h 5198670"/>
              <a:gd name="connsiteX0" fmla="*/ 0 w 3366000"/>
              <a:gd name="connsiteY0" fmla="*/ 0 h 5197494"/>
              <a:gd name="connsiteX1" fmla="*/ 3366000 w 3366000"/>
              <a:gd name="connsiteY1" fmla="*/ 0 h 5197494"/>
              <a:gd name="connsiteX2" fmla="*/ 3358332 w 3366000"/>
              <a:gd name="connsiteY2" fmla="*/ 5152636 h 5197494"/>
              <a:gd name="connsiteX3" fmla="*/ 3307557 w 3366000"/>
              <a:gd name="connsiteY3" fmla="*/ 5181600 h 5197494"/>
              <a:gd name="connsiteX4" fmla="*/ 0 w 3366000"/>
              <a:gd name="connsiteY4" fmla="*/ 3276000 h 5197494"/>
              <a:gd name="connsiteX5" fmla="*/ 0 w 3366000"/>
              <a:gd name="connsiteY5" fmla="*/ 0 h 5197494"/>
              <a:gd name="connsiteX0" fmla="*/ 0 w 3366000"/>
              <a:gd name="connsiteY0" fmla="*/ 0 h 5198413"/>
              <a:gd name="connsiteX1" fmla="*/ 3366000 w 3366000"/>
              <a:gd name="connsiteY1" fmla="*/ 0 h 5198413"/>
              <a:gd name="connsiteX2" fmla="*/ 3358332 w 3366000"/>
              <a:gd name="connsiteY2" fmla="*/ 5152636 h 5198413"/>
              <a:gd name="connsiteX3" fmla="*/ 3307557 w 3366000"/>
              <a:gd name="connsiteY3" fmla="*/ 5181600 h 5198413"/>
              <a:gd name="connsiteX4" fmla="*/ 0 w 3366000"/>
              <a:gd name="connsiteY4" fmla="*/ 3276000 h 5198413"/>
              <a:gd name="connsiteX5" fmla="*/ 0 w 3366000"/>
              <a:gd name="connsiteY5" fmla="*/ 0 h 5198413"/>
              <a:gd name="connsiteX0" fmla="*/ 0 w 3366000"/>
              <a:gd name="connsiteY0" fmla="*/ 0 h 5190314"/>
              <a:gd name="connsiteX1" fmla="*/ 3366000 w 3366000"/>
              <a:gd name="connsiteY1" fmla="*/ 0 h 5190314"/>
              <a:gd name="connsiteX2" fmla="*/ 3358332 w 3366000"/>
              <a:gd name="connsiteY2" fmla="*/ 5152636 h 5190314"/>
              <a:gd name="connsiteX3" fmla="*/ 3307557 w 3366000"/>
              <a:gd name="connsiteY3" fmla="*/ 5181600 h 5190314"/>
              <a:gd name="connsiteX4" fmla="*/ 0 w 3366000"/>
              <a:gd name="connsiteY4" fmla="*/ 3276000 h 5190314"/>
              <a:gd name="connsiteX5" fmla="*/ 0 w 3366000"/>
              <a:gd name="connsiteY5" fmla="*/ 0 h 5190314"/>
              <a:gd name="connsiteX0" fmla="*/ 0 w 3366000"/>
              <a:gd name="connsiteY0" fmla="*/ 0 h 5194621"/>
              <a:gd name="connsiteX1" fmla="*/ 3366000 w 3366000"/>
              <a:gd name="connsiteY1" fmla="*/ 0 h 5194621"/>
              <a:gd name="connsiteX2" fmla="*/ 3363095 w 3366000"/>
              <a:gd name="connsiteY2" fmla="*/ 5164542 h 5194621"/>
              <a:gd name="connsiteX3" fmla="*/ 3307557 w 3366000"/>
              <a:gd name="connsiteY3" fmla="*/ 5181600 h 5194621"/>
              <a:gd name="connsiteX4" fmla="*/ 0 w 3366000"/>
              <a:gd name="connsiteY4" fmla="*/ 3276000 h 5194621"/>
              <a:gd name="connsiteX5" fmla="*/ 0 w 3366000"/>
              <a:gd name="connsiteY5" fmla="*/ 0 h 5194621"/>
              <a:gd name="connsiteX0" fmla="*/ 0 w 3366000"/>
              <a:gd name="connsiteY0" fmla="*/ 0 h 5197431"/>
              <a:gd name="connsiteX1" fmla="*/ 3366000 w 3366000"/>
              <a:gd name="connsiteY1" fmla="*/ 0 h 5197431"/>
              <a:gd name="connsiteX2" fmla="*/ 3363095 w 3366000"/>
              <a:gd name="connsiteY2" fmla="*/ 5164542 h 5197431"/>
              <a:gd name="connsiteX3" fmla="*/ 3309938 w 3366000"/>
              <a:gd name="connsiteY3" fmla="*/ 5186363 h 5197431"/>
              <a:gd name="connsiteX4" fmla="*/ 0 w 3366000"/>
              <a:gd name="connsiteY4" fmla="*/ 3276000 h 5197431"/>
              <a:gd name="connsiteX5" fmla="*/ 0 w 3366000"/>
              <a:gd name="connsiteY5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092C32F3-404B-E98C-A46C-8794586C754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1493822 w 5159375"/>
              <a:gd name="connsiteY3" fmla="*/ 6853473 h 6858000"/>
              <a:gd name="connsiteX4" fmla="*/ 0 w 5159375"/>
              <a:gd name="connsiteY4" fmla="*/ 6858000 h 6858000"/>
              <a:gd name="connsiteX5" fmla="*/ 0 w 5159375"/>
              <a:gd name="connsiteY5" fmla="*/ 0 h 6858000"/>
              <a:gd name="connsiteX0" fmla="*/ 0 w 5159375"/>
              <a:gd name="connsiteY0" fmla="*/ 0 h 6905724"/>
              <a:gd name="connsiteX1" fmla="*/ 5159375 w 5159375"/>
              <a:gd name="connsiteY1" fmla="*/ 0 h 6905724"/>
              <a:gd name="connsiteX2" fmla="*/ 5150322 w 5159375"/>
              <a:gd name="connsiteY2" fmla="*/ 4775703 h 6905724"/>
              <a:gd name="connsiteX3" fmla="*/ 1490556 w 5159375"/>
              <a:gd name="connsiteY3" fmla="*/ 6905724 h 6905724"/>
              <a:gd name="connsiteX4" fmla="*/ 0 w 5159375"/>
              <a:gd name="connsiteY4" fmla="*/ 6858000 h 6905724"/>
              <a:gd name="connsiteX5" fmla="*/ 0 w 5159375"/>
              <a:gd name="connsiteY5" fmla="*/ 0 h 6905724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08064 w 5539864"/>
              <a:gd name="connsiteY3" fmla="*/ 4776274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799 w 5159375"/>
              <a:gd name="connsiteY2" fmla="*/ 4671310 h 6863269"/>
              <a:gd name="connsiteX3" fmla="*/ 5108064 w 5159375"/>
              <a:gd name="connsiteY3" fmla="*/ 4776274 h 6863269"/>
              <a:gd name="connsiteX4" fmla="*/ 1484025 w 5159375"/>
              <a:gd name="connsiteY4" fmla="*/ 6863269 h 6863269"/>
              <a:gd name="connsiteX5" fmla="*/ 0 w 5159375"/>
              <a:gd name="connsiteY5" fmla="*/ 6858000 h 6863269"/>
              <a:gd name="connsiteX6" fmla="*/ 0 w 5159375"/>
              <a:gd name="connsiteY6" fmla="*/ 0 h 6863269"/>
              <a:gd name="connsiteX0" fmla="*/ 0 w 5164138"/>
              <a:gd name="connsiteY0" fmla="*/ 35719 h 6898988"/>
              <a:gd name="connsiteX1" fmla="*/ 5164138 w 5164138"/>
              <a:gd name="connsiteY1" fmla="*/ 0 h 6898988"/>
              <a:gd name="connsiteX2" fmla="*/ 5150799 w 5164138"/>
              <a:gd name="connsiteY2" fmla="*/ 4707029 h 6898988"/>
              <a:gd name="connsiteX3" fmla="*/ 5108064 w 5164138"/>
              <a:gd name="connsiteY3" fmla="*/ 4811993 h 6898988"/>
              <a:gd name="connsiteX4" fmla="*/ 1484025 w 5164138"/>
              <a:gd name="connsiteY4" fmla="*/ 6898988 h 6898988"/>
              <a:gd name="connsiteX5" fmla="*/ 0 w 5164138"/>
              <a:gd name="connsiteY5" fmla="*/ 6893719 h 6898988"/>
              <a:gd name="connsiteX6" fmla="*/ 0 w 5164138"/>
              <a:gd name="connsiteY6" fmla="*/ 35719 h 6898988"/>
              <a:gd name="connsiteX0" fmla="*/ 0 w 5152666"/>
              <a:gd name="connsiteY0" fmla="*/ 2382 h 6865651"/>
              <a:gd name="connsiteX1" fmla="*/ 5149850 w 5152666"/>
              <a:gd name="connsiteY1" fmla="*/ 0 h 6865651"/>
              <a:gd name="connsiteX2" fmla="*/ 5150799 w 5152666"/>
              <a:gd name="connsiteY2" fmla="*/ 4673692 h 6865651"/>
              <a:gd name="connsiteX3" fmla="*/ 5108064 w 5152666"/>
              <a:gd name="connsiteY3" fmla="*/ 4778656 h 6865651"/>
              <a:gd name="connsiteX4" fmla="*/ 1484025 w 5152666"/>
              <a:gd name="connsiteY4" fmla="*/ 6865651 h 6865651"/>
              <a:gd name="connsiteX5" fmla="*/ 0 w 5152666"/>
              <a:gd name="connsiteY5" fmla="*/ 6860382 h 6865651"/>
              <a:gd name="connsiteX6" fmla="*/ 0 w 5152666"/>
              <a:gd name="connsiteY6" fmla="*/ 2382 h 6865651"/>
              <a:gd name="connsiteX0" fmla="*/ 0 w 5240220"/>
              <a:gd name="connsiteY0" fmla="*/ 2382 h 6865651"/>
              <a:gd name="connsiteX1" fmla="*/ 5149850 w 5240220"/>
              <a:gd name="connsiteY1" fmla="*/ 0 h 6865651"/>
              <a:gd name="connsiteX2" fmla="*/ 5150799 w 5240220"/>
              <a:gd name="connsiteY2" fmla="*/ 4673692 h 6865651"/>
              <a:gd name="connsiteX3" fmla="*/ 5108064 w 5240220"/>
              <a:gd name="connsiteY3" fmla="*/ 4778656 h 6865651"/>
              <a:gd name="connsiteX4" fmla="*/ 1484025 w 5240220"/>
              <a:gd name="connsiteY4" fmla="*/ 6865651 h 6865651"/>
              <a:gd name="connsiteX5" fmla="*/ 0 w 5240220"/>
              <a:gd name="connsiteY5" fmla="*/ 6860382 h 6865651"/>
              <a:gd name="connsiteX6" fmla="*/ 0 w 5240220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222289"/>
              <a:gd name="connsiteY0" fmla="*/ 2382 h 6865651"/>
              <a:gd name="connsiteX1" fmla="*/ 5149850 w 5222289"/>
              <a:gd name="connsiteY1" fmla="*/ 0 h 6865651"/>
              <a:gd name="connsiteX2" fmla="*/ 5222264 w 5222289"/>
              <a:gd name="connsiteY2" fmla="*/ 4733223 h 6865651"/>
              <a:gd name="connsiteX3" fmla="*/ 5108064 w 5222289"/>
              <a:gd name="connsiteY3" fmla="*/ 4778656 h 6865651"/>
              <a:gd name="connsiteX4" fmla="*/ 1484025 w 5222289"/>
              <a:gd name="connsiteY4" fmla="*/ 6865651 h 6865651"/>
              <a:gd name="connsiteX5" fmla="*/ 0 w 5222289"/>
              <a:gd name="connsiteY5" fmla="*/ 6860382 h 6865651"/>
              <a:gd name="connsiteX6" fmla="*/ 0 w 5222289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A71526E6-9FA6-6C1D-7DAC-DB5620C4606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74FF19BF-1F0C-A9BA-8737-2A52C5C794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38C5E49-6553-0BD7-AD4E-8117ABA927D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8B5488B-66BA-7186-1870-FB0A2795DD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BF23F0BA-AAC9-2E6E-479D-0B4551A2D4E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CEDE3B4-A8FC-B272-E14D-780DE95EB4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74CAFD23-6B70-AC53-530F-8A5869ABF9F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C46CEE4-E893-6E52-D556-336C5F02F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C29DBF1D-FEF9-B035-6FC2-3E6C377284E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2982597-8682-58C6-D649-111FADAAB5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CCFE210D-473E-3CB9-BB56-20601390035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C7DA783-0204-DACA-F98D-9E11659063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81DB5105-FDE0-7CF6-79C6-0669DF8057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35D56414-6724-1171-B103-9887EA01AA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B848EBE-391E-7820-AF38-8F9C0664751B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12199143 w 12199143"/>
              <a:gd name="connsiteY4" fmla="*/ 6431334 h 6431334"/>
              <a:gd name="connsiteX5" fmla="*/ 4762 w 12199143"/>
              <a:gd name="connsiteY5" fmla="*/ 6428952 h 6431334"/>
              <a:gd name="connsiteX6" fmla="*/ 0 w 12199143"/>
              <a:gd name="connsiteY6" fmla="*/ 5567362 h 6431334"/>
              <a:gd name="connsiteX7" fmla="*/ 2457450 w 12199143"/>
              <a:gd name="connsiteY7" fmla="*/ 4152902 h 6431334"/>
              <a:gd name="connsiteX8" fmla="*/ 2502693 w 12199143"/>
              <a:gd name="connsiteY8" fmla="*/ 4052887 h 6431334"/>
              <a:gd name="connsiteX0" fmla="*/ 2499355 w 12195805"/>
              <a:gd name="connsiteY0" fmla="*/ 4052887 h 6431334"/>
              <a:gd name="connsiteX1" fmla="*/ 2494592 w 12195805"/>
              <a:gd name="connsiteY1" fmla="*/ 0 h 6431334"/>
              <a:gd name="connsiteX2" fmla="*/ 12193424 w 12195805"/>
              <a:gd name="connsiteY2" fmla="*/ 2381 h 6431334"/>
              <a:gd name="connsiteX3" fmla="*/ 12195805 w 12195805"/>
              <a:gd name="connsiteY3" fmla="*/ 6431334 h 6431334"/>
              <a:gd name="connsiteX4" fmla="*/ 12195805 w 12195805"/>
              <a:gd name="connsiteY4" fmla="*/ 6431334 h 6431334"/>
              <a:gd name="connsiteX5" fmla="*/ 1424 w 12195805"/>
              <a:gd name="connsiteY5" fmla="*/ 6428952 h 6431334"/>
              <a:gd name="connsiteX6" fmla="*/ 0 w 12195805"/>
              <a:gd name="connsiteY6" fmla="*/ 5462538 h 6431334"/>
              <a:gd name="connsiteX7" fmla="*/ 2454112 w 12195805"/>
              <a:gd name="connsiteY7" fmla="*/ 4152902 h 6431334"/>
              <a:gd name="connsiteX8" fmla="*/ 2499355 w 12195805"/>
              <a:gd name="connsiteY8" fmla="*/ 4052887 h 6431334"/>
              <a:gd name="connsiteX0" fmla="*/ 2504118 w 12200568"/>
              <a:gd name="connsiteY0" fmla="*/ 4052887 h 6431334"/>
              <a:gd name="connsiteX1" fmla="*/ 2499355 w 12200568"/>
              <a:gd name="connsiteY1" fmla="*/ 0 h 6431334"/>
              <a:gd name="connsiteX2" fmla="*/ 12198187 w 12200568"/>
              <a:gd name="connsiteY2" fmla="*/ 2381 h 6431334"/>
              <a:gd name="connsiteX3" fmla="*/ 12200568 w 12200568"/>
              <a:gd name="connsiteY3" fmla="*/ 6431334 h 6431334"/>
              <a:gd name="connsiteX4" fmla="*/ 12200568 w 12200568"/>
              <a:gd name="connsiteY4" fmla="*/ 6431334 h 6431334"/>
              <a:gd name="connsiteX5" fmla="*/ 6187 w 12200568"/>
              <a:gd name="connsiteY5" fmla="*/ 6428952 h 6431334"/>
              <a:gd name="connsiteX6" fmla="*/ 0 w 12200568"/>
              <a:gd name="connsiteY6" fmla="*/ 5394754 h 6431334"/>
              <a:gd name="connsiteX7" fmla="*/ 2458875 w 12200568"/>
              <a:gd name="connsiteY7" fmla="*/ 4152902 h 6431334"/>
              <a:gd name="connsiteX8" fmla="*/ 2504118 w 12200568"/>
              <a:gd name="connsiteY8" fmla="*/ 4052887 h 6431334"/>
              <a:gd name="connsiteX0" fmla="*/ 2501737 w 12198187"/>
              <a:gd name="connsiteY0" fmla="*/ 4052887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4052887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68400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1078 h 6428997"/>
              <a:gd name="connsiteX1" fmla="*/ 2501737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  <a:gd name="connsiteX0" fmla="*/ 2499356 w 12198187"/>
              <a:gd name="connsiteY0" fmla="*/ 3971078 h 6428997"/>
              <a:gd name="connsiteX1" fmla="*/ 2496974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B6D446B-E393-9CF8-6CE6-9B79733AE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AB0984FF-90E3-82F9-F338-58CFF85C4BB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12199143 w 12199143"/>
              <a:gd name="connsiteY4" fmla="*/ 6431334 h 6431334"/>
              <a:gd name="connsiteX5" fmla="*/ 4762 w 12199143"/>
              <a:gd name="connsiteY5" fmla="*/ 6428952 h 6431334"/>
              <a:gd name="connsiteX6" fmla="*/ 0 w 12199143"/>
              <a:gd name="connsiteY6" fmla="*/ 5567362 h 6431334"/>
              <a:gd name="connsiteX7" fmla="*/ 2457450 w 12199143"/>
              <a:gd name="connsiteY7" fmla="*/ 4152902 h 6431334"/>
              <a:gd name="connsiteX8" fmla="*/ 2502693 w 12199143"/>
              <a:gd name="connsiteY8" fmla="*/ 4052887 h 6431334"/>
              <a:gd name="connsiteX0" fmla="*/ 2499355 w 12195805"/>
              <a:gd name="connsiteY0" fmla="*/ 4052887 h 6431334"/>
              <a:gd name="connsiteX1" fmla="*/ 2494592 w 12195805"/>
              <a:gd name="connsiteY1" fmla="*/ 0 h 6431334"/>
              <a:gd name="connsiteX2" fmla="*/ 12193424 w 12195805"/>
              <a:gd name="connsiteY2" fmla="*/ 2381 h 6431334"/>
              <a:gd name="connsiteX3" fmla="*/ 12195805 w 12195805"/>
              <a:gd name="connsiteY3" fmla="*/ 6431334 h 6431334"/>
              <a:gd name="connsiteX4" fmla="*/ 12195805 w 12195805"/>
              <a:gd name="connsiteY4" fmla="*/ 6431334 h 6431334"/>
              <a:gd name="connsiteX5" fmla="*/ 1424 w 12195805"/>
              <a:gd name="connsiteY5" fmla="*/ 6428952 h 6431334"/>
              <a:gd name="connsiteX6" fmla="*/ 0 w 12195805"/>
              <a:gd name="connsiteY6" fmla="*/ 5462538 h 6431334"/>
              <a:gd name="connsiteX7" fmla="*/ 2454112 w 12195805"/>
              <a:gd name="connsiteY7" fmla="*/ 4152902 h 6431334"/>
              <a:gd name="connsiteX8" fmla="*/ 2499355 w 12195805"/>
              <a:gd name="connsiteY8" fmla="*/ 4052887 h 6431334"/>
              <a:gd name="connsiteX0" fmla="*/ 2504118 w 12200568"/>
              <a:gd name="connsiteY0" fmla="*/ 4052887 h 6431334"/>
              <a:gd name="connsiteX1" fmla="*/ 2499355 w 12200568"/>
              <a:gd name="connsiteY1" fmla="*/ 0 h 6431334"/>
              <a:gd name="connsiteX2" fmla="*/ 12198187 w 12200568"/>
              <a:gd name="connsiteY2" fmla="*/ 2381 h 6431334"/>
              <a:gd name="connsiteX3" fmla="*/ 12200568 w 12200568"/>
              <a:gd name="connsiteY3" fmla="*/ 6431334 h 6431334"/>
              <a:gd name="connsiteX4" fmla="*/ 12200568 w 12200568"/>
              <a:gd name="connsiteY4" fmla="*/ 6431334 h 6431334"/>
              <a:gd name="connsiteX5" fmla="*/ 6187 w 12200568"/>
              <a:gd name="connsiteY5" fmla="*/ 6428952 h 6431334"/>
              <a:gd name="connsiteX6" fmla="*/ 0 w 12200568"/>
              <a:gd name="connsiteY6" fmla="*/ 5394754 h 6431334"/>
              <a:gd name="connsiteX7" fmla="*/ 2458875 w 12200568"/>
              <a:gd name="connsiteY7" fmla="*/ 4152902 h 6431334"/>
              <a:gd name="connsiteX8" fmla="*/ 2504118 w 12200568"/>
              <a:gd name="connsiteY8" fmla="*/ 4052887 h 6431334"/>
              <a:gd name="connsiteX0" fmla="*/ 2501737 w 12198187"/>
              <a:gd name="connsiteY0" fmla="*/ 4052887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4052887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68400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1078 h 6428997"/>
              <a:gd name="connsiteX1" fmla="*/ 2501737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  <a:gd name="connsiteX0" fmla="*/ 2499356 w 12198187"/>
              <a:gd name="connsiteY0" fmla="*/ 3971078 h 6428997"/>
              <a:gd name="connsiteX1" fmla="*/ 2496974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C8859F9-AD75-6B84-C8F5-F14438A2C5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D0E90B35-24C4-FA42-7F49-2102F0D0EE6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12199143 w 12199143"/>
              <a:gd name="connsiteY4" fmla="*/ 6431334 h 6431334"/>
              <a:gd name="connsiteX5" fmla="*/ 4762 w 12199143"/>
              <a:gd name="connsiteY5" fmla="*/ 6428952 h 6431334"/>
              <a:gd name="connsiteX6" fmla="*/ 0 w 12199143"/>
              <a:gd name="connsiteY6" fmla="*/ 5567362 h 6431334"/>
              <a:gd name="connsiteX7" fmla="*/ 2457450 w 12199143"/>
              <a:gd name="connsiteY7" fmla="*/ 4152902 h 6431334"/>
              <a:gd name="connsiteX8" fmla="*/ 2502693 w 12199143"/>
              <a:gd name="connsiteY8" fmla="*/ 4052887 h 6431334"/>
              <a:gd name="connsiteX0" fmla="*/ 2499355 w 12195805"/>
              <a:gd name="connsiteY0" fmla="*/ 4052887 h 6431334"/>
              <a:gd name="connsiteX1" fmla="*/ 2494592 w 12195805"/>
              <a:gd name="connsiteY1" fmla="*/ 0 h 6431334"/>
              <a:gd name="connsiteX2" fmla="*/ 12193424 w 12195805"/>
              <a:gd name="connsiteY2" fmla="*/ 2381 h 6431334"/>
              <a:gd name="connsiteX3" fmla="*/ 12195805 w 12195805"/>
              <a:gd name="connsiteY3" fmla="*/ 6431334 h 6431334"/>
              <a:gd name="connsiteX4" fmla="*/ 12195805 w 12195805"/>
              <a:gd name="connsiteY4" fmla="*/ 6431334 h 6431334"/>
              <a:gd name="connsiteX5" fmla="*/ 1424 w 12195805"/>
              <a:gd name="connsiteY5" fmla="*/ 6428952 h 6431334"/>
              <a:gd name="connsiteX6" fmla="*/ 0 w 12195805"/>
              <a:gd name="connsiteY6" fmla="*/ 5462538 h 6431334"/>
              <a:gd name="connsiteX7" fmla="*/ 2454112 w 12195805"/>
              <a:gd name="connsiteY7" fmla="*/ 4152902 h 6431334"/>
              <a:gd name="connsiteX8" fmla="*/ 2499355 w 12195805"/>
              <a:gd name="connsiteY8" fmla="*/ 4052887 h 6431334"/>
              <a:gd name="connsiteX0" fmla="*/ 2504118 w 12200568"/>
              <a:gd name="connsiteY0" fmla="*/ 4052887 h 6431334"/>
              <a:gd name="connsiteX1" fmla="*/ 2499355 w 12200568"/>
              <a:gd name="connsiteY1" fmla="*/ 0 h 6431334"/>
              <a:gd name="connsiteX2" fmla="*/ 12198187 w 12200568"/>
              <a:gd name="connsiteY2" fmla="*/ 2381 h 6431334"/>
              <a:gd name="connsiteX3" fmla="*/ 12200568 w 12200568"/>
              <a:gd name="connsiteY3" fmla="*/ 6431334 h 6431334"/>
              <a:gd name="connsiteX4" fmla="*/ 12200568 w 12200568"/>
              <a:gd name="connsiteY4" fmla="*/ 6431334 h 6431334"/>
              <a:gd name="connsiteX5" fmla="*/ 6187 w 12200568"/>
              <a:gd name="connsiteY5" fmla="*/ 6428952 h 6431334"/>
              <a:gd name="connsiteX6" fmla="*/ 0 w 12200568"/>
              <a:gd name="connsiteY6" fmla="*/ 5394754 h 6431334"/>
              <a:gd name="connsiteX7" fmla="*/ 2458875 w 12200568"/>
              <a:gd name="connsiteY7" fmla="*/ 4152902 h 6431334"/>
              <a:gd name="connsiteX8" fmla="*/ 2504118 w 12200568"/>
              <a:gd name="connsiteY8" fmla="*/ 4052887 h 6431334"/>
              <a:gd name="connsiteX0" fmla="*/ 2501737 w 12198187"/>
              <a:gd name="connsiteY0" fmla="*/ 4052887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4052887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68400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1078 h 6428997"/>
              <a:gd name="connsiteX1" fmla="*/ 2501737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  <a:gd name="connsiteX0" fmla="*/ 2499356 w 12198187"/>
              <a:gd name="connsiteY0" fmla="*/ 3971078 h 6428997"/>
              <a:gd name="connsiteX1" fmla="*/ 2496974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8685B2B1-8F27-478C-0184-7AAC836BD0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E2096F5E-BDB9-9C5F-F29B-8FABF763493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12199143 w 12199143"/>
              <a:gd name="connsiteY4" fmla="*/ 6431334 h 6431334"/>
              <a:gd name="connsiteX5" fmla="*/ 4762 w 12199143"/>
              <a:gd name="connsiteY5" fmla="*/ 6428952 h 6431334"/>
              <a:gd name="connsiteX6" fmla="*/ 0 w 12199143"/>
              <a:gd name="connsiteY6" fmla="*/ 5567362 h 6431334"/>
              <a:gd name="connsiteX7" fmla="*/ 2457450 w 12199143"/>
              <a:gd name="connsiteY7" fmla="*/ 4152902 h 6431334"/>
              <a:gd name="connsiteX8" fmla="*/ 2502693 w 12199143"/>
              <a:gd name="connsiteY8" fmla="*/ 4052887 h 6431334"/>
              <a:gd name="connsiteX0" fmla="*/ 2499355 w 12195805"/>
              <a:gd name="connsiteY0" fmla="*/ 4052887 h 6431334"/>
              <a:gd name="connsiteX1" fmla="*/ 2494592 w 12195805"/>
              <a:gd name="connsiteY1" fmla="*/ 0 h 6431334"/>
              <a:gd name="connsiteX2" fmla="*/ 12193424 w 12195805"/>
              <a:gd name="connsiteY2" fmla="*/ 2381 h 6431334"/>
              <a:gd name="connsiteX3" fmla="*/ 12195805 w 12195805"/>
              <a:gd name="connsiteY3" fmla="*/ 6431334 h 6431334"/>
              <a:gd name="connsiteX4" fmla="*/ 12195805 w 12195805"/>
              <a:gd name="connsiteY4" fmla="*/ 6431334 h 6431334"/>
              <a:gd name="connsiteX5" fmla="*/ 1424 w 12195805"/>
              <a:gd name="connsiteY5" fmla="*/ 6428952 h 6431334"/>
              <a:gd name="connsiteX6" fmla="*/ 0 w 12195805"/>
              <a:gd name="connsiteY6" fmla="*/ 5462538 h 6431334"/>
              <a:gd name="connsiteX7" fmla="*/ 2454112 w 12195805"/>
              <a:gd name="connsiteY7" fmla="*/ 4152902 h 6431334"/>
              <a:gd name="connsiteX8" fmla="*/ 2499355 w 12195805"/>
              <a:gd name="connsiteY8" fmla="*/ 4052887 h 6431334"/>
              <a:gd name="connsiteX0" fmla="*/ 2504118 w 12200568"/>
              <a:gd name="connsiteY0" fmla="*/ 4052887 h 6431334"/>
              <a:gd name="connsiteX1" fmla="*/ 2499355 w 12200568"/>
              <a:gd name="connsiteY1" fmla="*/ 0 h 6431334"/>
              <a:gd name="connsiteX2" fmla="*/ 12198187 w 12200568"/>
              <a:gd name="connsiteY2" fmla="*/ 2381 h 6431334"/>
              <a:gd name="connsiteX3" fmla="*/ 12200568 w 12200568"/>
              <a:gd name="connsiteY3" fmla="*/ 6431334 h 6431334"/>
              <a:gd name="connsiteX4" fmla="*/ 12200568 w 12200568"/>
              <a:gd name="connsiteY4" fmla="*/ 6431334 h 6431334"/>
              <a:gd name="connsiteX5" fmla="*/ 6187 w 12200568"/>
              <a:gd name="connsiteY5" fmla="*/ 6428952 h 6431334"/>
              <a:gd name="connsiteX6" fmla="*/ 0 w 12200568"/>
              <a:gd name="connsiteY6" fmla="*/ 5394754 h 6431334"/>
              <a:gd name="connsiteX7" fmla="*/ 2458875 w 12200568"/>
              <a:gd name="connsiteY7" fmla="*/ 4152902 h 6431334"/>
              <a:gd name="connsiteX8" fmla="*/ 2504118 w 12200568"/>
              <a:gd name="connsiteY8" fmla="*/ 4052887 h 6431334"/>
              <a:gd name="connsiteX0" fmla="*/ 2501737 w 12198187"/>
              <a:gd name="connsiteY0" fmla="*/ 4052887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4052887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68400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1078 h 6428997"/>
              <a:gd name="connsiteX1" fmla="*/ 2501737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  <a:gd name="connsiteX0" fmla="*/ 2499356 w 12198187"/>
              <a:gd name="connsiteY0" fmla="*/ 3971078 h 6428997"/>
              <a:gd name="connsiteX1" fmla="*/ 2496974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80C3CB89-94CC-B676-CD62-DAE53CE660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36FD5251-9C80-7D42-C5B7-94F7835FF96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12199143 w 12199143"/>
              <a:gd name="connsiteY4" fmla="*/ 6431334 h 6431334"/>
              <a:gd name="connsiteX5" fmla="*/ 4762 w 12199143"/>
              <a:gd name="connsiteY5" fmla="*/ 6428952 h 6431334"/>
              <a:gd name="connsiteX6" fmla="*/ 0 w 12199143"/>
              <a:gd name="connsiteY6" fmla="*/ 5567362 h 6431334"/>
              <a:gd name="connsiteX7" fmla="*/ 2457450 w 12199143"/>
              <a:gd name="connsiteY7" fmla="*/ 4152902 h 6431334"/>
              <a:gd name="connsiteX8" fmla="*/ 2502693 w 12199143"/>
              <a:gd name="connsiteY8" fmla="*/ 4052887 h 6431334"/>
              <a:gd name="connsiteX0" fmla="*/ 2499355 w 12195805"/>
              <a:gd name="connsiteY0" fmla="*/ 4052887 h 6431334"/>
              <a:gd name="connsiteX1" fmla="*/ 2494592 w 12195805"/>
              <a:gd name="connsiteY1" fmla="*/ 0 h 6431334"/>
              <a:gd name="connsiteX2" fmla="*/ 12193424 w 12195805"/>
              <a:gd name="connsiteY2" fmla="*/ 2381 h 6431334"/>
              <a:gd name="connsiteX3" fmla="*/ 12195805 w 12195805"/>
              <a:gd name="connsiteY3" fmla="*/ 6431334 h 6431334"/>
              <a:gd name="connsiteX4" fmla="*/ 12195805 w 12195805"/>
              <a:gd name="connsiteY4" fmla="*/ 6431334 h 6431334"/>
              <a:gd name="connsiteX5" fmla="*/ 1424 w 12195805"/>
              <a:gd name="connsiteY5" fmla="*/ 6428952 h 6431334"/>
              <a:gd name="connsiteX6" fmla="*/ 0 w 12195805"/>
              <a:gd name="connsiteY6" fmla="*/ 5462538 h 6431334"/>
              <a:gd name="connsiteX7" fmla="*/ 2454112 w 12195805"/>
              <a:gd name="connsiteY7" fmla="*/ 4152902 h 6431334"/>
              <a:gd name="connsiteX8" fmla="*/ 2499355 w 12195805"/>
              <a:gd name="connsiteY8" fmla="*/ 4052887 h 6431334"/>
              <a:gd name="connsiteX0" fmla="*/ 2504118 w 12200568"/>
              <a:gd name="connsiteY0" fmla="*/ 4052887 h 6431334"/>
              <a:gd name="connsiteX1" fmla="*/ 2499355 w 12200568"/>
              <a:gd name="connsiteY1" fmla="*/ 0 h 6431334"/>
              <a:gd name="connsiteX2" fmla="*/ 12198187 w 12200568"/>
              <a:gd name="connsiteY2" fmla="*/ 2381 h 6431334"/>
              <a:gd name="connsiteX3" fmla="*/ 12200568 w 12200568"/>
              <a:gd name="connsiteY3" fmla="*/ 6431334 h 6431334"/>
              <a:gd name="connsiteX4" fmla="*/ 12200568 w 12200568"/>
              <a:gd name="connsiteY4" fmla="*/ 6431334 h 6431334"/>
              <a:gd name="connsiteX5" fmla="*/ 6187 w 12200568"/>
              <a:gd name="connsiteY5" fmla="*/ 6428952 h 6431334"/>
              <a:gd name="connsiteX6" fmla="*/ 0 w 12200568"/>
              <a:gd name="connsiteY6" fmla="*/ 5394754 h 6431334"/>
              <a:gd name="connsiteX7" fmla="*/ 2458875 w 12200568"/>
              <a:gd name="connsiteY7" fmla="*/ 4152902 h 6431334"/>
              <a:gd name="connsiteX8" fmla="*/ 2504118 w 12200568"/>
              <a:gd name="connsiteY8" fmla="*/ 4052887 h 6431334"/>
              <a:gd name="connsiteX0" fmla="*/ 2501737 w 12198187"/>
              <a:gd name="connsiteY0" fmla="*/ 4052887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4052887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68400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1078 h 6428997"/>
              <a:gd name="connsiteX1" fmla="*/ 2501737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  <a:gd name="connsiteX0" fmla="*/ 2499356 w 12198187"/>
              <a:gd name="connsiteY0" fmla="*/ 3971078 h 6428997"/>
              <a:gd name="connsiteX1" fmla="*/ 2496974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FAA65D9-D5FE-6581-8827-E5C7F9B24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F0EFD8CA-4A6A-3517-1794-103747A10B4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12199143 w 12199143"/>
              <a:gd name="connsiteY4" fmla="*/ 6431334 h 6431334"/>
              <a:gd name="connsiteX5" fmla="*/ 4762 w 12199143"/>
              <a:gd name="connsiteY5" fmla="*/ 6428952 h 6431334"/>
              <a:gd name="connsiteX6" fmla="*/ 0 w 12199143"/>
              <a:gd name="connsiteY6" fmla="*/ 5567362 h 6431334"/>
              <a:gd name="connsiteX7" fmla="*/ 2457450 w 12199143"/>
              <a:gd name="connsiteY7" fmla="*/ 4152902 h 6431334"/>
              <a:gd name="connsiteX8" fmla="*/ 2502693 w 12199143"/>
              <a:gd name="connsiteY8" fmla="*/ 4052887 h 6431334"/>
              <a:gd name="connsiteX0" fmla="*/ 2499355 w 12195805"/>
              <a:gd name="connsiteY0" fmla="*/ 4052887 h 6431334"/>
              <a:gd name="connsiteX1" fmla="*/ 2494592 w 12195805"/>
              <a:gd name="connsiteY1" fmla="*/ 0 h 6431334"/>
              <a:gd name="connsiteX2" fmla="*/ 12193424 w 12195805"/>
              <a:gd name="connsiteY2" fmla="*/ 2381 h 6431334"/>
              <a:gd name="connsiteX3" fmla="*/ 12195805 w 12195805"/>
              <a:gd name="connsiteY3" fmla="*/ 6431334 h 6431334"/>
              <a:gd name="connsiteX4" fmla="*/ 12195805 w 12195805"/>
              <a:gd name="connsiteY4" fmla="*/ 6431334 h 6431334"/>
              <a:gd name="connsiteX5" fmla="*/ 1424 w 12195805"/>
              <a:gd name="connsiteY5" fmla="*/ 6428952 h 6431334"/>
              <a:gd name="connsiteX6" fmla="*/ 0 w 12195805"/>
              <a:gd name="connsiteY6" fmla="*/ 5462538 h 6431334"/>
              <a:gd name="connsiteX7" fmla="*/ 2454112 w 12195805"/>
              <a:gd name="connsiteY7" fmla="*/ 4152902 h 6431334"/>
              <a:gd name="connsiteX8" fmla="*/ 2499355 w 12195805"/>
              <a:gd name="connsiteY8" fmla="*/ 4052887 h 6431334"/>
              <a:gd name="connsiteX0" fmla="*/ 2504118 w 12200568"/>
              <a:gd name="connsiteY0" fmla="*/ 4052887 h 6431334"/>
              <a:gd name="connsiteX1" fmla="*/ 2499355 w 12200568"/>
              <a:gd name="connsiteY1" fmla="*/ 0 h 6431334"/>
              <a:gd name="connsiteX2" fmla="*/ 12198187 w 12200568"/>
              <a:gd name="connsiteY2" fmla="*/ 2381 h 6431334"/>
              <a:gd name="connsiteX3" fmla="*/ 12200568 w 12200568"/>
              <a:gd name="connsiteY3" fmla="*/ 6431334 h 6431334"/>
              <a:gd name="connsiteX4" fmla="*/ 12200568 w 12200568"/>
              <a:gd name="connsiteY4" fmla="*/ 6431334 h 6431334"/>
              <a:gd name="connsiteX5" fmla="*/ 6187 w 12200568"/>
              <a:gd name="connsiteY5" fmla="*/ 6428952 h 6431334"/>
              <a:gd name="connsiteX6" fmla="*/ 0 w 12200568"/>
              <a:gd name="connsiteY6" fmla="*/ 5394754 h 6431334"/>
              <a:gd name="connsiteX7" fmla="*/ 2458875 w 12200568"/>
              <a:gd name="connsiteY7" fmla="*/ 4152902 h 6431334"/>
              <a:gd name="connsiteX8" fmla="*/ 2504118 w 12200568"/>
              <a:gd name="connsiteY8" fmla="*/ 4052887 h 6431334"/>
              <a:gd name="connsiteX0" fmla="*/ 2501737 w 12198187"/>
              <a:gd name="connsiteY0" fmla="*/ 4052887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4052887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68400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1078 h 6428997"/>
              <a:gd name="connsiteX1" fmla="*/ 2501737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  <a:gd name="connsiteX0" fmla="*/ 2499356 w 12198187"/>
              <a:gd name="connsiteY0" fmla="*/ 3971078 h 6428997"/>
              <a:gd name="connsiteX1" fmla="*/ 2496974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845EA63-185E-8420-5B3C-393594912D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D4CA24AD-8EB0-1F43-F2FE-094642A5B73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12199143 w 12199143"/>
              <a:gd name="connsiteY4" fmla="*/ 6431334 h 6431334"/>
              <a:gd name="connsiteX5" fmla="*/ 4762 w 12199143"/>
              <a:gd name="connsiteY5" fmla="*/ 6428952 h 6431334"/>
              <a:gd name="connsiteX6" fmla="*/ 0 w 12199143"/>
              <a:gd name="connsiteY6" fmla="*/ 5567362 h 6431334"/>
              <a:gd name="connsiteX7" fmla="*/ 2457450 w 12199143"/>
              <a:gd name="connsiteY7" fmla="*/ 4152902 h 6431334"/>
              <a:gd name="connsiteX8" fmla="*/ 2502693 w 12199143"/>
              <a:gd name="connsiteY8" fmla="*/ 4052887 h 6431334"/>
              <a:gd name="connsiteX0" fmla="*/ 2499355 w 12195805"/>
              <a:gd name="connsiteY0" fmla="*/ 4052887 h 6431334"/>
              <a:gd name="connsiteX1" fmla="*/ 2494592 w 12195805"/>
              <a:gd name="connsiteY1" fmla="*/ 0 h 6431334"/>
              <a:gd name="connsiteX2" fmla="*/ 12193424 w 12195805"/>
              <a:gd name="connsiteY2" fmla="*/ 2381 h 6431334"/>
              <a:gd name="connsiteX3" fmla="*/ 12195805 w 12195805"/>
              <a:gd name="connsiteY3" fmla="*/ 6431334 h 6431334"/>
              <a:gd name="connsiteX4" fmla="*/ 12195805 w 12195805"/>
              <a:gd name="connsiteY4" fmla="*/ 6431334 h 6431334"/>
              <a:gd name="connsiteX5" fmla="*/ 1424 w 12195805"/>
              <a:gd name="connsiteY5" fmla="*/ 6428952 h 6431334"/>
              <a:gd name="connsiteX6" fmla="*/ 0 w 12195805"/>
              <a:gd name="connsiteY6" fmla="*/ 5462538 h 6431334"/>
              <a:gd name="connsiteX7" fmla="*/ 2454112 w 12195805"/>
              <a:gd name="connsiteY7" fmla="*/ 4152902 h 6431334"/>
              <a:gd name="connsiteX8" fmla="*/ 2499355 w 12195805"/>
              <a:gd name="connsiteY8" fmla="*/ 4052887 h 6431334"/>
              <a:gd name="connsiteX0" fmla="*/ 2504118 w 12200568"/>
              <a:gd name="connsiteY0" fmla="*/ 4052887 h 6431334"/>
              <a:gd name="connsiteX1" fmla="*/ 2499355 w 12200568"/>
              <a:gd name="connsiteY1" fmla="*/ 0 h 6431334"/>
              <a:gd name="connsiteX2" fmla="*/ 12198187 w 12200568"/>
              <a:gd name="connsiteY2" fmla="*/ 2381 h 6431334"/>
              <a:gd name="connsiteX3" fmla="*/ 12200568 w 12200568"/>
              <a:gd name="connsiteY3" fmla="*/ 6431334 h 6431334"/>
              <a:gd name="connsiteX4" fmla="*/ 12200568 w 12200568"/>
              <a:gd name="connsiteY4" fmla="*/ 6431334 h 6431334"/>
              <a:gd name="connsiteX5" fmla="*/ 6187 w 12200568"/>
              <a:gd name="connsiteY5" fmla="*/ 6428952 h 6431334"/>
              <a:gd name="connsiteX6" fmla="*/ 0 w 12200568"/>
              <a:gd name="connsiteY6" fmla="*/ 5394754 h 6431334"/>
              <a:gd name="connsiteX7" fmla="*/ 2458875 w 12200568"/>
              <a:gd name="connsiteY7" fmla="*/ 4152902 h 6431334"/>
              <a:gd name="connsiteX8" fmla="*/ 2504118 w 12200568"/>
              <a:gd name="connsiteY8" fmla="*/ 4052887 h 6431334"/>
              <a:gd name="connsiteX0" fmla="*/ 2501737 w 12198187"/>
              <a:gd name="connsiteY0" fmla="*/ 4052887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4052887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56494 w 12198187"/>
              <a:gd name="connsiteY7" fmla="*/ 4152902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501737 w 12198187"/>
              <a:gd name="connsiteY0" fmla="*/ 3940692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501737 w 12198187"/>
              <a:gd name="connsiteY8" fmla="*/ 3940692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73163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3415 h 6431334"/>
              <a:gd name="connsiteX1" fmla="*/ 2496974 w 12198187"/>
              <a:gd name="connsiteY1" fmla="*/ 0 h 6431334"/>
              <a:gd name="connsiteX2" fmla="*/ 12195806 w 12198187"/>
              <a:gd name="connsiteY2" fmla="*/ 2381 h 6431334"/>
              <a:gd name="connsiteX3" fmla="*/ 12198187 w 12198187"/>
              <a:gd name="connsiteY3" fmla="*/ 6431334 h 6431334"/>
              <a:gd name="connsiteX4" fmla="*/ 12198187 w 12198187"/>
              <a:gd name="connsiteY4" fmla="*/ 6431334 h 6431334"/>
              <a:gd name="connsiteX5" fmla="*/ 3806 w 12198187"/>
              <a:gd name="connsiteY5" fmla="*/ 6428952 h 6431334"/>
              <a:gd name="connsiteX6" fmla="*/ 0 w 12198187"/>
              <a:gd name="connsiteY6" fmla="*/ 5460202 h 6431334"/>
              <a:gd name="connsiteX7" fmla="*/ 2468400 w 12198187"/>
              <a:gd name="connsiteY7" fmla="*/ 4066419 h 6431334"/>
              <a:gd name="connsiteX8" fmla="*/ 2499356 w 12198187"/>
              <a:gd name="connsiteY8" fmla="*/ 3973415 h 6431334"/>
              <a:gd name="connsiteX0" fmla="*/ 2499356 w 12198187"/>
              <a:gd name="connsiteY0" fmla="*/ 3971078 h 6428997"/>
              <a:gd name="connsiteX1" fmla="*/ 2501737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  <a:gd name="connsiteX0" fmla="*/ 2499356 w 12198187"/>
              <a:gd name="connsiteY0" fmla="*/ 3971078 h 6428997"/>
              <a:gd name="connsiteX1" fmla="*/ 2496974 w 12198187"/>
              <a:gd name="connsiteY1" fmla="*/ 0 h 6428997"/>
              <a:gd name="connsiteX2" fmla="*/ 12195806 w 12198187"/>
              <a:gd name="connsiteY2" fmla="*/ 44 h 6428997"/>
              <a:gd name="connsiteX3" fmla="*/ 12198187 w 12198187"/>
              <a:gd name="connsiteY3" fmla="*/ 6428997 h 6428997"/>
              <a:gd name="connsiteX4" fmla="*/ 12198187 w 12198187"/>
              <a:gd name="connsiteY4" fmla="*/ 6428997 h 6428997"/>
              <a:gd name="connsiteX5" fmla="*/ 3806 w 12198187"/>
              <a:gd name="connsiteY5" fmla="*/ 6426615 h 6428997"/>
              <a:gd name="connsiteX6" fmla="*/ 0 w 12198187"/>
              <a:gd name="connsiteY6" fmla="*/ 5457865 h 6428997"/>
              <a:gd name="connsiteX7" fmla="*/ 2468400 w 12198187"/>
              <a:gd name="connsiteY7" fmla="*/ 4064082 h 6428997"/>
              <a:gd name="connsiteX8" fmla="*/ 2499356 w 12198187"/>
              <a:gd name="connsiteY8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7B9F5007-3ED6-E6A0-4B54-FB1CC0D1D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041440B7-ADA1-9444-F82A-D2FB7B5A334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E2BC97CD-4A1A-95D8-7193-A14A1179A0C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757B78D-EC21-FA38-D9E3-4BDF8294DBD2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" fmla="*/ 0 w 3366000"/>
              <a:gd name="connsiteY0" fmla="*/ 0 h 5200260"/>
              <a:gd name="connsiteX1" fmla="*/ 3366000 w 3366000"/>
              <a:gd name="connsiteY1" fmla="*/ 0 h 5200260"/>
              <a:gd name="connsiteX2" fmla="*/ 3355951 w 3366000"/>
              <a:gd name="connsiteY2" fmla="*/ 5200260 h 5200260"/>
              <a:gd name="connsiteX3" fmla="*/ 0 w 3366000"/>
              <a:gd name="connsiteY3" fmla="*/ 3276000 h 5200260"/>
              <a:gd name="connsiteX4" fmla="*/ 0 w 3366000"/>
              <a:gd name="connsiteY4" fmla="*/ 0 h 5200260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0 w 3366000"/>
              <a:gd name="connsiteY3" fmla="*/ 3276000 h 5207404"/>
              <a:gd name="connsiteX4" fmla="*/ 0 w 3366000"/>
              <a:gd name="connsiteY4" fmla="*/ 0 h 5207404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3321844 w 3366000"/>
              <a:gd name="connsiteY3" fmla="*/ 5186363 h 5207404"/>
              <a:gd name="connsiteX4" fmla="*/ 0 w 3366000"/>
              <a:gd name="connsiteY4" fmla="*/ 3276000 h 5207404"/>
              <a:gd name="connsiteX5" fmla="*/ 0 w 3366000"/>
              <a:gd name="connsiteY5" fmla="*/ 0 h 5207404"/>
              <a:gd name="connsiteX0" fmla="*/ 0 w 3366000"/>
              <a:gd name="connsiteY0" fmla="*/ 0 h 5186363"/>
              <a:gd name="connsiteX1" fmla="*/ 3366000 w 3366000"/>
              <a:gd name="connsiteY1" fmla="*/ 0 h 5186363"/>
              <a:gd name="connsiteX2" fmla="*/ 3358332 w 3366000"/>
              <a:gd name="connsiteY2" fmla="*/ 5155017 h 5186363"/>
              <a:gd name="connsiteX3" fmla="*/ 3321844 w 3366000"/>
              <a:gd name="connsiteY3" fmla="*/ 5186363 h 5186363"/>
              <a:gd name="connsiteX4" fmla="*/ 0 w 3366000"/>
              <a:gd name="connsiteY4" fmla="*/ 3276000 h 5186363"/>
              <a:gd name="connsiteX5" fmla="*/ 0 w 3366000"/>
              <a:gd name="connsiteY5" fmla="*/ 0 h 5186363"/>
              <a:gd name="connsiteX0" fmla="*/ 0 w 3366000"/>
              <a:gd name="connsiteY0" fmla="*/ 0 h 5192467"/>
              <a:gd name="connsiteX1" fmla="*/ 3366000 w 3366000"/>
              <a:gd name="connsiteY1" fmla="*/ 0 h 5192467"/>
              <a:gd name="connsiteX2" fmla="*/ 3358332 w 3366000"/>
              <a:gd name="connsiteY2" fmla="*/ 5155017 h 5192467"/>
              <a:gd name="connsiteX3" fmla="*/ 3321844 w 3366000"/>
              <a:gd name="connsiteY3" fmla="*/ 5186363 h 5192467"/>
              <a:gd name="connsiteX4" fmla="*/ 0 w 3366000"/>
              <a:gd name="connsiteY4" fmla="*/ 3276000 h 5192467"/>
              <a:gd name="connsiteX5" fmla="*/ 0 w 3366000"/>
              <a:gd name="connsiteY5" fmla="*/ 0 h 5192467"/>
              <a:gd name="connsiteX0" fmla="*/ 0 w 3366000"/>
              <a:gd name="connsiteY0" fmla="*/ 0 h 5201135"/>
              <a:gd name="connsiteX1" fmla="*/ 3366000 w 3366000"/>
              <a:gd name="connsiteY1" fmla="*/ 0 h 5201135"/>
              <a:gd name="connsiteX2" fmla="*/ 3358332 w 3366000"/>
              <a:gd name="connsiteY2" fmla="*/ 5155017 h 5201135"/>
              <a:gd name="connsiteX3" fmla="*/ 3321844 w 3366000"/>
              <a:gd name="connsiteY3" fmla="*/ 5186363 h 5201135"/>
              <a:gd name="connsiteX4" fmla="*/ 0 w 3366000"/>
              <a:gd name="connsiteY4" fmla="*/ 3276000 h 5201135"/>
              <a:gd name="connsiteX5" fmla="*/ 0 w 3366000"/>
              <a:gd name="connsiteY5" fmla="*/ 0 h 5201135"/>
              <a:gd name="connsiteX0" fmla="*/ 0 w 3366000"/>
              <a:gd name="connsiteY0" fmla="*/ 0 h 5176054"/>
              <a:gd name="connsiteX1" fmla="*/ 3366000 w 3366000"/>
              <a:gd name="connsiteY1" fmla="*/ 0 h 5176054"/>
              <a:gd name="connsiteX2" fmla="*/ 3358332 w 3366000"/>
              <a:gd name="connsiteY2" fmla="*/ 5155017 h 5176054"/>
              <a:gd name="connsiteX3" fmla="*/ 3264694 w 3366000"/>
              <a:gd name="connsiteY3" fmla="*/ 5093494 h 5176054"/>
              <a:gd name="connsiteX4" fmla="*/ 0 w 3366000"/>
              <a:gd name="connsiteY4" fmla="*/ 3276000 h 5176054"/>
              <a:gd name="connsiteX5" fmla="*/ 0 w 3366000"/>
              <a:gd name="connsiteY5" fmla="*/ 0 h 5176054"/>
              <a:gd name="connsiteX0" fmla="*/ 0 w 3366000"/>
              <a:gd name="connsiteY0" fmla="*/ 0 h 5198670"/>
              <a:gd name="connsiteX1" fmla="*/ 3366000 w 3366000"/>
              <a:gd name="connsiteY1" fmla="*/ 0 h 5198670"/>
              <a:gd name="connsiteX2" fmla="*/ 3358332 w 3366000"/>
              <a:gd name="connsiteY2" fmla="*/ 5155017 h 5198670"/>
              <a:gd name="connsiteX3" fmla="*/ 3307557 w 3366000"/>
              <a:gd name="connsiteY3" fmla="*/ 5181600 h 5198670"/>
              <a:gd name="connsiteX4" fmla="*/ 0 w 3366000"/>
              <a:gd name="connsiteY4" fmla="*/ 3276000 h 5198670"/>
              <a:gd name="connsiteX5" fmla="*/ 0 w 3366000"/>
              <a:gd name="connsiteY5" fmla="*/ 0 h 5198670"/>
              <a:gd name="connsiteX0" fmla="*/ 0 w 3366000"/>
              <a:gd name="connsiteY0" fmla="*/ 0 h 5197494"/>
              <a:gd name="connsiteX1" fmla="*/ 3366000 w 3366000"/>
              <a:gd name="connsiteY1" fmla="*/ 0 h 5197494"/>
              <a:gd name="connsiteX2" fmla="*/ 3358332 w 3366000"/>
              <a:gd name="connsiteY2" fmla="*/ 5152636 h 5197494"/>
              <a:gd name="connsiteX3" fmla="*/ 3307557 w 3366000"/>
              <a:gd name="connsiteY3" fmla="*/ 5181600 h 5197494"/>
              <a:gd name="connsiteX4" fmla="*/ 0 w 3366000"/>
              <a:gd name="connsiteY4" fmla="*/ 3276000 h 5197494"/>
              <a:gd name="connsiteX5" fmla="*/ 0 w 3366000"/>
              <a:gd name="connsiteY5" fmla="*/ 0 h 5197494"/>
              <a:gd name="connsiteX0" fmla="*/ 0 w 3366000"/>
              <a:gd name="connsiteY0" fmla="*/ 0 h 5198413"/>
              <a:gd name="connsiteX1" fmla="*/ 3366000 w 3366000"/>
              <a:gd name="connsiteY1" fmla="*/ 0 h 5198413"/>
              <a:gd name="connsiteX2" fmla="*/ 3358332 w 3366000"/>
              <a:gd name="connsiteY2" fmla="*/ 5152636 h 5198413"/>
              <a:gd name="connsiteX3" fmla="*/ 3307557 w 3366000"/>
              <a:gd name="connsiteY3" fmla="*/ 5181600 h 5198413"/>
              <a:gd name="connsiteX4" fmla="*/ 0 w 3366000"/>
              <a:gd name="connsiteY4" fmla="*/ 3276000 h 5198413"/>
              <a:gd name="connsiteX5" fmla="*/ 0 w 3366000"/>
              <a:gd name="connsiteY5" fmla="*/ 0 h 5198413"/>
              <a:gd name="connsiteX0" fmla="*/ 0 w 3366000"/>
              <a:gd name="connsiteY0" fmla="*/ 0 h 5190314"/>
              <a:gd name="connsiteX1" fmla="*/ 3366000 w 3366000"/>
              <a:gd name="connsiteY1" fmla="*/ 0 h 5190314"/>
              <a:gd name="connsiteX2" fmla="*/ 3358332 w 3366000"/>
              <a:gd name="connsiteY2" fmla="*/ 5152636 h 5190314"/>
              <a:gd name="connsiteX3" fmla="*/ 3307557 w 3366000"/>
              <a:gd name="connsiteY3" fmla="*/ 5181600 h 5190314"/>
              <a:gd name="connsiteX4" fmla="*/ 0 w 3366000"/>
              <a:gd name="connsiteY4" fmla="*/ 3276000 h 5190314"/>
              <a:gd name="connsiteX5" fmla="*/ 0 w 3366000"/>
              <a:gd name="connsiteY5" fmla="*/ 0 h 5190314"/>
              <a:gd name="connsiteX0" fmla="*/ 0 w 3366000"/>
              <a:gd name="connsiteY0" fmla="*/ 0 h 5194621"/>
              <a:gd name="connsiteX1" fmla="*/ 3366000 w 3366000"/>
              <a:gd name="connsiteY1" fmla="*/ 0 h 5194621"/>
              <a:gd name="connsiteX2" fmla="*/ 3363095 w 3366000"/>
              <a:gd name="connsiteY2" fmla="*/ 5164542 h 5194621"/>
              <a:gd name="connsiteX3" fmla="*/ 3307557 w 3366000"/>
              <a:gd name="connsiteY3" fmla="*/ 5181600 h 5194621"/>
              <a:gd name="connsiteX4" fmla="*/ 0 w 3366000"/>
              <a:gd name="connsiteY4" fmla="*/ 3276000 h 5194621"/>
              <a:gd name="connsiteX5" fmla="*/ 0 w 3366000"/>
              <a:gd name="connsiteY5" fmla="*/ 0 h 5194621"/>
              <a:gd name="connsiteX0" fmla="*/ 0 w 3366000"/>
              <a:gd name="connsiteY0" fmla="*/ 0 h 5197431"/>
              <a:gd name="connsiteX1" fmla="*/ 3366000 w 3366000"/>
              <a:gd name="connsiteY1" fmla="*/ 0 h 5197431"/>
              <a:gd name="connsiteX2" fmla="*/ 3363095 w 3366000"/>
              <a:gd name="connsiteY2" fmla="*/ 5164542 h 5197431"/>
              <a:gd name="connsiteX3" fmla="*/ 3309938 w 3366000"/>
              <a:gd name="connsiteY3" fmla="*/ 5186363 h 5197431"/>
              <a:gd name="connsiteX4" fmla="*/ 0 w 3366000"/>
              <a:gd name="connsiteY4" fmla="*/ 3276000 h 5197431"/>
              <a:gd name="connsiteX5" fmla="*/ 0 w 3366000"/>
              <a:gd name="connsiteY5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092C32F3-404B-E98C-A46C-8794586C754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1493822 w 5159375"/>
              <a:gd name="connsiteY3" fmla="*/ 6853473 h 6858000"/>
              <a:gd name="connsiteX4" fmla="*/ 0 w 5159375"/>
              <a:gd name="connsiteY4" fmla="*/ 6858000 h 6858000"/>
              <a:gd name="connsiteX5" fmla="*/ 0 w 5159375"/>
              <a:gd name="connsiteY5" fmla="*/ 0 h 6858000"/>
              <a:gd name="connsiteX0" fmla="*/ 0 w 5159375"/>
              <a:gd name="connsiteY0" fmla="*/ 0 h 6905724"/>
              <a:gd name="connsiteX1" fmla="*/ 5159375 w 5159375"/>
              <a:gd name="connsiteY1" fmla="*/ 0 h 6905724"/>
              <a:gd name="connsiteX2" fmla="*/ 5150322 w 5159375"/>
              <a:gd name="connsiteY2" fmla="*/ 4775703 h 6905724"/>
              <a:gd name="connsiteX3" fmla="*/ 1490556 w 5159375"/>
              <a:gd name="connsiteY3" fmla="*/ 6905724 h 6905724"/>
              <a:gd name="connsiteX4" fmla="*/ 0 w 5159375"/>
              <a:gd name="connsiteY4" fmla="*/ 6858000 h 6905724"/>
              <a:gd name="connsiteX5" fmla="*/ 0 w 5159375"/>
              <a:gd name="connsiteY5" fmla="*/ 0 h 6905724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08064 w 5539864"/>
              <a:gd name="connsiteY3" fmla="*/ 4776274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799 w 5159375"/>
              <a:gd name="connsiteY2" fmla="*/ 4671310 h 6863269"/>
              <a:gd name="connsiteX3" fmla="*/ 5108064 w 5159375"/>
              <a:gd name="connsiteY3" fmla="*/ 4776274 h 6863269"/>
              <a:gd name="connsiteX4" fmla="*/ 1484025 w 5159375"/>
              <a:gd name="connsiteY4" fmla="*/ 6863269 h 6863269"/>
              <a:gd name="connsiteX5" fmla="*/ 0 w 5159375"/>
              <a:gd name="connsiteY5" fmla="*/ 6858000 h 6863269"/>
              <a:gd name="connsiteX6" fmla="*/ 0 w 5159375"/>
              <a:gd name="connsiteY6" fmla="*/ 0 h 6863269"/>
              <a:gd name="connsiteX0" fmla="*/ 0 w 5164138"/>
              <a:gd name="connsiteY0" fmla="*/ 35719 h 6898988"/>
              <a:gd name="connsiteX1" fmla="*/ 5164138 w 5164138"/>
              <a:gd name="connsiteY1" fmla="*/ 0 h 6898988"/>
              <a:gd name="connsiteX2" fmla="*/ 5150799 w 5164138"/>
              <a:gd name="connsiteY2" fmla="*/ 4707029 h 6898988"/>
              <a:gd name="connsiteX3" fmla="*/ 5108064 w 5164138"/>
              <a:gd name="connsiteY3" fmla="*/ 4811993 h 6898988"/>
              <a:gd name="connsiteX4" fmla="*/ 1484025 w 5164138"/>
              <a:gd name="connsiteY4" fmla="*/ 6898988 h 6898988"/>
              <a:gd name="connsiteX5" fmla="*/ 0 w 5164138"/>
              <a:gd name="connsiteY5" fmla="*/ 6893719 h 6898988"/>
              <a:gd name="connsiteX6" fmla="*/ 0 w 5164138"/>
              <a:gd name="connsiteY6" fmla="*/ 35719 h 6898988"/>
              <a:gd name="connsiteX0" fmla="*/ 0 w 5152666"/>
              <a:gd name="connsiteY0" fmla="*/ 2382 h 6865651"/>
              <a:gd name="connsiteX1" fmla="*/ 5149850 w 5152666"/>
              <a:gd name="connsiteY1" fmla="*/ 0 h 6865651"/>
              <a:gd name="connsiteX2" fmla="*/ 5150799 w 5152666"/>
              <a:gd name="connsiteY2" fmla="*/ 4673692 h 6865651"/>
              <a:gd name="connsiteX3" fmla="*/ 5108064 w 5152666"/>
              <a:gd name="connsiteY3" fmla="*/ 4778656 h 6865651"/>
              <a:gd name="connsiteX4" fmla="*/ 1484025 w 5152666"/>
              <a:gd name="connsiteY4" fmla="*/ 6865651 h 6865651"/>
              <a:gd name="connsiteX5" fmla="*/ 0 w 5152666"/>
              <a:gd name="connsiteY5" fmla="*/ 6860382 h 6865651"/>
              <a:gd name="connsiteX6" fmla="*/ 0 w 5152666"/>
              <a:gd name="connsiteY6" fmla="*/ 2382 h 6865651"/>
              <a:gd name="connsiteX0" fmla="*/ 0 w 5240220"/>
              <a:gd name="connsiteY0" fmla="*/ 2382 h 6865651"/>
              <a:gd name="connsiteX1" fmla="*/ 5149850 w 5240220"/>
              <a:gd name="connsiteY1" fmla="*/ 0 h 6865651"/>
              <a:gd name="connsiteX2" fmla="*/ 5150799 w 5240220"/>
              <a:gd name="connsiteY2" fmla="*/ 4673692 h 6865651"/>
              <a:gd name="connsiteX3" fmla="*/ 5108064 w 5240220"/>
              <a:gd name="connsiteY3" fmla="*/ 4778656 h 6865651"/>
              <a:gd name="connsiteX4" fmla="*/ 1484025 w 5240220"/>
              <a:gd name="connsiteY4" fmla="*/ 6865651 h 6865651"/>
              <a:gd name="connsiteX5" fmla="*/ 0 w 5240220"/>
              <a:gd name="connsiteY5" fmla="*/ 6860382 h 6865651"/>
              <a:gd name="connsiteX6" fmla="*/ 0 w 5240220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222289"/>
              <a:gd name="connsiteY0" fmla="*/ 2382 h 6865651"/>
              <a:gd name="connsiteX1" fmla="*/ 5149850 w 5222289"/>
              <a:gd name="connsiteY1" fmla="*/ 0 h 6865651"/>
              <a:gd name="connsiteX2" fmla="*/ 5222264 w 5222289"/>
              <a:gd name="connsiteY2" fmla="*/ 4733223 h 6865651"/>
              <a:gd name="connsiteX3" fmla="*/ 5108064 w 5222289"/>
              <a:gd name="connsiteY3" fmla="*/ 4778656 h 6865651"/>
              <a:gd name="connsiteX4" fmla="*/ 1484025 w 5222289"/>
              <a:gd name="connsiteY4" fmla="*/ 6865651 h 6865651"/>
              <a:gd name="connsiteX5" fmla="*/ 0 w 5222289"/>
              <a:gd name="connsiteY5" fmla="*/ 6860382 h 6865651"/>
              <a:gd name="connsiteX6" fmla="*/ 0 w 5222289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95388725-1FB2-CBAB-CD4B-EDC966DCA3F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E8D684B-FF4C-6089-ACF5-25052160A9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A80B4B12-0F8C-94B1-4ED0-0887BDE7B90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63634DC-ECCA-DEDD-96B3-04D736DB8E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3D12AF3-6460-A538-99DB-5F828A33B7A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B9EA7EA1-73F9-76FB-E509-7C424DC5EC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9B765A1-9542-00BD-8BA7-81B5023D57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AE564B8-BDD9-A105-6FB7-BC2ADA775F2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A5BB9876-A9B9-0123-BB15-2BA01410406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1BD14C2-E22F-7A7F-EDD0-EB75501F7C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5AC7D75-C736-4488-9D3D-D0B75E92830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C88AF243-AB02-ADF3-648E-86D157CFFC4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759443FF-2377-12CD-8803-816A0460D4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EECB833-7A08-62ED-E809-9F7337D9BA5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95A8ED2E-AF07-001B-6F6C-809DDDDB127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C688748-6F36-C820-C719-A4B4BBFBCC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8D559E3-F378-6440-76C6-48B19119977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8D56F7BB-BD24-A10C-0D90-1B22CBEEFDB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9E1CA68-FAC4-8E8E-4C91-DD20279030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4F4CAD-3AAD-49C0-7784-471E8F0C309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B848EBE-391E-7820-AF38-8F9C0664751B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961F762-22E3-01DA-A34D-E9D91705E75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1D1D766-75DF-55EA-5977-C520D9E8B6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1787E3C6-61B1-9A78-E9FF-F524C120860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2AD3A4C-F8C3-EA08-EF35-8651A58C15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BEF24F6-BC47-09C6-4F1D-78D7D68780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22AF1BC-11C2-5772-8D88-4FBF627643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F07BED99-D3AF-24FE-FCEE-F895420795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4D8167CE-4D8F-A20B-361C-27AED873B10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43FFB2A-8989-6DDF-6819-01F8EF1C57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85DFDC50-0821-A007-10F8-D329A58EAE1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1C7B4C9D-A5F9-E689-A1DB-016C2EE33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C2FF7AE-53BE-5294-5A09-7AE4CE989E1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343E122B-8F1B-3335-D6FF-7543F5E246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D00A3490-C0D8-F001-8CF6-9FF0B442B4D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265028CD-62BF-3DC8-26E5-F2414595A8A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089829A8-7BDF-509B-3242-58221D2DCBE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757B78D-EC21-FA38-D9E3-4BDF8294DBD2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" fmla="*/ 0 w 3366000"/>
              <a:gd name="connsiteY0" fmla="*/ 0 h 5200260"/>
              <a:gd name="connsiteX1" fmla="*/ 3366000 w 3366000"/>
              <a:gd name="connsiteY1" fmla="*/ 0 h 5200260"/>
              <a:gd name="connsiteX2" fmla="*/ 3355951 w 3366000"/>
              <a:gd name="connsiteY2" fmla="*/ 5200260 h 5200260"/>
              <a:gd name="connsiteX3" fmla="*/ 0 w 3366000"/>
              <a:gd name="connsiteY3" fmla="*/ 3276000 h 5200260"/>
              <a:gd name="connsiteX4" fmla="*/ 0 w 3366000"/>
              <a:gd name="connsiteY4" fmla="*/ 0 h 5200260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0 w 3366000"/>
              <a:gd name="connsiteY3" fmla="*/ 3276000 h 5207404"/>
              <a:gd name="connsiteX4" fmla="*/ 0 w 3366000"/>
              <a:gd name="connsiteY4" fmla="*/ 0 h 5207404"/>
              <a:gd name="connsiteX0" fmla="*/ 0 w 3366000"/>
              <a:gd name="connsiteY0" fmla="*/ 0 h 5207404"/>
              <a:gd name="connsiteX1" fmla="*/ 3366000 w 3366000"/>
              <a:gd name="connsiteY1" fmla="*/ 0 h 5207404"/>
              <a:gd name="connsiteX2" fmla="*/ 3355951 w 3366000"/>
              <a:gd name="connsiteY2" fmla="*/ 5207404 h 5207404"/>
              <a:gd name="connsiteX3" fmla="*/ 3321844 w 3366000"/>
              <a:gd name="connsiteY3" fmla="*/ 5186363 h 5207404"/>
              <a:gd name="connsiteX4" fmla="*/ 0 w 3366000"/>
              <a:gd name="connsiteY4" fmla="*/ 3276000 h 5207404"/>
              <a:gd name="connsiteX5" fmla="*/ 0 w 3366000"/>
              <a:gd name="connsiteY5" fmla="*/ 0 h 5207404"/>
              <a:gd name="connsiteX0" fmla="*/ 0 w 3366000"/>
              <a:gd name="connsiteY0" fmla="*/ 0 h 5186363"/>
              <a:gd name="connsiteX1" fmla="*/ 3366000 w 3366000"/>
              <a:gd name="connsiteY1" fmla="*/ 0 h 5186363"/>
              <a:gd name="connsiteX2" fmla="*/ 3358332 w 3366000"/>
              <a:gd name="connsiteY2" fmla="*/ 5155017 h 5186363"/>
              <a:gd name="connsiteX3" fmla="*/ 3321844 w 3366000"/>
              <a:gd name="connsiteY3" fmla="*/ 5186363 h 5186363"/>
              <a:gd name="connsiteX4" fmla="*/ 0 w 3366000"/>
              <a:gd name="connsiteY4" fmla="*/ 3276000 h 5186363"/>
              <a:gd name="connsiteX5" fmla="*/ 0 w 3366000"/>
              <a:gd name="connsiteY5" fmla="*/ 0 h 5186363"/>
              <a:gd name="connsiteX0" fmla="*/ 0 w 3366000"/>
              <a:gd name="connsiteY0" fmla="*/ 0 h 5192467"/>
              <a:gd name="connsiteX1" fmla="*/ 3366000 w 3366000"/>
              <a:gd name="connsiteY1" fmla="*/ 0 h 5192467"/>
              <a:gd name="connsiteX2" fmla="*/ 3358332 w 3366000"/>
              <a:gd name="connsiteY2" fmla="*/ 5155017 h 5192467"/>
              <a:gd name="connsiteX3" fmla="*/ 3321844 w 3366000"/>
              <a:gd name="connsiteY3" fmla="*/ 5186363 h 5192467"/>
              <a:gd name="connsiteX4" fmla="*/ 0 w 3366000"/>
              <a:gd name="connsiteY4" fmla="*/ 3276000 h 5192467"/>
              <a:gd name="connsiteX5" fmla="*/ 0 w 3366000"/>
              <a:gd name="connsiteY5" fmla="*/ 0 h 5192467"/>
              <a:gd name="connsiteX0" fmla="*/ 0 w 3366000"/>
              <a:gd name="connsiteY0" fmla="*/ 0 h 5201135"/>
              <a:gd name="connsiteX1" fmla="*/ 3366000 w 3366000"/>
              <a:gd name="connsiteY1" fmla="*/ 0 h 5201135"/>
              <a:gd name="connsiteX2" fmla="*/ 3358332 w 3366000"/>
              <a:gd name="connsiteY2" fmla="*/ 5155017 h 5201135"/>
              <a:gd name="connsiteX3" fmla="*/ 3321844 w 3366000"/>
              <a:gd name="connsiteY3" fmla="*/ 5186363 h 5201135"/>
              <a:gd name="connsiteX4" fmla="*/ 0 w 3366000"/>
              <a:gd name="connsiteY4" fmla="*/ 3276000 h 5201135"/>
              <a:gd name="connsiteX5" fmla="*/ 0 w 3366000"/>
              <a:gd name="connsiteY5" fmla="*/ 0 h 5201135"/>
              <a:gd name="connsiteX0" fmla="*/ 0 w 3366000"/>
              <a:gd name="connsiteY0" fmla="*/ 0 h 5176054"/>
              <a:gd name="connsiteX1" fmla="*/ 3366000 w 3366000"/>
              <a:gd name="connsiteY1" fmla="*/ 0 h 5176054"/>
              <a:gd name="connsiteX2" fmla="*/ 3358332 w 3366000"/>
              <a:gd name="connsiteY2" fmla="*/ 5155017 h 5176054"/>
              <a:gd name="connsiteX3" fmla="*/ 3264694 w 3366000"/>
              <a:gd name="connsiteY3" fmla="*/ 5093494 h 5176054"/>
              <a:gd name="connsiteX4" fmla="*/ 0 w 3366000"/>
              <a:gd name="connsiteY4" fmla="*/ 3276000 h 5176054"/>
              <a:gd name="connsiteX5" fmla="*/ 0 w 3366000"/>
              <a:gd name="connsiteY5" fmla="*/ 0 h 5176054"/>
              <a:gd name="connsiteX0" fmla="*/ 0 w 3366000"/>
              <a:gd name="connsiteY0" fmla="*/ 0 h 5198670"/>
              <a:gd name="connsiteX1" fmla="*/ 3366000 w 3366000"/>
              <a:gd name="connsiteY1" fmla="*/ 0 h 5198670"/>
              <a:gd name="connsiteX2" fmla="*/ 3358332 w 3366000"/>
              <a:gd name="connsiteY2" fmla="*/ 5155017 h 5198670"/>
              <a:gd name="connsiteX3" fmla="*/ 3307557 w 3366000"/>
              <a:gd name="connsiteY3" fmla="*/ 5181600 h 5198670"/>
              <a:gd name="connsiteX4" fmla="*/ 0 w 3366000"/>
              <a:gd name="connsiteY4" fmla="*/ 3276000 h 5198670"/>
              <a:gd name="connsiteX5" fmla="*/ 0 w 3366000"/>
              <a:gd name="connsiteY5" fmla="*/ 0 h 5198670"/>
              <a:gd name="connsiteX0" fmla="*/ 0 w 3366000"/>
              <a:gd name="connsiteY0" fmla="*/ 0 h 5197494"/>
              <a:gd name="connsiteX1" fmla="*/ 3366000 w 3366000"/>
              <a:gd name="connsiteY1" fmla="*/ 0 h 5197494"/>
              <a:gd name="connsiteX2" fmla="*/ 3358332 w 3366000"/>
              <a:gd name="connsiteY2" fmla="*/ 5152636 h 5197494"/>
              <a:gd name="connsiteX3" fmla="*/ 3307557 w 3366000"/>
              <a:gd name="connsiteY3" fmla="*/ 5181600 h 5197494"/>
              <a:gd name="connsiteX4" fmla="*/ 0 w 3366000"/>
              <a:gd name="connsiteY4" fmla="*/ 3276000 h 5197494"/>
              <a:gd name="connsiteX5" fmla="*/ 0 w 3366000"/>
              <a:gd name="connsiteY5" fmla="*/ 0 h 5197494"/>
              <a:gd name="connsiteX0" fmla="*/ 0 w 3366000"/>
              <a:gd name="connsiteY0" fmla="*/ 0 h 5198413"/>
              <a:gd name="connsiteX1" fmla="*/ 3366000 w 3366000"/>
              <a:gd name="connsiteY1" fmla="*/ 0 h 5198413"/>
              <a:gd name="connsiteX2" fmla="*/ 3358332 w 3366000"/>
              <a:gd name="connsiteY2" fmla="*/ 5152636 h 5198413"/>
              <a:gd name="connsiteX3" fmla="*/ 3307557 w 3366000"/>
              <a:gd name="connsiteY3" fmla="*/ 5181600 h 5198413"/>
              <a:gd name="connsiteX4" fmla="*/ 0 w 3366000"/>
              <a:gd name="connsiteY4" fmla="*/ 3276000 h 5198413"/>
              <a:gd name="connsiteX5" fmla="*/ 0 w 3366000"/>
              <a:gd name="connsiteY5" fmla="*/ 0 h 5198413"/>
              <a:gd name="connsiteX0" fmla="*/ 0 w 3366000"/>
              <a:gd name="connsiteY0" fmla="*/ 0 h 5190314"/>
              <a:gd name="connsiteX1" fmla="*/ 3366000 w 3366000"/>
              <a:gd name="connsiteY1" fmla="*/ 0 h 5190314"/>
              <a:gd name="connsiteX2" fmla="*/ 3358332 w 3366000"/>
              <a:gd name="connsiteY2" fmla="*/ 5152636 h 5190314"/>
              <a:gd name="connsiteX3" fmla="*/ 3307557 w 3366000"/>
              <a:gd name="connsiteY3" fmla="*/ 5181600 h 5190314"/>
              <a:gd name="connsiteX4" fmla="*/ 0 w 3366000"/>
              <a:gd name="connsiteY4" fmla="*/ 3276000 h 5190314"/>
              <a:gd name="connsiteX5" fmla="*/ 0 w 3366000"/>
              <a:gd name="connsiteY5" fmla="*/ 0 h 5190314"/>
              <a:gd name="connsiteX0" fmla="*/ 0 w 3366000"/>
              <a:gd name="connsiteY0" fmla="*/ 0 h 5194621"/>
              <a:gd name="connsiteX1" fmla="*/ 3366000 w 3366000"/>
              <a:gd name="connsiteY1" fmla="*/ 0 h 5194621"/>
              <a:gd name="connsiteX2" fmla="*/ 3363095 w 3366000"/>
              <a:gd name="connsiteY2" fmla="*/ 5164542 h 5194621"/>
              <a:gd name="connsiteX3" fmla="*/ 3307557 w 3366000"/>
              <a:gd name="connsiteY3" fmla="*/ 5181600 h 5194621"/>
              <a:gd name="connsiteX4" fmla="*/ 0 w 3366000"/>
              <a:gd name="connsiteY4" fmla="*/ 3276000 h 5194621"/>
              <a:gd name="connsiteX5" fmla="*/ 0 w 3366000"/>
              <a:gd name="connsiteY5" fmla="*/ 0 h 5194621"/>
              <a:gd name="connsiteX0" fmla="*/ 0 w 3366000"/>
              <a:gd name="connsiteY0" fmla="*/ 0 h 5197431"/>
              <a:gd name="connsiteX1" fmla="*/ 3366000 w 3366000"/>
              <a:gd name="connsiteY1" fmla="*/ 0 h 5197431"/>
              <a:gd name="connsiteX2" fmla="*/ 3363095 w 3366000"/>
              <a:gd name="connsiteY2" fmla="*/ 5164542 h 5197431"/>
              <a:gd name="connsiteX3" fmla="*/ 3309938 w 3366000"/>
              <a:gd name="connsiteY3" fmla="*/ 5186363 h 5197431"/>
              <a:gd name="connsiteX4" fmla="*/ 0 w 3366000"/>
              <a:gd name="connsiteY4" fmla="*/ 3276000 h 5197431"/>
              <a:gd name="connsiteX5" fmla="*/ 0 w 3366000"/>
              <a:gd name="connsiteY5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092C32F3-404B-E98C-A46C-8794586C754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0322 w 5159375"/>
              <a:gd name="connsiteY2" fmla="*/ 4775703 h 6858000"/>
              <a:gd name="connsiteX3" fmla="*/ 1493822 w 5159375"/>
              <a:gd name="connsiteY3" fmla="*/ 6853473 h 6858000"/>
              <a:gd name="connsiteX4" fmla="*/ 0 w 5159375"/>
              <a:gd name="connsiteY4" fmla="*/ 6858000 h 6858000"/>
              <a:gd name="connsiteX5" fmla="*/ 0 w 5159375"/>
              <a:gd name="connsiteY5" fmla="*/ 0 h 6858000"/>
              <a:gd name="connsiteX0" fmla="*/ 0 w 5159375"/>
              <a:gd name="connsiteY0" fmla="*/ 0 h 6905724"/>
              <a:gd name="connsiteX1" fmla="*/ 5159375 w 5159375"/>
              <a:gd name="connsiteY1" fmla="*/ 0 h 6905724"/>
              <a:gd name="connsiteX2" fmla="*/ 5150322 w 5159375"/>
              <a:gd name="connsiteY2" fmla="*/ 4775703 h 6905724"/>
              <a:gd name="connsiteX3" fmla="*/ 1490556 w 5159375"/>
              <a:gd name="connsiteY3" fmla="*/ 6905724 h 6905724"/>
              <a:gd name="connsiteX4" fmla="*/ 0 w 5159375"/>
              <a:gd name="connsiteY4" fmla="*/ 6858000 h 6905724"/>
              <a:gd name="connsiteX5" fmla="*/ 0 w 5159375"/>
              <a:gd name="connsiteY5" fmla="*/ 0 h 6905724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322 w 5159375"/>
              <a:gd name="connsiteY2" fmla="*/ 4775703 h 6863269"/>
              <a:gd name="connsiteX3" fmla="*/ 1484025 w 5159375"/>
              <a:gd name="connsiteY3" fmla="*/ 6863269 h 6863269"/>
              <a:gd name="connsiteX4" fmla="*/ 0 w 5159375"/>
              <a:gd name="connsiteY4" fmla="*/ 6858000 h 6863269"/>
              <a:gd name="connsiteX5" fmla="*/ 0 w 5159375"/>
              <a:gd name="connsiteY5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50322 w 5539864"/>
              <a:gd name="connsiteY3" fmla="*/ 4775703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098071 w 5539864"/>
              <a:gd name="connsiteY3" fmla="*/ 4788766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864"/>
              <a:gd name="connsiteY0" fmla="*/ 0 h 6863269"/>
              <a:gd name="connsiteX1" fmla="*/ 5159375 w 5539864"/>
              <a:gd name="connsiteY1" fmla="*/ 0 h 6863269"/>
              <a:gd name="connsiteX2" fmla="*/ 5153297 w 5539864"/>
              <a:gd name="connsiteY2" fmla="*/ 4686301 h 6863269"/>
              <a:gd name="connsiteX3" fmla="*/ 5108064 w 5539864"/>
              <a:gd name="connsiteY3" fmla="*/ 4776274 h 6863269"/>
              <a:gd name="connsiteX4" fmla="*/ 1484025 w 5539864"/>
              <a:gd name="connsiteY4" fmla="*/ 6863269 h 6863269"/>
              <a:gd name="connsiteX5" fmla="*/ 0 w 5539864"/>
              <a:gd name="connsiteY5" fmla="*/ 6858000 h 6863269"/>
              <a:gd name="connsiteX6" fmla="*/ 0 w 5539864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539222"/>
              <a:gd name="connsiteY0" fmla="*/ 0 h 6863269"/>
              <a:gd name="connsiteX1" fmla="*/ 5159375 w 5539222"/>
              <a:gd name="connsiteY1" fmla="*/ 0 h 6863269"/>
              <a:gd name="connsiteX2" fmla="*/ 5150799 w 5539222"/>
              <a:gd name="connsiteY2" fmla="*/ 4671310 h 6863269"/>
              <a:gd name="connsiteX3" fmla="*/ 5108064 w 5539222"/>
              <a:gd name="connsiteY3" fmla="*/ 4776274 h 6863269"/>
              <a:gd name="connsiteX4" fmla="*/ 1484025 w 5539222"/>
              <a:gd name="connsiteY4" fmla="*/ 6863269 h 6863269"/>
              <a:gd name="connsiteX5" fmla="*/ 0 w 5539222"/>
              <a:gd name="connsiteY5" fmla="*/ 6858000 h 6863269"/>
              <a:gd name="connsiteX6" fmla="*/ 0 w 5539222"/>
              <a:gd name="connsiteY6" fmla="*/ 0 h 6863269"/>
              <a:gd name="connsiteX0" fmla="*/ 0 w 5159375"/>
              <a:gd name="connsiteY0" fmla="*/ 0 h 6863269"/>
              <a:gd name="connsiteX1" fmla="*/ 5159375 w 5159375"/>
              <a:gd name="connsiteY1" fmla="*/ 0 h 6863269"/>
              <a:gd name="connsiteX2" fmla="*/ 5150799 w 5159375"/>
              <a:gd name="connsiteY2" fmla="*/ 4671310 h 6863269"/>
              <a:gd name="connsiteX3" fmla="*/ 5108064 w 5159375"/>
              <a:gd name="connsiteY3" fmla="*/ 4776274 h 6863269"/>
              <a:gd name="connsiteX4" fmla="*/ 1484025 w 5159375"/>
              <a:gd name="connsiteY4" fmla="*/ 6863269 h 6863269"/>
              <a:gd name="connsiteX5" fmla="*/ 0 w 5159375"/>
              <a:gd name="connsiteY5" fmla="*/ 6858000 h 6863269"/>
              <a:gd name="connsiteX6" fmla="*/ 0 w 5159375"/>
              <a:gd name="connsiteY6" fmla="*/ 0 h 6863269"/>
              <a:gd name="connsiteX0" fmla="*/ 0 w 5164138"/>
              <a:gd name="connsiteY0" fmla="*/ 35719 h 6898988"/>
              <a:gd name="connsiteX1" fmla="*/ 5164138 w 5164138"/>
              <a:gd name="connsiteY1" fmla="*/ 0 h 6898988"/>
              <a:gd name="connsiteX2" fmla="*/ 5150799 w 5164138"/>
              <a:gd name="connsiteY2" fmla="*/ 4707029 h 6898988"/>
              <a:gd name="connsiteX3" fmla="*/ 5108064 w 5164138"/>
              <a:gd name="connsiteY3" fmla="*/ 4811993 h 6898988"/>
              <a:gd name="connsiteX4" fmla="*/ 1484025 w 5164138"/>
              <a:gd name="connsiteY4" fmla="*/ 6898988 h 6898988"/>
              <a:gd name="connsiteX5" fmla="*/ 0 w 5164138"/>
              <a:gd name="connsiteY5" fmla="*/ 6893719 h 6898988"/>
              <a:gd name="connsiteX6" fmla="*/ 0 w 5164138"/>
              <a:gd name="connsiteY6" fmla="*/ 35719 h 6898988"/>
              <a:gd name="connsiteX0" fmla="*/ 0 w 5152666"/>
              <a:gd name="connsiteY0" fmla="*/ 2382 h 6865651"/>
              <a:gd name="connsiteX1" fmla="*/ 5149850 w 5152666"/>
              <a:gd name="connsiteY1" fmla="*/ 0 h 6865651"/>
              <a:gd name="connsiteX2" fmla="*/ 5150799 w 5152666"/>
              <a:gd name="connsiteY2" fmla="*/ 4673692 h 6865651"/>
              <a:gd name="connsiteX3" fmla="*/ 5108064 w 5152666"/>
              <a:gd name="connsiteY3" fmla="*/ 4778656 h 6865651"/>
              <a:gd name="connsiteX4" fmla="*/ 1484025 w 5152666"/>
              <a:gd name="connsiteY4" fmla="*/ 6865651 h 6865651"/>
              <a:gd name="connsiteX5" fmla="*/ 0 w 5152666"/>
              <a:gd name="connsiteY5" fmla="*/ 6860382 h 6865651"/>
              <a:gd name="connsiteX6" fmla="*/ 0 w 5152666"/>
              <a:gd name="connsiteY6" fmla="*/ 2382 h 6865651"/>
              <a:gd name="connsiteX0" fmla="*/ 0 w 5240220"/>
              <a:gd name="connsiteY0" fmla="*/ 2382 h 6865651"/>
              <a:gd name="connsiteX1" fmla="*/ 5149850 w 5240220"/>
              <a:gd name="connsiteY1" fmla="*/ 0 h 6865651"/>
              <a:gd name="connsiteX2" fmla="*/ 5150799 w 5240220"/>
              <a:gd name="connsiteY2" fmla="*/ 4673692 h 6865651"/>
              <a:gd name="connsiteX3" fmla="*/ 5108064 w 5240220"/>
              <a:gd name="connsiteY3" fmla="*/ 4778656 h 6865651"/>
              <a:gd name="connsiteX4" fmla="*/ 1484025 w 5240220"/>
              <a:gd name="connsiteY4" fmla="*/ 6865651 h 6865651"/>
              <a:gd name="connsiteX5" fmla="*/ 0 w 5240220"/>
              <a:gd name="connsiteY5" fmla="*/ 6860382 h 6865651"/>
              <a:gd name="connsiteX6" fmla="*/ 0 w 5240220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153539"/>
              <a:gd name="connsiteY0" fmla="*/ 2382 h 6865651"/>
              <a:gd name="connsiteX1" fmla="*/ 5149850 w 5153539"/>
              <a:gd name="connsiteY1" fmla="*/ 0 h 6865651"/>
              <a:gd name="connsiteX2" fmla="*/ 5150799 w 5153539"/>
              <a:gd name="connsiteY2" fmla="*/ 4673692 h 6865651"/>
              <a:gd name="connsiteX3" fmla="*/ 5108064 w 5153539"/>
              <a:gd name="connsiteY3" fmla="*/ 4778656 h 6865651"/>
              <a:gd name="connsiteX4" fmla="*/ 1484025 w 5153539"/>
              <a:gd name="connsiteY4" fmla="*/ 6865651 h 6865651"/>
              <a:gd name="connsiteX5" fmla="*/ 0 w 5153539"/>
              <a:gd name="connsiteY5" fmla="*/ 6860382 h 6865651"/>
              <a:gd name="connsiteX6" fmla="*/ 0 w 5153539"/>
              <a:gd name="connsiteY6" fmla="*/ 2382 h 6865651"/>
              <a:gd name="connsiteX0" fmla="*/ 0 w 5222289"/>
              <a:gd name="connsiteY0" fmla="*/ 2382 h 6865651"/>
              <a:gd name="connsiteX1" fmla="*/ 5149850 w 5222289"/>
              <a:gd name="connsiteY1" fmla="*/ 0 h 6865651"/>
              <a:gd name="connsiteX2" fmla="*/ 5222264 w 5222289"/>
              <a:gd name="connsiteY2" fmla="*/ 4733223 h 6865651"/>
              <a:gd name="connsiteX3" fmla="*/ 5108064 w 5222289"/>
              <a:gd name="connsiteY3" fmla="*/ 4778656 h 6865651"/>
              <a:gd name="connsiteX4" fmla="*/ 1484025 w 5222289"/>
              <a:gd name="connsiteY4" fmla="*/ 6865651 h 6865651"/>
              <a:gd name="connsiteX5" fmla="*/ 0 w 5222289"/>
              <a:gd name="connsiteY5" fmla="*/ 6860382 h 6865651"/>
              <a:gd name="connsiteX6" fmla="*/ 0 w 5222289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  <a:gd name="connsiteX0" fmla="*/ 0 w 5154638"/>
              <a:gd name="connsiteY0" fmla="*/ 2382 h 6865651"/>
              <a:gd name="connsiteX1" fmla="*/ 5149850 w 5154638"/>
              <a:gd name="connsiteY1" fmla="*/ 0 h 6865651"/>
              <a:gd name="connsiteX2" fmla="*/ 5153182 w 5154638"/>
              <a:gd name="connsiteY2" fmla="*/ 4687979 h 6865651"/>
              <a:gd name="connsiteX3" fmla="*/ 5108064 w 5154638"/>
              <a:gd name="connsiteY3" fmla="*/ 4778656 h 6865651"/>
              <a:gd name="connsiteX4" fmla="*/ 1484025 w 5154638"/>
              <a:gd name="connsiteY4" fmla="*/ 6865651 h 6865651"/>
              <a:gd name="connsiteX5" fmla="*/ 0 w 5154638"/>
              <a:gd name="connsiteY5" fmla="*/ 6860382 h 6865651"/>
              <a:gd name="connsiteX6" fmla="*/ 0 w 5154638"/>
              <a:gd name="connsiteY6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976DAA-5B63-507B-904A-B3ED2B8463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3FD9B7A0-91A1-B84D-75FD-7BCD2D1D4769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79A1C0E5-9140-7C71-5920-12A9D733294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D1EB0683-E0F0-3ED3-EF39-02297E7C6288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574F6A0-4DEC-1190-D549-674FE482F1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427E6EFD-370D-CBA4-0BC9-50F20AFA9CD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342BFE9-DC77-E0CE-10A5-A274975E93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1CB1946-0219-67E1-F78A-851E7EE613D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EAC87F4-5DCA-F6DC-2DCA-9C1B3938757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3FD1160-C0FC-75B4-9058-1EDF7955F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739BA0F-07C1-C244-92BB-7560A0A7396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87CF1E39-4B59-5370-D72F-4DF2B95D327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BF2699C-EC25-0D35-69BC-DF36F8578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A5E1CB5-E97A-5F59-BA19-F57574A3100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C5ECD2F5-5D3E-5008-B6AC-90D1F06B5798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07A69DC-7A55-917F-89A0-8509245F4B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B4763E8-0CEA-35CE-FB6B-5EFBA16C496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F1B21103-8070-A580-DC06-8E7C0EB3CF3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91348E4-4FA9-F139-A53F-8C1B01FC81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53241DF-B5F2-1399-3443-97153516DF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E77DD-C39E-4B19-664D-D947E9E3709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5AD2D5A-9359-0A5D-303C-022BCDBC8EE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288" indent="-268288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063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638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638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588" indent="-150813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263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80AFE5D-7815-8F38-78BA-0DA2B96C94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2AF3628-73C1-007F-3084-0153576C84B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B848EBE-391E-7820-AF38-8F9C0664751B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F98434-45F3-036E-A9DF-5B2BEA648A0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4920A9D-4930-192C-4295-263BE57FD3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C4FB95C-2262-0E76-535C-15E01EA8452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8775D2A1-4B5E-4F9F-0487-E778F0F2AA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773F686D-4FD4-8CFF-3E69-220FE73F8A4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C3DB61A-2135-9816-6B2C-EB18DEBE1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30AF66BA-8D82-314D-449A-3FA5A6C9C0B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70FECD4-B6BB-6B19-95E1-F4690D57D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D99273E-FEA2-5BC6-A045-41F8D76BCD0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825691B-871A-49F0-5387-5B53B8C552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DD042DA-3737-0605-954F-01AFCE45D04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D57BCE9-1909-1923-60C3-1BE567DAF5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44C9B4E-A846-811C-42FC-586D3E749D1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3B4539D-74CC-3FE6-03F5-D7C5464CA05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33EA0DF-09F4-E595-FB18-C5B940BD87B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" fmla="*/ 0 w 12192000"/>
              <a:gd name="connsiteY0" fmla="*/ 0 h 6381328"/>
              <a:gd name="connsiteX1" fmla="*/ 2543175 w 12192000"/>
              <a:gd name="connsiteY1" fmla="*/ 0 h 6381328"/>
              <a:gd name="connsiteX2" fmla="*/ 12192000 w 12192000"/>
              <a:gd name="connsiteY2" fmla="*/ 0 h 6381328"/>
              <a:gd name="connsiteX3" fmla="*/ 12192000 w 12192000"/>
              <a:gd name="connsiteY3" fmla="*/ 6381328 h 6381328"/>
              <a:gd name="connsiteX4" fmla="*/ 0 w 12192000"/>
              <a:gd name="connsiteY4" fmla="*/ 6381328 h 6381328"/>
              <a:gd name="connsiteX5" fmla="*/ 0 w 12192000"/>
              <a:gd name="connsiteY5" fmla="*/ 0 h 6381328"/>
              <a:gd name="connsiteX0" fmla="*/ 19050 w 12211050"/>
              <a:gd name="connsiteY0" fmla="*/ 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19050 w 12211050"/>
              <a:gd name="connsiteY6" fmla="*/ 0 h 6381328"/>
              <a:gd name="connsiteX0" fmla="*/ 2514600 w 12211050"/>
              <a:gd name="connsiteY0" fmla="*/ 4133850 h 6381328"/>
              <a:gd name="connsiteX1" fmla="*/ 2562225 w 12211050"/>
              <a:gd name="connsiteY1" fmla="*/ 0 h 6381328"/>
              <a:gd name="connsiteX2" fmla="*/ 12211050 w 12211050"/>
              <a:gd name="connsiteY2" fmla="*/ 0 h 6381328"/>
              <a:gd name="connsiteX3" fmla="*/ 12211050 w 12211050"/>
              <a:gd name="connsiteY3" fmla="*/ 6381328 h 6381328"/>
              <a:gd name="connsiteX4" fmla="*/ 19050 w 12211050"/>
              <a:gd name="connsiteY4" fmla="*/ 6381328 h 6381328"/>
              <a:gd name="connsiteX5" fmla="*/ 0 w 12211050"/>
              <a:gd name="connsiteY5" fmla="*/ 5591175 h 6381328"/>
              <a:gd name="connsiteX6" fmla="*/ 2514600 w 12211050"/>
              <a:gd name="connsiteY6" fmla="*/ 4133850 h 6381328"/>
              <a:gd name="connsiteX0" fmla="*/ 2497931 w 12194381"/>
              <a:gd name="connsiteY0" fmla="*/ 4133850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497931 w 12194381"/>
              <a:gd name="connsiteY6" fmla="*/ 4133850 h 6381328"/>
              <a:gd name="connsiteX0" fmla="*/ 2505075 w 12194381"/>
              <a:gd name="connsiteY0" fmla="*/ 4124325 h 6381328"/>
              <a:gd name="connsiteX1" fmla="*/ 2545556 w 12194381"/>
              <a:gd name="connsiteY1" fmla="*/ 0 h 6381328"/>
              <a:gd name="connsiteX2" fmla="*/ 12194381 w 12194381"/>
              <a:gd name="connsiteY2" fmla="*/ 0 h 6381328"/>
              <a:gd name="connsiteX3" fmla="*/ 12194381 w 12194381"/>
              <a:gd name="connsiteY3" fmla="*/ 6381328 h 6381328"/>
              <a:gd name="connsiteX4" fmla="*/ 2381 w 12194381"/>
              <a:gd name="connsiteY4" fmla="*/ 6381328 h 6381328"/>
              <a:gd name="connsiteX5" fmla="*/ 0 w 12194381"/>
              <a:gd name="connsiteY5" fmla="*/ 5567362 h 6381328"/>
              <a:gd name="connsiteX6" fmla="*/ 2505075 w 12194381"/>
              <a:gd name="connsiteY6" fmla="*/ 4124325 h 6381328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505075 w 12194381"/>
              <a:gd name="connsiteY0" fmla="*/ 41267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5075 w 12194381"/>
              <a:gd name="connsiteY6" fmla="*/ 4126706 h 6383709"/>
              <a:gd name="connsiteX0" fmla="*/ 2643187 w 12194381"/>
              <a:gd name="connsiteY0" fmla="*/ 418623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643187 w 12194381"/>
              <a:gd name="connsiteY6" fmla="*/ 418623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500312 w 12194381"/>
              <a:gd name="connsiteY6" fmla="*/ 4129087 h 6383709"/>
              <a:gd name="connsiteX0" fmla="*/ 2500312 w 12194381"/>
              <a:gd name="connsiteY0" fmla="*/ 41290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129087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76700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76700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0506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0506 h 6383709"/>
              <a:gd name="connsiteX0" fmla="*/ 2500312 w 12194381"/>
              <a:gd name="connsiteY0" fmla="*/ 4052887 h 6383709"/>
              <a:gd name="connsiteX1" fmla="*/ 2495549 w 12194381"/>
              <a:gd name="connsiteY1" fmla="*/ 0 h 6383709"/>
              <a:gd name="connsiteX2" fmla="*/ 12194381 w 12194381"/>
              <a:gd name="connsiteY2" fmla="*/ 2381 h 6383709"/>
              <a:gd name="connsiteX3" fmla="*/ 12194381 w 12194381"/>
              <a:gd name="connsiteY3" fmla="*/ 6383709 h 6383709"/>
              <a:gd name="connsiteX4" fmla="*/ 2381 w 12194381"/>
              <a:gd name="connsiteY4" fmla="*/ 6383709 h 6383709"/>
              <a:gd name="connsiteX5" fmla="*/ 0 w 12194381"/>
              <a:gd name="connsiteY5" fmla="*/ 5569743 h 6383709"/>
              <a:gd name="connsiteX6" fmla="*/ 2445544 w 12194381"/>
              <a:gd name="connsiteY6" fmla="*/ 4160045 h 6383709"/>
              <a:gd name="connsiteX7" fmla="*/ 2500312 w 12194381"/>
              <a:gd name="connsiteY7" fmla="*/ 4052887 h 6383709"/>
              <a:gd name="connsiteX0" fmla="*/ 2528887 w 12222956"/>
              <a:gd name="connsiteY0" fmla="*/ 4052887 h 6383709"/>
              <a:gd name="connsiteX1" fmla="*/ 2524124 w 12222956"/>
              <a:gd name="connsiteY1" fmla="*/ 0 h 6383709"/>
              <a:gd name="connsiteX2" fmla="*/ 12222956 w 12222956"/>
              <a:gd name="connsiteY2" fmla="*/ 2381 h 6383709"/>
              <a:gd name="connsiteX3" fmla="*/ 12222956 w 12222956"/>
              <a:gd name="connsiteY3" fmla="*/ 6383709 h 6383709"/>
              <a:gd name="connsiteX4" fmla="*/ 30956 w 12222956"/>
              <a:gd name="connsiteY4" fmla="*/ 6383709 h 6383709"/>
              <a:gd name="connsiteX5" fmla="*/ 0 w 12222956"/>
              <a:gd name="connsiteY5" fmla="*/ 5536405 h 6383709"/>
              <a:gd name="connsiteX6" fmla="*/ 2474119 w 12222956"/>
              <a:gd name="connsiteY6" fmla="*/ 4160045 h 6383709"/>
              <a:gd name="connsiteX7" fmla="*/ 2528887 w 12222956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7925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43163 w 12196762"/>
              <a:gd name="connsiteY6" fmla="*/ 4160045 h 6383709"/>
              <a:gd name="connsiteX7" fmla="*/ 2502693 w 12196762"/>
              <a:gd name="connsiteY7" fmla="*/ 4052887 h 6383709"/>
              <a:gd name="connsiteX0" fmla="*/ 2502693 w 12196762"/>
              <a:gd name="connsiteY0" fmla="*/ 4052887 h 6383709"/>
              <a:gd name="connsiteX1" fmla="*/ 2497930 w 12196762"/>
              <a:gd name="connsiteY1" fmla="*/ 0 h 6383709"/>
              <a:gd name="connsiteX2" fmla="*/ 12196762 w 12196762"/>
              <a:gd name="connsiteY2" fmla="*/ 2381 h 6383709"/>
              <a:gd name="connsiteX3" fmla="*/ 12196762 w 12196762"/>
              <a:gd name="connsiteY3" fmla="*/ 6383709 h 6383709"/>
              <a:gd name="connsiteX4" fmla="*/ 4762 w 12196762"/>
              <a:gd name="connsiteY4" fmla="*/ 6383709 h 6383709"/>
              <a:gd name="connsiteX5" fmla="*/ 0 w 12196762"/>
              <a:gd name="connsiteY5" fmla="*/ 5567362 h 6383709"/>
              <a:gd name="connsiteX6" fmla="*/ 2457450 w 12196762"/>
              <a:gd name="connsiteY6" fmla="*/ 4152902 h 6383709"/>
              <a:gd name="connsiteX7" fmla="*/ 2502693 w 12196762"/>
              <a:gd name="connsiteY7" fmla="*/ 4052887 h 6383709"/>
              <a:gd name="connsiteX0" fmla="*/ 2502693 w 12196762"/>
              <a:gd name="connsiteY0" fmla="*/ 4052887 h 6428952"/>
              <a:gd name="connsiteX1" fmla="*/ 2497930 w 12196762"/>
              <a:gd name="connsiteY1" fmla="*/ 0 h 6428952"/>
              <a:gd name="connsiteX2" fmla="*/ 12196762 w 12196762"/>
              <a:gd name="connsiteY2" fmla="*/ 2381 h 6428952"/>
              <a:gd name="connsiteX3" fmla="*/ 12196762 w 12196762"/>
              <a:gd name="connsiteY3" fmla="*/ 6383709 h 6428952"/>
              <a:gd name="connsiteX4" fmla="*/ 4762 w 12196762"/>
              <a:gd name="connsiteY4" fmla="*/ 6428952 h 6428952"/>
              <a:gd name="connsiteX5" fmla="*/ 0 w 12196762"/>
              <a:gd name="connsiteY5" fmla="*/ 5567362 h 6428952"/>
              <a:gd name="connsiteX6" fmla="*/ 2457450 w 12196762"/>
              <a:gd name="connsiteY6" fmla="*/ 4152902 h 6428952"/>
              <a:gd name="connsiteX7" fmla="*/ 2502693 w 12196762"/>
              <a:gd name="connsiteY7" fmla="*/ 4052887 h 6428952"/>
              <a:gd name="connsiteX0" fmla="*/ 2502693 w 12199143"/>
              <a:gd name="connsiteY0" fmla="*/ 4052887 h 6431334"/>
              <a:gd name="connsiteX1" fmla="*/ 2497930 w 12199143"/>
              <a:gd name="connsiteY1" fmla="*/ 0 h 6431334"/>
              <a:gd name="connsiteX2" fmla="*/ 12196762 w 12199143"/>
              <a:gd name="connsiteY2" fmla="*/ 2381 h 6431334"/>
              <a:gd name="connsiteX3" fmla="*/ 12199143 w 12199143"/>
              <a:gd name="connsiteY3" fmla="*/ 6431334 h 6431334"/>
              <a:gd name="connsiteX4" fmla="*/ 4762 w 12199143"/>
              <a:gd name="connsiteY4" fmla="*/ 6428952 h 6431334"/>
              <a:gd name="connsiteX5" fmla="*/ 0 w 12199143"/>
              <a:gd name="connsiteY5" fmla="*/ 5567362 h 6431334"/>
              <a:gd name="connsiteX6" fmla="*/ 2457450 w 12199143"/>
              <a:gd name="connsiteY6" fmla="*/ 4152902 h 6431334"/>
              <a:gd name="connsiteX7" fmla="*/ 2502693 w 12199143"/>
              <a:gd name="connsiteY7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377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A8405B9-5EB5-BEB1-2248-92382A93C21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05BA0B91-56CF-14C9-ECE4-7772615BB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CEE54048-D6CF-DF05-7A0C-6E06269AE85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BA7970DC-7F0E-BD53-D24A-6BDD50039C5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E631561F-A6A5-79DF-B513-92CC084C2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AD675B21-F79A-83EF-46B9-B2D0BFFB27A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68973EA-4851-8672-91DD-F89AE9706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D19E94-58E5-5881-060D-74130A3879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4E53D2-4F2D-4EEF-26D4-E2B9EFEBF63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714EB1-A4E1-0E30-5C05-9F727189FE6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28AB1B-32EC-177C-6A3F-9850E54148C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377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377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5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537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726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8914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103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4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5943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131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32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50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68973EA-4851-8672-91DD-F89AE9706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D19E94-58E5-5881-060D-74130A3879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4E53D2-4F2D-4EEF-26D4-E2B9EFEBF63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714EB1-A4E1-0E30-5C05-9F727189FE6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28AB1B-32EC-177C-6A3F-9850E54148C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377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377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5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537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726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8914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103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4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5943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131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32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50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68973EA-4851-8672-91DD-F89AE9706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D19E94-58E5-5881-060D-74130A3879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4E53D2-4F2D-4EEF-26D4-E2B9EFEBF63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714EB1-A4E1-0E30-5C05-9F727189FE6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28AB1B-32EC-177C-6A3F-9850E54148C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377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377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5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537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726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8914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103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4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5943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131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32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50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68973EA-4851-8672-91DD-F89AE9706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D19E94-58E5-5881-060D-74130A3879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4E53D2-4F2D-4EEF-26D4-E2B9EFEBF63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714EB1-A4E1-0E30-5C05-9F727189FE6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28AB1B-32EC-177C-6A3F-9850E54148C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377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377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5" indent="0" algn="l" defTabSz="914377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537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726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8914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103" indent="-228594" algn="l" defTabSz="914377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18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377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566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754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5943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131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320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509" algn="l" defTabSz="914377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5584315-1991-09B0-FAE8-CD117966AF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 err="1"/>
              <a:t>从产线认知到机器人双点检测动作改造</a:t>
            </a:r>
            <a:endParaRPr dirty="0"/>
          </a:p>
          <a:p>
            <a:r>
              <a:rPr dirty="0" err="1"/>
              <a:t>张博｜南京理工大学</a:t>
            </a:r>
            <a:r>
              <a:rPr dirty="0"/>
              <a:t> </a:t>
            </a:r>
            <a:r>
              <a:rPr dirty="0" err="1"/>
              <a:t>控制工程</a:t>
            </a:r>
            <a:endParaRPr dirty="0"/>
          </a:p>
          <a:p>
            <a:r>
              <a:rPr dirty="0"/>
              <a:t>2026.07.13—08.12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209BA370-8A59-82F9-E6C3-F70582DD5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把知识装进产线</a:t>
            </a:r>
            <a:endParaRPr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61A73A-71C8-D351-3521-8ED160C460D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/>
          <a:lstStyle/>
          <a:p>
            <a:r>
              <a:rPr dirty="0" err="1"/>
              <a:t>不只是完成课程，而是把所学汇聚成一个能够在设备上执行的动作单元</a:t>
            </a:r>
            <a:r>
              <a:rPr dirty="0"/>
              <a:t>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一个月里，我从“参观者”走到了</a:t>
            </a:r>
            <a:r>
              <a:rPr dirty="0"/>
              <a:t>“</a:t>
            </a:r>
            <a:r>
              <a:rPr lang="zh-CN" altLang="en-US" dirty="0"/>
              <a:t>参与</a:t>
            </a:r>
            <a:r>
              <a:rPr dirty="0"/>
              <a:t>者”</a:t>
            </a:r>
          </a:p>
        </p:txBody>
      </p:sp>
      <p:sp>
        <p:nvSpPr>
          <p:cNvPr id="4" name="s02-days">
            <a:extLst>
              <a:ext uri="{FF2B5EF4-FFF2-40B4-BE49-F238E27FC236}">
                <a16:creationId xmlns:a16="http://schemas.microsoft.com/office/drawing/2014/main" id="{2C626A88-126E-4048-9820-A7C57F1FDA53}"/>
              </a:ext>
            </a:extLst>
          </p:cNvPr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30天</a:t>
            </a:r>
          </a:p>
        </p:txBody>
      </p:sp>
      <p:sp>
        <p:nvSpPr>
          <p:cNvPr id="5" name="s02-date">
            <a:extLst>
              <a:ext uri="{FF2B5EF4-FFF2-40B4-BE49-F238E27FC236}">
                <a16:creationId xmlns:a16="http://schemas.microsoft.com/office/drawing/2014/main" id="{2203A229-A52D-4CE9-B343-066088A86AAF}"/>
              </a:ext>
            </a:extLst>
          </p:cNvPr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7.13—8.12</a:t>
            </a:r>
          </a:p>
        </p:txBody>
      </p:sp>
      <p:sp>
        <p:nvSpPr>
          <p:cNvPr id="6" name="s02-flow-line">
            <a:extLst>
              <a:ext uri="{FF2B5EF4-FFF2-40B4-BE49-F238E27FC236}">
                <a16:creationId xmlns:a16="http://schemas.microsoft.com/office/drawing/2014/main" id="{0C2BBD45-66CD-4DB1-9563-30D53EF4C27D}"/>
              </a:ext>
            </a:extLst>
          </p:cNvPr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2-01-num">
            <a:extLst>
              <a:ext uri="{FF2B5EF4-FFF2-40B4-BE49-F238E27FC236}">
                <a16:creationId xmlns:a16="http://schemas.microsoft.com/office/drawing/2014/main" id="{F9FEBFF1-DA44-4EA8-B1E3-FEF42FA2C962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s02-01-title">
            <a:extLst>
              <a:ext uri="{FF2B5EF4-FFF2-40B4-BE49-F238E27FC236}">
                <a16:creationId xmlns:a16="http://schemas.microsoft.com/office/drawing/2014/main" id="{A7205C72-87CB-4B9D-A28D-436AC8F71922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参观者</a:t>
            </a:r>
          </a:p>
        </p:txBody>
      </p:sp>
      <p:sp>
        <p:nvSpPr>
          <p:cNvPr id="9" name="s02-01-detail">
            <a:extLst>
              <a:ext uri="{FF2B5EF4-FFF2-40B4-BE49-F238E27FC236}">
                <a16:creationId xmlns:a16="http://schemas.microsoft.com/office/drawing/2014/main" id="{60519C8D-5843-40CB-8AAF-3981937503B5}"/>
              </a:ext>
            </a:extLst>
          </p:cNvPr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认识安全、设备与生产逻辑</a:t>
            </a:r>
            <a:endParaRPr sz="1500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s02-02-num">
            <a:extLst>
              <a:ext uri="{FF2B5EF4-FFF2-40B4-BE49-F238E27FC236}">
                <a16:creationId xmlns:a16="http://schemas.microsoft.com/office/drawing/2014/main" id="{3FAAE662-17C1-4444-AAE0-958227BC6F12}"/>
              </a:ext>
            </a:extLst>
          </p:cNvPr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s02-02-title">
            <a:extLst>
              <a:ext uri="{FF2B5EF4-FFF2-40B4-BE49-F238E27FC236}">
                <a16:creationId xmlns:a16="http://schemas.microsoft.com/office/drawing/2014/main" id="{FF2498CF-19ED-4B7C-B640-D4AAE11B3FA4}"/>
              </a:ext>
            </a:extLst>
          </p:cNvPr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学习者</a:t>
            </a:r>
          </a:p>
        </p:txBody>
      </p:sp>
      <p:sp>
        <p:nvSpPr>
          <p:cNvPr id="12" name="s02-02-detail">
            <a:extLst>
              <a:ext uri="{FF2B5EF4-FFF2-40B4-BE49-F238E27FC236}">
                <a16:creationId xmlns:a16="http://schemas.microsoft.com/office/drawing/2014/main" id="{2EE1F982-7475-4A12-9CCD-63712294A2A2}"/>
              </a:ext>
            </a:extLst>
          </p:cNvPr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打通PLC、通信与机器人知识链</a:t>
            </a:r>
            <a:endParaRPr sz="1500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s02-03-num">
            <a:extLst>
              <a:ext uri="{FF2B5EF4-FFF2-40B4-BE49-F238E27FC236}">
                <a16:creationId xmlns:a16="http://schemas.microsoft.com/office/drawing/2014/main" id="{1FBC616C-A805-4CB0-924B-38831AB3AD6F}"/>
              </a:ext>
            </a:extLst>
          </p:cNvPr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s02-03-title">
            <a:extLst>
              <a:ext uri="{FF2B5EF4-FFF2-40B4-BE49-F238E27FC236}">
                <a16:creationId xmlns:a16="http://schemas.microsoft.com/office/drawing/2014/main" id="{EE7D3AF2-9686-46A2-BF7D-1CD94B858D42}"/>
              </a:ext>
            </a:extLst>
          </p:cNvPr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550" b="1" dirty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参与</a:t>
            </a:r>
            <a:r>
              <a:rPr sz="2550" b="1" dirty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者</a:t>
            </a:r>
          </a:p>
        </p:txBody>
      </p:sp>
      <p:sp>
        <p:nvSpPr>
          <p:cNvPr id="15" name="s02-03-detail">
            <a:extLst>
              <a:ext uri="{FF2B5EF4-FFF2-40B4-BE49-F238E27FC236}">
                <a16:creationId xmlns:a16="http://schemas.microsoft.com/office/drawing/2014/main" id="{556F4E2B-AC8B-4780-8465-A5345160B84B}"/>
              </a:ext>
            </a:extLst>
          </p:cNvPr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完成机械臂双点检测动作</a:t>
            </a:r>
            <a:endParaRPr sz="1500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s02-result-rule">
            <a:extLst>
              <a:ext uri="{FF2B5EF4-FFF2-40B4-BE49-F238E27FC236}">
                <a16:creationId xmlns:a16="http://schemas.microsoft.com/office/drawing/2014/main" id="{692A695C-0B08-4A19-BBDA-EFB88474A13D}"/>
              </a:ext>
            </a:extLst>
          </p:cNvPr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2-result">
            <a:extLst>
              <a:ext uri="{FF2B5EF4-FFF2-40B4-BE49-F238E27FC236}">
                <a16:creationId xmlns:a16="http://schemas.microsoft.com/office/drawing/2014/main" id="{DEF95D86-9B51-4EB0-A9D4-8C5ADC801D61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1条控制链 · 1个落地动作单元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61A73A-71C8-D351-3521-8ED160C460D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090842" y="1619250"/>
            <a:ext cx="3333750" cy="2381250"/>
          </a:xfrm>
        </p:spPr>
        <p:txBody>
          <a:bodyPr>
            <a:normAutofit fontScale="92500" lnSpcReduction="20000"/>
          </a:bodyPr>
          <a:lstStyle/>
          <a:p>
            <a:r>
              <a:rPr dirty="0" err="1"/>
              <a:t>企业与安全</a:t>
            </a:r>
            <a:endParaRPr lang="en-US" dirty="0"/>
          </a:p>
          <a:p>
            <a:endParaRPr dirty="0"/>
          </a:p>
          <a:p>
            <a:r>
              <a:rPr dirty="0" err="1"/>
              <a:t>产业与技术</a:t>
            </a:r>
            <a:endParaRPr lang="en-US" dirty="0"/>
          </a:p>
          <a:p>
            <a:endParaRPr dirty="0"/>
          </a:p>
          <a:p>
            <a:r>
              <a:rPr dirty="0" err="1"/>
              <a:t>团队与交流</a:t>
            </a:r>
            <a:endParaRPr dirty="0"/>
          </a:p>
          <a:p>
            <a:endParaRPr lang="en-US" dirty="0"/>
          </a:p>
          <a:p>
            <a:r>
              <a:rPr dirty="0" err="1"/>
              <a:t>成果输出</a:t>
            </a:r>
            <a:endParaRPr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夏令营给了广度，部门实践给了深度</a:t>
            </a:r>
          </a:p>
        </p:txBody>
      </p:sp>
      <p:sp>
        <p:nvSpPr>
          <p:cNvPr id="4" name="s03-image-frame">
            <a:extLst>
              <a:ext uri="{FF2B5EF4-FFF2-40B4-BE49-F238E27FC236}">
                <a16:creationId xmlns:a16="http://schemas.microsoft.com/office/drawing/2014/main" id="{69B100EC-0E17-47D3-A8AF-ECA893843C6A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6762750" cy="42291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/>
          <a:srcRect l="4716" r="4716"/>
          <a:stretch>
            <a:fillRect/>
          </a:stretch>
        </p:blipFill>
        <p:spPr>
          <a:xfrm>
            <a:off x="762000" y="1181100"/>
            <a:ext cx="6686550" cy="4152900"/>
          </a:xfrm>
          <a:prstGeom prst="rect">
            <a:avLst/>
          </a:prstGeom>
        </p:spPr>
      </p:pic>
      <p:sp>
        <p:nvSpPr>
          <p:cNvPr id="6" name="s03-tag">
            <a:extLst>
              <a:ext uri="{FF2B5EF4-FFF2-40B4-BE49-F238E27FC236}">
                <a16:creationId xmlns:a16="http://schemas.microsoft.com/office/drawing/2014/main" id="{647D7849-AB22-4CD5-BD42-B47B12445203}"/>
              </a:ext>
            </a:extLst>
          </p:cNvPr>
          <p:cNvSpPr>
            <a:spLocks noGrp="1"/>
          </p:cNvSpPr>
          <p:nvPr/>
        </p:nvSpPr>
        <p:spPr>
          <a:xfrm>
            <a:off x="7810500" y="112395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夏令营｜视野广度</a:t>
            </a:r>
          </a:p>
        </p:txBody>
      </p:sp>
      <p:sp>
        <p:nvSpPr>
          <p:cNvPr id="7" name="s03-dot-1">
            <a:extLst>
              <a:ext uri="{FF2B5EF4-FFF2-40B4-BE49-F238E27FC236}">
                <a16:creationId xmlns:a16="http://schemas.microsoft.com/office/drawing/2014/main" id="{64FCAA82-8397-47AC-9497-4396B4A9E94B}"/>
              </a:ext>
            </a:extLst>
          </p:cNvPr>
          <p:cNvSpPr>
            <a:spLocks noGrp="1"/>
          </p:cNvSpPr>
          <p:nvPr/>
        </p:nvSpPr>
        <p:spPr>
          <a:xfrm>
            <a:off x="7739608" y="162880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s03-dot-2">
            <a:extLst>
              <a:ext uri="{FF2B5EF4-FFF2-40B4-BE49-F238E27FC236}">
                <a16:creationId xmlns:a16="http://schemas.microsoft.com/office/drawing/2014/main" id="{818EE005-96F9-48CA-8A8D-0AE4E1DEC7EF}"/>
              </a:ext>
            </a:extLst>
          </p:cNvPr>
          <p:cNvSpPr>
            <a:spLocks noGrp="1"/>
          </p:cNvSpPr>
          <p:nvPr/>
        </p:nvSpPr>
        <p:spPr>
          <a:xfrm>
            <a:off x="7739608" y="2204864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s03-dot-3">
            <a:extLst>
              <a:ext uri="{FF2B5EF4-FFF2-40B4-BE49-F238E27FC236}">
                <a16:creationId xmlns:a16="http://schemas.microsoft.com/office/drawing/2014/main" id="{F67A4D96-CD97-4AE7-B867-8ACA57A4F49E}"/>
              </a:ext>
            </a:extLst>
          </p:cNvPr>
          <p:cNvSpPr>
            <a:spLocks noGrp="1"/>
          </p:cNvSpPr>
          <p:nvPr/>
        </p:nvSpPr>
        <p:spPr>
          <a:xfrm>
            <a:off x="7752184" y="2924944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0" name="s03-dot-4">
            <a:extLst>
              <a:ext uri="{FF2B5EF4-FFF2-40B4-BE49-F238E27FC236}">
                <a16:creationId xmlns:a16="http://schemas.microsoft.com/office/drawing/2014/main" id="{1CF733A8-FA11-4043-81B1-AE1404EE9E1C}"/>
              </a:ext>
            </a:extLst>
          </p:cNvPr>
          <p:cNvSpPr>
            <a:spLocks noGrp="1"/>
          </p:cNvSpPr>
          <p:nvPr/>
        </p:nvSpPr>
        <p:spPr>
          <a:xfrm>
            <a:off x="7752184" y="3573016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1" name="s03-callout-line">
            <a:extLst>
              <a:ext uri="{FF2B5EF4-FFF2-40B4-BE49-F238E27FC236}">
                <a16:creationId xmlns:a16="http://schemas.microsoft.com/office/drawing/2014/main" id="{E38AB7E1-3437-45AE-9391-52BD0FC2967F}"/>
              </a:ext>
            </a:extLst>
          </p:cNvPr>
          <p:cNvSpPr>
            <a:spLocks noGrp="1"/>
          </p:cNvSpPr>
          <p:nvPr/>
        </p:nvSpPr>
        <p:spPr>
          <a:xfrm>
            <a:off x="7810500" y="4149080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03-callout">
            <a:extLst>
              <a:ext uri="{FF2B5EF4-FFF2-40B4-BE49-F238E27FC236}">
                <a16:creationId xmlns:a16="http://schemas.microsoft.com/office/drawing/2014/main" id="{8EA7C35F-8B17-4DCD-87A5-9560D5FABE91}"/>
              </a:ext>
            </a:extLst>
          </p:cNvPr>
          <p:cNvSpPr>
            <a:spLocks noGrp="1"/>
          </p:cNvSpPr>
          <p:nvPr/>
        </p:nvSpPr>
        <p:spPr>
          <a:xfrm>
            <a:off x="8039100" y="4248150"/>
            <a:ext cx="32194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课程让我先理解一家制造企业为什么这样运转，再思考控制工程可以在哪些环节创造价值。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61A73A-71C8-D351-3521-8ED160C460D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76300" y="4800600"/>
            <a:ext cx="4476750" cy="990600"/>
          </a:xfrm>
        </p:spPr>
        <p:txBody>
          <a:bodyPr/>
          <a:lstStyle/>
          <a:p>
            <a:r>
              <a:t>每一步都为下一步服务：</a:t>
            </a:r>
          </a:p>
          <a:p>
            <a:r>
              <a:t>先理解设备，才能安全、准确地修改动作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五个递进阶段，把学习压缩成一条技术路线</a:t>
            </a:r>
          </a:p>
        </p:txBody>
      </p:sp>
      <p:sp>
        <p:nvSpPr>
          <p:cNvPr id="4" name="s04-stage-line">
            <a:extLst>
              <a:ext uri="{FF2B5EF4-FFF2-40B4-BE49-F238E27FC236}">
                <a16:creationId xmlns:a16="http://schemas.microsoft.com/office/drawing/2014/main" id="{0B1BC451-4938-4FCB-8752-A54B376B450C}"/>
              </a:ext>
            </a:extLst>
          </p:cNvPr>
          <p:cNvSpPr>
            <a:spLocks noGrp="1"/>
          </p:cNvSpPr>
          <p:nvPr/>
        </p:nvSpPr>
        <p:spPr>
          <a:xfrm>
            <a:off x="1114425" y="1524000"/>
            <a:ext cx="9525" cy="29527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4-stage-1">
            <a:extLst>
              <a:ext uri="{FF2B5EF4-FFF2-40B4-BE49-F238E27FC236}">
                <a16:creationId xmlns:a16="http://schemas.microsoft.com/office/drawing/2014/main" id="{33A8E501-B67C-4F35-88E2-D3DA1AD576F3}"/>
              </a:ext>
            </a:extLst>
          </p:cNvPr>
          <p:cNvSpPr>
            <a:spLocks noGrp="1"/>
          </p:cNvSpPr>
          <p:nvPr/>
        </p:nvSpPr>
        <p:spPr>
          <a:xfrm>
            <a:off x="904875" y="129540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s04-title-1">
            <a:extLst>
              <a:ext uri="{FF2B5EF4-FFF2-40B4-BE49-F238E27FC236}">
                <a16:creationId xmlns:a16="http://schemas.microsoft.com/office/drawing/2014/main" id="{C71BCCCF-8874-47C2-A2E9-7BD672A834DC}"/>
              </a:ext>
            </a:extLst>
          </p:cNvPr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现场认知</a:t>
            </a:r>
          </a:p>
        </p:txBody>
      </p:sp>
      <p:sp>
        <p:nvSpPr>
          <p:cNvPr id="7" name="s04-detail-1">
            <a:extLst>
              <a:ext uri="{FF2B5EF4-FFF2-40B4-BE49-F238E27FC236}">
                <a16:creationId xmlns:a16="http://schemas.microsoft.com/office/drawing/2014/main" id="{07F68E83-2B82-4280-B854-4099F982B476}"/>
              </a:ext>
            </a:extLst>
          </p:cNvPr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安全意识｜SUS合理化线｜UV贴膜线</a:t>
            </a:r>
          </a:p>
        </p:txBody>
      </p:sp>
      <p:sp>
        <p:nvSpPr>
          <p:cNvPr id="8" name="s04-stage-2">
            <a:extLst>
              <a:ext uri="{FF2B5EF4-FFF2-40B4-BE49-F238E27FC236}">
                <a16:creationId xmlns:a16="http://schemas.microsoft.com/office/drawing/2014/main" id="{F613AA3C-741C-433E-B894-D12516C52A15}"/>
              </a:ext>
            </a:extLst>
          </p:cNvPr>
          <p:cNvSpPr>
            <a:spLocks noGrp="1"/>
          </p:cNvSpPr>
          <p:nvPr/>
        </p:nvSpPr>
        <p:spPr>
          <a:xfrm>
            <a:off x="904875" y="1962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s04-title-2">
            <a:extLst>
              <a:ext uri="{FF2B5EF4-FFF2-40B4-BE49-F238E27FC236}">
                <a16:creationId xmlns:a16="http://schemas.microsoft.com/office/drawing/2014/main" id="{6CBD4650-2BE7-4BB8-AE5B-E8CFFB887E4F}"/>
              </a:ext>
            </a:extLst>
          </p:cNvPr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PLC与通信</a:t>
            </a:r>
          </a:p>
        </p:txBody>
      </p:sp>
      <p:sp>
        <p:nvSpPr>
          <p:cNvPr id="10" name="s04-detail-2">
            <a:extLst>
              <a:ext uri="{FF2B5EF4-FFF2-40B4-BE49-F238E27FC236}">
                <a16:creationId xmlns:a16="http://schemas.microsoft.com/office/drawing/2014/main" id="{EE3797B9-F4D2-4EE7-B46A-D112D040E07D}"/>
              </a:ext>
            </a:extLst>
          </p:cNvPr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梯形图｜I/O映射｜ST｜工业以太网</a:t>
            </a:r>
          </a:p>
        </p:txBody>
      </p:sp>
      <p:sp>
        <p:nvSpPr>
          <p:cNvPr id="11" name="s04-stage-3">
            <a:extLst>
              <a:ext uri="{FF2B5EF4-FFF2-40B4-BE49-F238E27FC236}">
                <a16:creationId xmlns:a16="http://schemas.microsoft.com/office/drawing/2014/main" id="{E2B0EECF-5F9E-47E5-849B-4E8C2E9490E3}"/>
              </a:ext>
            </a:extLst>
          </p:cNvPr>
          <p:cNvSpPr>
            <a:spLocks noGrp="1"/>
          </p:cNvSpPr>
          <p:nvPr/>
        </p:nvSpPr>
        <p:spPr>
          <a:xfrm>
            <a:off x="904875" y="262890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s04-title-3">
            <a:extLst>
              <a:ext uri="{FF2B5EF4-FFF2-40B4-BE49-F238E27FC236}">
                <a16:creationId xmlns:a16="http://schemas.microsoft.com/office/drawing/2014/main" id="{F605F3D6-614E-4EEE-AE4C-63EE9F44C423}"/>
              </a:ext>
            </a:extLst>
          </p:cNvPr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13" name="s04-detail-3">
            <a:extLst>
              <a:ext uri="{FF2B5EF4-FFF2-40B4-BE49-F238E27FC236}">
                <a16:creationId xmlns:a16="http://schemas.microsoft.com/office/drawing/2014/main" id="{29E69BA2-E6BF-4727-AEF4-AD3FDE9B309E}"/>
              </a:ext>
            </a:extLst>
          </p:cNvPr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示教器｜坐标系｜低速手动操作</a:t>
            </a:r>
          </a:p>
        </p:txBody>
      </p:sp>
      <p:sp>
        <p:nvSpPr>
          <p:cNvPr id="14" name="s04-stage-4">
            <a:extLst>
              <a:ext uri="{FF2B5EF4-FFF2-40B4-BE49-F238E27FC236}">
                <a16:creationId xmlns:a16="http://schemas.microsoft.com/office/drawing/2014/main" id="{44F495FF-030C-4A7B-BB68-BACE0155CB36}"/>
              </a:ext>
            </a:extLst>
          </p:cNvPr>
          <p:cNvSpPr>
            <a:spLocks noGrp="1"/>
          </p:cNvSpPr>
          <p:nvPr/>
        </p:nvSpPr>
        <p:spPr>
          <a:xfrm>
            <a:off x="904875" y="32956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5" name="s04-title-4">
            <a:extLst>
              <a:ext uri="{FF2B5EF4-FFF2-40B4-BE49-F238E27FC236}">
                <a16:creationId xmlns:a16="http://schemas.microsoft.com/office/drawing/2014/main" id="{7F86655A-C4C2-463E-ACA3-B085C58329B9}"/>
              </a:ext>
            </a:extLst>
          </p:cNvPr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实践</a:t>
            </a:r>
          </a:p>
        </p:txBody>
      </p:sp>
      <p:sp>
        <p:nvSpPr>
          <p:cNvPr id="16" name="s04-detail-4">
            <a:extLst>
              <a:ext uri="{FF2B5EF4-FFF2-40B4-BE49-F238E27FC236}">
                <a16:creationId xmlns:a16="http://schemas.microsoft.com/office/drawing/2014/main" id="{D98527D2-40F1-41D7-B40B-9C2DB2B78723}"/>
              </a:ext>
            </a:extLst>
          </p:cNvPr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吸取、检测与动作衔接</a:t>
            </a:r>
          </a:p>
        </p:txBody>
      </p:sp>
      <p:sp>
        <p:nvSpPr>
          <p:cNvPr id="17" name="s04-stage-5">
            <a:extLst>
              <a:ext uri="{FF2B5EF4-FFF2-40B4-BE49-F238E27FC236}">
                <a16:creationId xmlns:a16="http://schemas.microsoft.com/office/drawing/2014/main" id="{A6D9A977-41FD-44EC-9D1E-D9A6D5820F02}"/>
              </a:ext>
            </a:extLst>
          </p:cNvPr>
          <p:cNvSpPr>
            <a:spLocks noGrp="1"/>
          </p:cNvSpPr>
          <p:nvPr/>
        </p:nvSpPr>
        <p:spPr>
          <a:xfrm>
            <a:off x="904875" y="396240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8" name="s04-title-5">
            <a:extLst>
              <a:ext uri="{FF2B5EF4-FFF2-40B4-BE49-F238E27FC236}">
                <a16:creationId xmlns:a16="http://schemas.microsoft.com/office/drawing/2014/main" id="{74464978-4920-4570-88F7-1F9D308C7D32}"/>
              </a:ext>
            </a:extLst>
          </p:cNvPr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成果沉淀</a:t>
            </a:r>
          </a:p>
        </p:txBody>
      </p:sp>
      <p:sp>
        <p:nvSpPr>
          <p:cNvPr id="19" name="s04-detail-5">
            <a:extLst>
              <a:ext uri="{FF2B5EF4-FFF2-40B4-BE49-F238E27FC236}">
                <a16:creationId xmlns:a16="http://schemas.microsoft.com/office/drawing/2014/main" id="{7C500AEA-5DFB-4EE5-A89A-EE1EEC20E19E}"/>
              </a:ext>
            </a:extLst>
          </p:cNvPr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资料整理与结业汇报</a:t>
            </a:r>
          </a:p>
        </p:txBody>
      </p:sp>
      <p:sp>
        <p:nvSpPr>
          <p:cNvPr id="20" name="s04-plan-frame">
            <a:extLst>
              <a:ext uri="{FF2B5EF4-FFF2-40B4-BE49-F238E27FC236}">
                <a16:creationId xmlns:a16="http://schemas.microsoft.com/office/drawing/2014/main" id="{25693583-D9A2-4FE3-AE03-6AA9EB819920}"/>
              </a:ext>
            </a:extLst>
          </p:cNvPr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3"/>
          <a:srcRect t="27550" b="27550"/>
          <a:stretch>
            <a:fillRect/>
          </a:stretch>
        </p:blipFill>
        <p:spPr>
          <a:xfrm>
            <a:off x="5848350" y="1162050"/>
            <a:ext cx="5581650" cy="4457700"/>
          </a:xfrm>
          <a:prstGeom prst="rect">
            <a:avLst/>
          </a:prstGeom>
        </p:spPr>
      </p:pic>
      <p:sp>
        <p:nvSpPr>
          <p:cNvPr id="22" name="s04-image-tag">
            <a:extLst>
              <a:ext uri="{FF2B5EF4-FFF2-40B4-BE49-F238E27FC236}">
                <a16:creationId xmlns:a16="http://schemas.microsoft.com/office/drawing/2014/main" id="{B1B0B1CB-C415-454F-8E5A-C9E40AF3EF4B}"/>
              </a:ext>
            </a:extLst>
          </p:cNvPr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部门实习计划｜技术深度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61A73A-71C8-D351-3521-8ED160C460D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438150"/>
          </a:xfrm>
        </p:spPr>
        <p:txBody>
          <a:bodyPr/>
          <a:lstStyle/>
          <a:p>
            <a:r>
              <a:rPr dirty="0" err="1"/>
              <a:t>过去知识没有直接给出答案，但让我更快提出正确问题</a:t>
            </a:r>
            <a:r>
              <a:rPr dirty="0"/>
              <a:t>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三段既有经历，缩短了理解现场的路径</a:t>
            </a:r>
          </a:p>
        </p:txBody>
      </p:sp>
      <p:sp>
        <p:nvSpPr>
          <p:cNvPr id="4" name="s05-leftbar-0">
            <a:extLst>
              <a:ext uri="{FF2B5EF4-FFF2-40B4-BE49-F238E27FC236}">
                <a16:creationId xmlns:a16="http://schemas.microsoft.com/office/drawing/2014/main" id="{E425B193-FAB1-4045-A2EC-456622B6CB00}"/>
              </a:ext>
            </a:extLst>
          </p:cNvPr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5-source-0">
            <a:extLst>
              <a:ext uri="{FF2B5EF4-FFF2-40B4-BE49-F238E27FC236}">
                <a16:creationId xmlns:a16="http://schemas.microsoft.com/office/drawing/2014/main" id="{596E92D7-E76B-4F0B-B79B-40DCE751117F}"/>
              </a:ext>
            </a:extLst>
          </p:cNvPr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本科PLC毕业设计</a:t>
            </a:r>
          </a:p>
        </p:txBody>
      </p:sp>
      <p:sp>
        <p:nvSpPr>
          <p:cNvPr id="6" name="s05-source-detail-0">
            <a:extLst>
              <a:ext uri="{FF2B5EF4-FFF2-40B4-BE49-F238E27FC236}">
                <a16:creationId xmlns:a16="http://schemas.microsoft.com/office/drawing/2014/main" id="{E03CDFA9-41DA-4291-8C0D-FF927DA506E8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紫菜处理与清洗生产线</a:t>
            </a:r>
            <a:endParaRPr sz="1425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s05-arrow-0">
            <a:extLst>
              <a:ext uri="{FF2B5EF4-FFF2-40B4-BE49-F238E27FC236}">
                <a16:creationId xmlns:a16="http://schemas.microsoft.com/office/drawing/2014/main" id="{449553A9-8DFF-48C5-9103-0A1AFB98AF36}"/>
              </a:ext>
            </a:extLst>
          </p:cNvPr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s05-output-0">
            <a:extLst>
              <a:ext uri="{FF2B5EF4-FFF2-40B4-BE49-F238E27FC236}">
                <a16:creationId xmlns:a16="http://schemas.microsoft.com/office/drawing/2014/main" id="{7035EC41-8B5C-44EC-B818-5F8E86428922}"/>
              </a:ext>
            </a:extLst>
          </p:cNvPr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rPr>
              <a:t>快速回顾梯形图与顺序控制</a:t>
            </a:r>
          </a:p>
        </p:txBody>
      </p:sp>
      <p:sp>
        <p:nvSpPr>
          <p:cNvPr id="9" name="s05-rowline-0">
            <a:extLst>
              <a:ext uri="{FF2B5EF4-FFF2-40B4-BE49-F238E27FC236}">
                <a16:creationId xmlns:a16="http://schemas.microsoft.com/office/drawing/2014/main" id="{5A24D418-03F6-483F-8B66-D22910F80B16}"/>
              </a:ext>
            </a:extLst>
          </p:cNvPr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05-leftbar-1">
            <a:extLst>
              <a:ext uri="{FF2B5EF4-FFF2-40B4-BE49-F238E27FC236}">
                <a16:creationId xmlns:a16="http://schemas.microsoft.com/office/drawing/2014/main" id="{2396DEBC-475A-463E-A2FA-2C64CBA3907E}"/>
              </a:ext>
            </a:extLst>
          </p:cNvPr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05-source-1">
            <a:extLst>
              <a:ext uri="{FF2B5EF4-FFF2-40B4-BE49-F238E27FC236}">
                <a16:creationId xmlns:a16="http://schemas.microsoft.com/office/drawing/2014/main" id="{10FFB0BE-DE0F-42D1-AA34-94D68B68A136}"/>
              </a:ext>
            </a:extLst>
          </p:cNvPr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dirty="0" err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硕士</a:t>
            </a:r>
            <a:r>
              <a:rPr lang="zh-CN" altLang="en-US" sz="2100" b="1" dirty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期间参与</a:t>
            </a:r>
            <a:r>
              <a:rPr sz="2100" b="1" dirty="0" err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国家级项目</a:t>
            </a:r>
            <a:endParaRPr sz="2100" b="1" dirty="0">
              <a:solidFill>
                <a:srgbClr val="525B5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s05-source-detail-1">
            <a:extLst>
              <a:ext uri="{FF2B5EF4-FFF2-40B4-BE49-F238E27FC236}">
                <a16:creationId xmlns:a16="http://schemas.microsoft.com/office/drawing/2014/main" id="{C47D534E-FC16-4072-ADF3-D8647A14F3F3}"/>
              </a:ext>
            </a:extLst>
          </p:cNvPr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八电机协同控制空间球体</a:t>
            </a:r>
            <a:endParaRPr sz="1425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s05-arrow-1">
            <a:extLst>
              <a:ext uri="{FF2B5EF4-FFF2-40B4-BE49-F238E27FC236}">
                <a16:creationId xmlns:a16="http://schemas.microsoft.com/office/drawing/2014/main" id="{9C6303D3-EBDB-4CB9-BE24-8C0D8D61B3D7}"/>
              </a:ext>
            </a:extLst>
          </p:cNvPr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s05-output-1">
            <a:extLst>
              <a:ext uri="{FF2B5EF4-FFF2-40B4-BE49-F238E27FC236}">
                <a16:creationId xmlns:a16="http://schemas.microsoft.com/office/drawing/2014/main" id="{5E555470-19F1-465B-98E1-C3E2B2FC2E83}"/>
              </a:ext>
            </a:extLst>
          </p:cNvPr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rPr>
              <a:t>理解多执行器协同与通信</a:t>
            </a:r>
          </a:p>
        </p:txBody>
      </p:sp>
      <p:sp>
        <p:nvSpPr>
          <p:cNvPr id="15" name="s05-rowline-1">
            <a:extLst>
              <a:ext uri="{FF2B5EF4-FFF2-40B4-BE49-F238E27FC236}">
                <a16:creationId xmlns:a16="http://schemas.microsoft.com/office/drawing/2014/main" id="{8C848427-9B26-4F79-A12D-6FE8806F92F9}"/>
              </a:ext>
            </a:extLst>
          </p:cNvPr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05-leftbar-2">
            <a:extLst>
              <a:ext uri="{FF2B5EF4-FFF2-40B4-BE49-F238E27FC236}">
                <a16:creationId xmlns:a16="http://schemas.microsoft.com/office/drawing/2014/main" id="{F8D96A7E-45B8-42E6-924B-146CC0A249BA}"/>
              </a:ext>
            </a:extLst>
          </p:cNvPr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5-source-2">
            <a:extLst>
              <a:ext uri="{FF2B5EF4-FFF2-40B4-BE49-F238E27FC236}">
                <a16:creationId xmlns:a16="http://schemas.microsoft.com/office/drawing/2014/main" id="{E5343563-C6E0-4D89-8F46-3C12D6775744}"/>
              </a:ext>
            </a:extLst>
          </p:cNvPr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00" b="1" dirty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硕士</a:t>
            </a:r>
            <a:r>
              <a:rPr sz="2100" b="1" dirty="0" err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研究方向：惯性导航</a:t>
            </a:r>
            <a:endParaRPr sz="2100" b="1" dirty="0">
              <a:solidFill>
                <a:srgbClr val="525B5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s05-source-detail-2">
            <a:extLst>
              <a:ext uri="{FF2B5EF4-FFF2-40B4-BE49-F238E27FC236}">
                <a16:creationId xmlns:a16="http://schemas.microsoft.com/office/drawing/2014/main" id="{3802F557-83FE-4EF0-96CE-3F6D7210A10A}"/>
              </a:ext>
            </a:extLst>
          </p:cNvPr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坐标变换与姿态表达</a:t>
            </a:r>
            <a:endParaRPr sz="1425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s05-arrow-2">
            <a:extLst>
              <a:ext uri="{FF2B5EF4-FFF2-40B4-BE49-F238E27FC236}">
                <a16:creationId xmlns:a16="http://schemas.microsoft.com/office/drawing/2014/main" id="{02C31ED5-CB65-442A-967D-56F91FA02072}"/>
              </a:ext>
            </a:extLst>
          </p:cNvPr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s05-output-2">
            <a:extLst>
              <a:ext uri="{FF2B5EF4-FFF2-40B4-BE49-F238E27FC236}">
                <a16:creationId xmlns:a16="http://schemas.microsoft.com/office/drawing/2014/main" id="{4C2067EB-5D5F-4ED9-A653-068C77326F17}"/>
              </a:ext>
            </a:extLst>
          </p:cNvPr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 dirty="0" err="1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rPr>
              <a:t>快速吸收世界</a:t>
            </a:r>
            <a:r>
              <a:rPr sz="2175" b="1" dirty="0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rPr>
              <a:t>/TCP/</a:t>
            </a:r>
            <a:r>
              <a:rPr sz="2175" b="1" dirty="0" err="1">
                <a:solidFill>
                  <a:srgbClr val="1D2223"/>
                </a:solidFill>
                <a:latin typeface="Microsoft YaHei"/>
                <a:ea typeface="Microsoft YaHei"/>
                <a:cs typeface="Microsoft YaHei"/>
              </a:rPr>
              <a:t>用户坐标系</a:t>
            </a:r>
            <a:endParaRPr sz="2175" b="1" dirty="0">
              <a:solidFill>
                <a:srgbClr val="1D222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61A73A-71C8-D351-3521-8ED160C460D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3429000" cy="2476500"/>
          </a:xfrm>
        </p:spPr>
        <p:txBody>
          <a:bodyPr/>
          <a:lstStyle/>
          <a:p>
            <a:r>
              <a:rPr dirty="0" err="1"/>
              <a:t>SUS合理化线</a:t>
            </a:r>
            <a:endParaRPr dirty="0"/>
          </a:p>
          <a:p>
            <a:r>
              <a:rPr dirty="0" err="1"/>
              <a:t>UV贴膜自动化线</a:t>
            </a:r>
            <a:endParaRPr dirty="0"/>
          </a:p>
          <a:p>
            <a:r>
              <a:rPr dirty="0" err="1"/>
              <a:t>常见电气部品</a:t>
            </a:r>
            <a:endParaRPr dirty="0"/>
          </a:p>
          <a:p>
            <a:r>
              <a:rPr dirty="0" err="1"/>
              <a:t>生产线执行元件</a:t>
            </a:r>
            <a:endParaRPr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从认识部品开始，我看见了“感知</a:t>
            </a:r>
            <a:r>
              <a:rPr dirty="0"/>
              <a:t>—</a:t>
            </a:r>
            <a:r>
              <a:rPr dirty="0" err="1"/>
              <a:t>控制</a:t>
            </a:r>
            <a:r>
              <a:rPr dirty="0"/>
              <a:t>—</a:t>
            </a:r>
            <a:r>
              <a:rPr dirty="0" err="1"/>
              <a:t>执行</a:t>
            </a:r>
            <a:r>
              <a:rPr dirty="0"/>
              <a:t>”</a:t>
            </a:r>
          </a:p>
        </p:txBody>
      </p:sp>
      <p:sp>
        <p:nvSpPr>
          <p:cNvPr id="4" name="s06-tag">
            <a:extLst>
              <a:ext uri="{FF2B5EF4-FFF2-40B4-BE49-F238E27FC236}">
                <a16:creationId xmlns:a16="http://schemas.microsoft.com/office/drawing/2014/main" id="{0E55FDFD-F79B-4579-B3A8-D9DCB4607591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现场见学</a:t>
            </a:r>
          </a:p>
        </p:txBody>
      </p:sp>
      <p:sp>
        <p:nvSpPr>
          <p:cNvPr id="5" name="s06-chain-line">
            <a:extLst>
              <a:ext uri="{FF2B5EF4-FFF2-40B4-BE49-F238E27FC236}">
                <a16:creationId xmlns:a16="http://schemas.microsoft.com/office/drawing/2014/main" id="{E980684F-FFCF-4DB0-B2D5-CD52B9C5FBE7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6-chain">
            <a:extLst>
              <a:ext uri="{FF2B5EF4-FFF2-40B4-BE49-F238E27FC236}">
                <a16:creationId xmlns:a16="http://schemas.microsoft.com/office/drawing/2014/main" id="{0D777993-B72C-4AF0-BB6C-C8695BDD9DBC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dirty="0" err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感知</a:t>
            </a:r>
            <a:r>
              <a:rPr sz="2100" b="1" dirty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控制</a:t>
            </a:r>
            <a:r>
              <a:rPr sz="2100" b="1" dirty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执行</a:t>
            </a:r>
            <a:endParaRPr sz="2100" b="1" dirty="0">
              <a:solidFill>
                <a:srgbClr val="525B5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s06-chain-detail">
            <a:extLst>
              <a:ext uri="{FF2B5EF4-FFF2-40B4-BE49-F238E27FC236}">
                <a16:creationId xmlns:a16="http://schemas.microsoft.com/office/drawing/2014/main" id="{9E80F383-0A9C-4FA7-90E2-50437C666DC4}"/>
              </a:ext>
            </a:extLst>
          </p:cNvPr>
          <p:cNvSpPr>
            <a:spLocks noGrp="1"/>
          </p:cNvSpPr>
          <p:nvPr/>
        </p:nvSpPr>
        <p:spPr>
          <a:xfrm>
            <a:off x="857250" y="53149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传感器　 PLC/程序　 机构与机器人</a:t>
            </a: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61A73A-71C8-D351-3521-8ED160C460D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/>
          <a:lstStyle/>
          <a:p>
            <a:r>
              <a:rPr dirty="0" err="1"/>
              <a:t>当变量能够对应到设备状态，程序才真正成为产线行为的说明书</a:t>
            </a:r>
            <a:r>
              <a:rPr dirty="0"/>
              <a:t>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PLC学习的重点，从“会写指令”转向“看懂设备状态”</a:t>
            </a:r>
          </a:p>
        </p:txBody>
      </p:sp>
      <p:sp>
        <p:nvSpPr>
          <p:cNvPr id="4" name="s07-day">
            <a:extLst>
              <a:ext uri="{FF2B5EF4-FFF2-40B4-BE49-F238E27FC236}">
                <a16:creationId xmlns:a16="http://schemas.microsoft.com/office/drawing/2014/main" id="{E5952C34-DBF7-4906-8A39-22A55ADDA505}"/>
              </a:ext>
            </a:extLst>
          </p:cNvPr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1天</a:t>
            </a:r>
          </a:p>
        </p:txBody>
      </p:sp>
      <p:sp>
        <p:nvSpPr>
          <p:cNvPr id="5" name="s07-day-detail">
            <a:extLst>
              <a:ext uri="{FF2B5EF4-FFF2-40B4-BE49-F238E27FC236}">
                <a16:creationId xmlns:a16="http://schemas.microsoft.com/office/drawing/2014/main" id="{9C6658AA-B7BE-4482-80AE-D6053AC80EB6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完成梯形图基础回顾</a:t>
            </a:r>
          </a:p>
        </p:txBody>
      </p:sp>
      <p:sp>
        <p:nvSpPr>
          <p:cNvPr id="6" name="s07-flow">
            <a:extLst>
              <a:ext uri="{FF2B5EF4-FFF2-40B4-BE49-F238E27FC236}">
                <a16:creationId xmlns:a16="http://schemas.microsoft.com/office/drawing/2014/main" id="{418C1490-1CBE-4B47-AD4B-D6105EBF80F2}"/>
              </a:ext>
            </a:extLst>
          </p:cNvPr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7-num-0">
            <a:extLst>
              <a:ext uri="{FF2B5EF4-FFF2-40B4-BE49-F238E27FC236}">
                <a16:creationId xmlns:a16="http://schemas.microsoft.com/office/drawing/2014/main" id="{771C5A09-7B3C-4C2F-9AAB-49381E9C5A91}"/>
              </a:ext>
            </a:extLst>
          </p:cNvPr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s07-title-0">
            <a:extLst>
              <a:ext uri="{FF2B5EF4-FFF2-40B4-BE49-F238E27FC236}">
                <a16:creationId xmlns:a16="http://schemas.microsoft.com/office/drawing/2014/main" id="{4DD0732F-A280-4E6E-B603-EE9E3F60985B}"/>
              </a:ext>
            </a:extLst>
          </p:cNvPr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梯形图回顾</a:t>
            </a:r>
          </a:p>
        </p:txBody>
      </p:sp>
      <p:sp>
        <p:nvSpPr>
          <p:cNvPr id="9" name="s07-detail-0">
            <a:extLst>
              <a:ext uri="{FF2B5EF4-FFF2-40B4-BE49-F238E27FC236}">
                <a16:creationId xmlns:a16="http://schemas.microsoft.com/office/drawing/2014/main" id="{78DB9E61-AEC4-4A65-A379-6C830BE18E9C}"/>
              </a:ext>
            </a:extLst>
          </p:cNvPr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快速恢复顺序控制语感</a:t>
            </a:r>
          </a:p>
        </p:txBody>
      </p:sp>
      <p:sp>
        <p:nvSpPr>
          <p:cNvPr id="10" name="s07-num-1">
            <a:extLst>
              <a:ext uri="{FF2B5EF4-FFF2-40B4-BE49-F238E27FC236}">
                <a16:creationId xmlns:a16="http://schemas.microsoft.com/office/drawing/2014/main" id="{F9F953A0-7328-4AAE-A818-8492853AA766}"/>
              </a:ext>
            </a:extLst>
          </p:cNvPr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s07-title-1">
            <a:extLst>
              <a:ext uri="{FF2B5EF4-FFF2-40B4-BE49-F238E27FC236}">
                <a16:creationId xmlns:a16="http://schemas.microsoft.com/office/drawing/2014/main" id="{F9C63D42-00C9-4FF1-B535-6E15ACDBBEAB}"/>
              </a:ext>
            </a:extLst>
          </p:cNvPr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I/O映射</a:t>
            </a:r>
          </a:p>
        </p:txBody>
      </p:sp>
      <p:sp>
        <p:nvSpPr>
          <p:cNvPr id="12" name="s07-detail-1">
            <a:extLst>
              <a:ext uri="{FF2B5EF4-FFF2-40B4-BE49-F238E27FC236}">
                <a16:creationId xmlns:a16="http://schemas.microsoft.com/office/drawing/2014/main" id="{29E0E2BD-C94C-49FD-B769-455A2585281A}"/>
              </a:ext>
            </a:extLst>
          </p:cNvPr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变量与真实设备一一对应</a:t>
            </a:r>
          </a:p>
        </p:txBody>
      </p:sp>
      <p:sp>
        <p:nvSpPr>
          <p:cNvPr id="13" name="s07-num-2">
            <a:extLst>
              <a:ext uri="{FF2B5EF4-FFF2-40B4-BE49-F238E27FC236}">
                <a16:creationId xmlns:a16="http://schemas.microsoft.com/office/drawing/2014/main" id="{95CACA63-07F8-4C01-A36E-331A9B87004D}"/>
              </a:ext>
            </a:extLst>
          </p:cNvPr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s07-title-2">
            <a:extLst>
              <a:ext uri="{FF2B5EF4-FFF2-40B4-BE49-F238E27FC236}">
                <a16:creationId xmlns:a16="http://schemas.microsoft.com/office/drawing/2014/main" id="{DA0E9D87-2013-4C44-B733-8507F9D0F009}"/>
              </a:ext>
            </a:extLst>
          </p:cNvPr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ST编程</a:t>
            </a:r>
          </a:p>
        </p:txBody>
      </p:sp>
      <p:sp>
        <p:nvSpPr>
          <p:cNvPr id="15" name="s07-detail-2">
            <a:extLst>
              <a:ext uri="{FF2B5EF4-FFF2-40B4-BE49-F238E27FC236}">
                <a16:creationId xmlns:a16="http://schemas.microsoft.com/office/drawing/2014/main" id="{463F7F5B-EEC8-41AA-989F-5A19B7E99D4D}"/>
              </a:ext>
            </a:extLst>
          </p:cNvPr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结构化表达复杂逻辑</a:t>
            </a:r>
            <a:endParaRPr sz="1350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s07-num-3">
            <a:extLst>
              <a:ext uri="{FF2B5EF4-FFF2-40B4-BE49-F238E27FC236}">
                <a16:creationId xmlns:a16="http://schemas.microsoft.com/office/drawing/2014/main" id="{A171DD02-F9A2-45BD-B847-9E2D9402CE39}"/>
              </a:ext>
            </a:extLst>
          </p:cNvPr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s07-title-3">
            <a:extLst>
              <a:ext uri="{FF2B5EF4-FFF2-40B4-BE49-F238E27FC236}">
                <a16:creationId xmlns:a16="http://schemas.microsoft.com/office/drawing/2014/main" id="{827D58D5-EA5E-4781-A626-CB7E7CA3F7D1}"/>
              </a:ext>
            </a:extLst>
          </p:cNvPr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激光测距读取</a:t>
            </a:r>
          </a:p>
        </p:txBody>
      </p:sp>
      <p:sp>
        <p:nvSpPr>
          <p:cNvPr id="18" name="s07-detail-3">
            <a:extLst>
              <a:ext uri="{FF2B5EF4-FFF2-40B4-BE49-F238E27FC236}">
                <a16:creationId xmlns:a16="http://schemas.microsoft.com/office/drawing/2014/main" id="{C06F349E-B8E3-437D-A5E6-868CCB7297BC}"/>
              </a:ext>
            </a:extLst>
          </p:cNvPr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dirty="0" err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让传感信息成为动作依据</a:t>
            </a:r>
            <a:endParaRPr sz="1350" dirty="0">
              <a:solidFill>
                <a:srgbClr val="7D868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s07-result-line">
            <a:extLst>
              <a:ext uri="{FF2B5EF4-FFF2-40B4-BE49-F238E27FC236}">
                <a16:creationId xmlns:a16="http://schemas.microsoft.com/office/drawing/2014/main" id="{6F962935-BE9F-48D2-B26D-97CE01FCBA6F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工业通信让我从“单机控制”走向“设备协同”</a:t>
            </a:r>
          </a:p>
        </p:txBody>
      </p:sp>
      <p:sp>
        <p:nvSpPr>
          <p:cNvPr id="4" name="s08-p1">
            <a:extLst>
              <a:ext uri="{FF2B5EF4-FFF2-40B4-BE49-F238E27FC236}">
                <a16:creationId xmlns:a16="http://schemas.microsoft.com/office/drawing/2014/main" id="{F36138E3-BA88-4BC1-A791-B26832368444}"/>
              </a:ext>
            </a:extLst>
          </p:cNvPr>
          <p:cNvSpPr>
            <a:spLocks noGrp="1"/>
          </p:cNvSpPr>
          <p:nvPr/>
        </p:nvSpPr>
        <p:spPr>
          <a:xfrm>
            <a:off x="1562100" y="10287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EtherCAT</a:t>
            </a:r>
          </a:p>
        </p:txBody>
      </p:sp>
      <p:sp>
        <p:nvSpPr>
          <p:cNvPr id="5" name="s08-p2">
            <a:extLst>
              <a:ext uri="{FF2B5EF4-FFF2-40B4-BE49-F238E27FC236}">
                <a16:creationId xmlns:a16="http://schemas.microsoft.com/office/drawing/2014/main" id="{A7CEF122-E7E3-4992-803F-4F20FA1CD719}"/>
              </a:ext>
            </a:extLst>
          </p:cNvPr>
          <p:cNvSpPr>
            <a:spLocks noGrp="1"/>
          </p:cNvSpPr>
          <p:nvPr/>
        </p:nvSpPr>
        <p:spPr>
          <a:xfrm>
            <a:off x="457200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EtherNet/IP</a:t>
            </a:r>
          </a:p>
        </p:txBody>
      </p:sp>
      <p:sp>
        <p:nvSpPr>
          <p:cNvPr id="6" name="s08-p3">
            <a:extLst>
              <a:ext uri="{FF2B5EF4-FFF2-40B4-BE49-F238E27FC236}">
                <a16:creationId xmlns:a16="http://schemas.microsoft.com/office/drawing/2014/main" id="{2E987D1C-B69F-4BCB-92E4-508D09FC43B8}"/>
              </a:ext>
            </a:extLst>
          </p:cNvPr>
          <p:cNvSpPr>
            <a:spLocks noGrp="1"/>
          </p:cNvSpPr>
          <p:nvPr/>
        </p:nvSpPr>
        <p:spPr>
          <a:xfrm>
            <a:off x="763905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Modbus TCP</a:t>
            </a: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63452" y="1409700"/>
            <a:ext cx="6465096" cy="3638550"/>
          </a:xfrm>
          <a:prstGeom prst="rect">
            <a:avLst/>
          </a:prstGeom>
        </p:spPr>
      </p:pic>
      <p:sp>
        <p:nvSpPr>
          <p:cNvPr id="8" name="s08-result-line">
            <a:extLst>
              <a:ext uri="{FF2B5EF4-FFF2-40B4-BE49-F238E27FC236}">
                <a16:creationId xmlns:a16="http://schemas.microsoft.com/office/drawing/2014/main" id="{39E4757C-7240-4478-9AD2-5A63C29D0598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08-result">
            <a:extLst>
              <a:ext uri="{FF2B5EF4-FFF2-40B4-BE49-F238E27FC236}">
                <a16:creationId xmlns:a16="http://schemas.microsoft.com/office/drawing/2014/main" id="{D30BA4C4-E695-4B8E-81AD-18B2F581E8A7}"/>
              </a:ext>
            </a:extLst>
          </p:cNvPr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0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传感器给状态，PLC做判断，网络传指令，机器人完成动作。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D61A73A-71C8-D351-3521-8ED160C460D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t>世界坐标系</a:t>
            </a:r>
          </a:p>
          <a:p>
            <a:r>
              <a:t>整机运动的统一基准</a:t>
            </a:r>
          </a:p>
          <a:p>
            <a:endParaRPr/>
          </a:p>
          <a:p>
            <a:r>
              <a:t>工具坐标系（TCP）</a:t>
            </a:r>
          </a:p>
          <a:p>
            <a:r>
              <a:t>吸嘴末端的位置与姿态</a:t>
            </a:r>
          </a:p>
          <a:p>
            <a:endParaRPr/>
          </a:p>
          <a:p>
            <a:r>
              <a:t>用户坐标系</a:t>
            </a:r>
          </a:p>
          <a:p>
            <a:r>
              <a:t>面向PCB工作平面的局部基准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坐标系一旦统一，机器人动作才可被准确描述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>
            <a:extLst>
              <a:ext uri="{FF2B5EF4-FFF2-40B4-BE49-F238E27FC236}">
                <a16:creationId xmlns:a16="http://schemas.microsoft.com/office/drawing/2014/main" id="{A50CAC9D-B1E1-402F-B3A8-827C7070A101}"/>
              </a:ext>
            </a:extLst>
          </p:cNvPr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9-callout">
            <a:extLst>
              <a:ext uri="{FF2B5EF4-FFF2-40B4-BE49-F238E27FC236}">
                <a16:creationId xmlns:a16="http://schemas.microsoft.com/office/drawing/2014/main" id="{88F48E33-D652-4361-A898-A212C040575F}"/>
              </a:ext>
            </a:extLst>
          </p:cNvPr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惯性导航研究帮助我快速建立坐标变换与姿态表达思维。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55440" y="404664"/>
            <a:ext cx="9900000" cy="5571709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双点检测位于整条贴片与加压流程的关键衔接处</a:t>
            </a:r>
          </a:p>
        </p:txBody>
      </p:sp>
      <p:sp>
        <p:nvSpPr>
          <p:cNvPr id="4" name="s10-label-0">
            <a:extLst>
              <a:ext uri="{FF2B5EF4-FFF2-40B4-BE49-F238E27FC236}">
                <a16:creationId xmlns:a16="http://schemas.microsoft.com/office/drawing/2014/main" id="{525C9EBA-23F2-46D6-8004-9DEA29AC3121}"/>
              </a:ext>
            </a:extLst>
          </p:cNvPr>
          <p:cNvSpPr>
            <a:spLocks noGrp="1"/>
          </p:cNvSpPr>
          <p:nvPr/>
        </p:nvSpPr>
        <p:spPr>
          <a:xfrm>
            <a:off x="78105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1  贴片完成</a:t>
            </a:r>
          </a:p>
        </p:txBody>
      </p:sp>
      <p:sp>
        <p:nvSpPr>
          <p:cNvPr id="5" name="s10-label-1">
            <a:extLst>
              <a:ext uri="{FF2B5EF4-FFF2-40B4-BE49-F238E27FC236}">
                <a16:creationId xmlns:a16="http://schemas.microsoft.com/office/drawing/2014/main" id="{43C57A98-B9CA-456B-8E43-9ED764DBF0D4}"/>
              </a:ext>
            </a:extLst>
          </p:cNvPr>
          <p:cNvSpPr>
            <a:spLocks noGrp="1"/>
          </p:cNvSpPr>
          <p:nvPr/>
        </p:nvSpPr>
        <p:spPr>
          <a:xfrm>
            <a:off x="256222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2  激光测高</a:t>
            </a:r>
          </a:p>
        </p:txBody>
      </p:sp>
      <p:sp>
        <p:nvSpPr>
          <p:cNvPr id="6" name="s10-label-2">
            <a:extLst>
              <a:ext uri="{FF2B5EF4-FFF2-40B4-BE49-F238E27FC236}">
                <a16:creationId xmlns:a16="http://schemas.microsoft.com/office/drawing/2014/main" id="{298BA688-0A33-45FC-BB2A-16B9B21EF632}"/>
              </a:ext>
            </a:extLst>
          </p:cNvPr>
          <p:cNvSpPr>
            <a:spLocks noGrp="1"/>
          </p:cNvSpPr>
          <p:nvPr/>
        </p:nvSpPr>
        <p:spPr>
          <a:xfrm>
            <a:off x="434340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3  吸嘴取膜</a:t>
            </a:r>
          </a:p>
        </p:txBody>
      </p:sp>
      <p:sp>
        <p:nvSpPr>
          <p:cNvPr id="7" name="s10-label-3">
            <a:extLst>
              <a:ext uri="{FF2B5EF4-FFF2-40B4-BE49-F238E27FC236}">
                <a16:creationId xmlns:a16="http://schemas.microsoft.com/office/drawing/2014/main" id="{3DEBA084-A92F-4E4D-B02C-959815FC58B9}"/>
              </a:ext>
            </a:extLst>
          </p:cNvPr>
          <p:cNvSpPr>
            <a:spLocks noGrp="1"/>
          </p:cNvSpPr>
          <p:nvPr/>
        </p:nvSpPr>
        <p:spPr>
          <a:xfrm>
            <a:off x="612457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4  取膜检测</a:t>
            </a:r>
          </a:p>
        </p:txBody>
      </p:sp>
      <p:sp>
        <p:nvSpPr>
          <p:cNvPr id="8" name="s10-label-4">
            <a:extLst>
              <a:ext uri="{FF2B5EF4-FFF2-40B4-BE49-F238E27FC236}">
                <a16:creationId xmlns:a16="http://schemas.microsoft.com/office/drawing/2014/main" id="{3CDEB9A2-9BC5-4515-B9C8-558ADADEFFE9}"/>
              </a:ext>
            </a:extLst>
          </p:cNvPr>
          <p:cNvSpPr>
            <a:spLocks noGrp="1"/>
          </p:cNvSpPr>
          <p:nvPr/>
        </p:nvSpPr>
        <p:spPr>
          <a:xfrm>
            <a:off x="790575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5  膜材贴合</a:t>
            </a:r>
          </a:p>
        </p:txBody>
      </p:sp>
      <p:sp>
        <p:nvSpPr>
          <p:cNvPr id="9" name="s10-label-5">
            <a:extLst>
              <a:ext uri="{FF2B5EF4-FFF2-40B4-BE49-F238E27FC236}">
                <a16:creationId xmlns:a16="http://schemas.microsoft.com/office/drawing/2014/main" id="{04F5CEF9-C1D2-473A-83A6-BF23F0EB6941}"/>
              </a:ext>
            </a:extLst>
          </p:cNvPr>
          <p:cNvSpPr>
            <a:spLocks noGrp="1"/>
          </p:cNvSpPr>
          <p:nvPr/>
        </p:nvSpPr>
        <p:spPr>
          <a:xfrm>
            <a:off x="968692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6  进入加压</a:t>
            </a:r>
          </a:p>
        </p:txBody>
      </p:sp>
      <p:sp>
        <p:nvSpPr>
          <p:cNvPr id="11" name="s10-task-line">
            <a:extLst>
              <a:ext uri="{FF2B5EF4-FFF2-40B4-BE49-F238E27FC236}">
                <a16:creationId xmlns:a16="http://schemas.microsoft.com/office/drawing/2014/main" id="{141F4397-ABA7-412D-A1B9-8E9D5E87F49A}"/>
              </a:ext>
            </a:extLst>
          </p:cNvPr>
          <p:cNvSpPr>
            <a:spLocks noGrp="1"/>
          </p:cNvSpPr>
          <p:nvPr/>
        </p:nvSpPr>
        <p:spPr>
          <a:xfrm>
            <a:off x="838200" y="5703912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10-task-tag">
            <a:extLst>
              <a:ext uri="{FF2B5EF4-FFF2-40B4-BE49-F238E27FC236}">
                <a16:creationId xmlns:a16="http://schemas.microsoft.com/office/drawing/2014/main" id="{79B69B39-6548-4D83-B476-CF423B78E224}"/>
              </a:ext>
            </a:extLst>
          </p:cNvPr>
          <p:cNvSpPr>
            <a:spLocks noGrp="1"/>
          </p:cNvSpPr>
          <p:nvPr/>
        </p:nvSpPr>
        <p:spPr>
          <a:xfrm>
            <a:off x="1066800" y="562543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dirty="0" err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我的实践任务</a:t>
            </a:r>
            <a:endParaRPr sz="1425" b="1" dirty="0">
              <a:solidFill>
                <a:srgbClr val="F5002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s10-task">
            <a:extLst>
              <a:ext uri="{FF2B5EF4-FFF2-40B4-BE49-F238E27FC236}">
                <a16:creationId xmlns:a16="http://schemas.microsoft.com/office/drawing/2014/main" id="{C7DC3991-7F05-4209-8F1A-CC29B5F82A66}"/>
              </a:ext>
            </a:extLst>
          </p:cNvPr>
          <p:cNvSpPr>
            <a:spLocks noGrp="1"/>
          </p:cNvSpPr>
          <p:nvPr/>
        </p:nvSpPr>
        <p:spPr>
          <a:xfrm>
            <a:off x="1066800" y="5928320"/>
            <a:ext cx="809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将单点检测扩展为双点检测，并保持与原流程的顺序衔接</a:t>
            </a:r>
            <a:r>
              <a:rPr sz="1875" b="1" dirty="0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原流程只检右上角，新增左上角扩大检测覆盖</a:t>
            </a:r>
          </a:p>
        </p:txBody>
      </p:sp>
      <p:sp>
        <p:nvSpPr>
          <p:cNvPr id="4" name="s11-original-heading">
            <a:extLst>
              <a:ext uri="{FF2B5EF4-FFF2-40B4-BE49-F238E27FC236}">
                <a16:creationId xmlns:a16="http://schemas.microsoft.com/office/drawing/2014/main" id="{4630192D-CC2E-4123-960A-027DF9BA6B08}"/>
              </a:ext>
            </a:extLst>
          </p:cNvPr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原流程｜一次检测</a:t>
            </a:r>
          </a:p>
        </p:txBody>
      </p:sp>
      <p:sp>
        <p:nvSpPr>
          <p:cNvPr id="5" name="s11-target-heading">
            <a:extLst>
              <a:ext uri="{FF2B5EF4-FFF2-40B4-BE49-F238E27FC236}">
                <a16:creationId xmlns:a16="http://schemas.microsoft.com/office/drawing/2014/main" id="{9080F6A8-C25B-44A5-979D-35054E01566D}"/>
              </a:ext>
            </a:extLst>
          </p:cNvPr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目标流程｜两次检测</a:t>
            </a:r>
          </a:p>
        </p:txBody>
      </p:sp>
      <p:sp>
        <p:nvSpPr>
          <p:cNvPr id="6" name="s11-vline">
            <a:extLst>
              <a:ext uri="{FF2B5EF4-FFF2-40B4-BE49-F238E27FC236}">
                <a16:creationId xmlns:a16="http://schemas.microsoft.com/office/drawing/2014/main" id="{4709FA50-B027-4882-8B8E-394572573C1F}"/>
              </a:ext>
            </a:extLst>
          </p:cNvPr>
          <p:cNvSpPr>
            <a:spLocks noGrp="1"/>
          </p:cNvSpPr>
          <p:nvPr/>
        </p:nvSpPr>
        <p:spPr>
          <a:xfrm>
            <a:off x="5905500" y="116205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11-o-arrow-0">
            <a:extLst>
              <a:ext uri="{FF2B5EF4-FFF2-40B4-BE49-F238E27FC236}">
                <a16:creationId xmlns:a16="http://schemas.microsoft.com/office/drawing/2014/main" id="{85F0DF73-7389-4A61-BD29-305BF910F9D5}"/>
              </a:ext>
            </a:extLst>
          </p:cNvPr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s11-o-arrow-1">
            <a:extLst>
              <a:ext uri="{FF2B5EF4-FFF2-40B4-BE49-F238E27FC236}">
                <a16:creationId xmlns:a16="http://schemas.microsoft.com/office/drawing/2014/main" id="{BBF9FCDB-2AEE-4F89-B04D-B7D33B498632}"/>
              </a:ext>
            </a:extLst>
          </p:cNvPr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s11-o-node-0">
            <a:extLst>
              <a:ext uri="{FF2B5EF4-FFF2-40B4-BE49-F238E27FC236}">
                <a16:creationId xmlns:a16="http://schemas.microsoft.com/office/drawing/2014/main" id="{24D6034C-5615-40FD-AF7C-A3065081F90C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原点</a:t>
            </a:r>
          </a:p>
        </p:txBody>
      </p:sp>
      <p:sp>
        <p:nvSpPr>
          <p:cNvPr id="10" name="s11-o-node-1">
            <a:extLst>
              <a:ext uri="{FF2B5EF4-FFF2-40B4-BE49-F238E27FC236}">
                <a16:creationId xmlns:a16="http://schemas.microsoft.com/office/drawing/2014/main" id="{B85CCEB3-30F4-4F91-8902-B25B9DC44409}"/>
              </a:ext>
            </a:extLst>
          </p:cNvPr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右上角</a:t>
            </a:r>
          </a:p>
        </p:txBody>
      </p:sp>
      <p:sp>
        <p:nvSpPr>
          <p:cNvPr id="11" name="s11-o-node-2">
            <a:extLst>
              <a:ext uri="{FF2B5EF4-FFF2-40B4-BE49-F238E27FC236}">
                <a16:creationId xmlns:a16="http://schemas.microsoft.com/office/drawing/2014/main" id="{EAA76186-5F87-4A39-A9A1-DC131E8B4609}"/>
              </a:ext>
            </a:extLst>
          </p:cNvPr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后续</a:t>
            </a:r>
          </a:p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动作</a:t>
            </a:r>
          </a:p>
        </p:txBody>
      </p:sp>
      <p:sp>
        <p:nvSpPr>
          <p:cNvPr id="12" name="s11-t-arrow-0">
            <a:extLst>
              <a:ext uri="{FF2B5EF4-FFF2-40B4-BE49-F238E27FC236}">
                <a16:creationId xmlns:a16="http://schemas.microsoft.com/office/drawing/2014/main" id="{84775EB7-8490-4633-B0B8-01E82CD670C3}"/>
              </a:ext>
            </a:extLst>
          </p:cNvPr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s11-t-arrow-1">
            <a:extLst>
              <a:ext uri="{FF2B5EF4-FFF2-40B4-BE49-F238E27FC236}">
                <a16:creationId xmlns:a16="http://schemas.microsoft.com/office/drawing/2014/main" id="{7520FA91-7C99-4C1F-A5A8-0FCED36A059D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s11-t-arrow-2">
            <a:extLst>
              <a:ext uri="{FF2B5EF4-FFF2-40B4-BE49-F238E27FC236}">
                <a16:creationId xmlns:a16="http://schemas.microsoft.com/office/drawing/2014/main" id="{164DEDB7-95CD-4471-A117-16A3C706D858}"/>
              </a:ext>
            </a:extLst>
          </p:cNvPr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s11-t-arrow-3">
            <a:extLst>
              <a:ext uri="{FF2B5EF4-FFF2-40B4-BE49-F238E27FC236}">
                <a16:creationId xmlns:a16="http://schemas.microsoft.com/office/drawing/2014/main" id="{9E2CD8A7-4B8A-41B6-8DAA-ECE834BCB294}"/>
              </a:ext>
            </a:extLst>
          </p:cNvPr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s11-t-node-0">
            <a:extLst>
              <a:ext uri="{FF2B5EF4-FFF2-40B4-BE49-F238E27FC236}">
                <a16:creationId xmlns:a16="http://schemas.microsoft.com/office/drawing/2014/main" id="{C229A0BA-3F3E-4892-910A-7FDD118DD1CC}"/>
              </a:ext>
            </a:extLst>
          </p:cNvPr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17" name="s11-t-node-1">
            <a:extLst>
              <a:ext uri="{FF2B5EF4-FFF2-40B4-BE49-F238E27FC236}">
                <a16:creationId xmlns:a16="http://schemas.microsoft.com/office/drawing/2014/main" id="{8F0F4A07-C691-46EC-8C0E-6C22C7EF6B02}"/>
              </a:ext>
            </a:extLst>
          </p:cNvPr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18" name="s11-t-node-2">
            <a:extLst>
              <a:ext uri="{FF2B5EF4-FFF2-40B4-BE49-F238E27FC236}">
                <a16:creationId xmlns:a16="http://schemas.microsoft.com/office/drawing/2014/main" id="{52370D65-5D53-454A-BA75-A1AD0C30135D}"/>
              </a:ext>
            </a:extLst>
          </p:cNvPr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19" name="s11-t-node-3">
            <a:extLst>
              <a:ext uri="{FF2B5EF4-FFF2-40B4-BE49-F238E27FC236}">
                <a16:creationId xmlns:a16="http://schemas.microsoft.com/office/drawing/2014/main" id="{7CAF61F5-29B7-4C5F-970A-674AE1AE8DA9}"/>
              </a:ext>
            </a:extLst>
          </p:cNvPr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20" name="s11-t-node-4">
            <a:extLst>
              <a:ext uri="{FF2B5EF4-FFF2-40B4-BE49-F238E27FC236}">
                <a16:creationId xmlns:a16="http://schemas.microsoft.com/office/drawing/2014/main" id="{F850BE51-EFA9-4D37-B86F-BE0A6890BFB6}"/>
              </a:ext>
            </a:extLst>
          </p:cNvPr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后续</a:t>
            </a:r>
          </a:p>
        </p:txBody>
      </p:sp>
      <p:sp>
        <p:nvSpPr>
          <p:cNvPr id="21" name="s11-target-detail">
            <a:extLst>
              <a:ext uri="{FF2B5EF4-FFF2-40B4-BE49-F238E27FC236}">
                <a16:creationId xmlns:a16="http://schemas.microsoft.com/office/drawing/2014/main" id="{35875D04-5115-4535-8413-F6A6AE66A585}"/>
              </a:ext>
            </a:extLst>
          </p:cNvPr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原点 → 右上角 → 原点 → 左上角</a:t>
            </a:r>
          </a:p>
        </p:txBody>
      </p:sp>
      <p:sp>
        <p:nvSpPr>
          <p:cNvPr id="22" name="s11-bottom-line">
            <a:extLst>
              <a:ext uri="{FF2B5EF4-FFF2-40B4-BE49-F238E27FC236}">
                <a16:creationId xmlns:a16="http://schemas.microsoft.com/office/drawing/2014/main" id="{A669F144-A9C2-40E6-836F-14534DC7FDAF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11-bottom-heading">
            <a:extLst>
              <a:ext uri="{FF2B5EF4-FFF2-40B4-BE49-F238E27FC236}">
                <a16:creationId xmlns:a16="http://schemas.microsoft.com/office/drawing/2014/main" id="{7FA47954-044A-443D-B523-BA07B267484C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变化只有一个检测点，工程影响涉及三件事</a:t>
            </a:r>
          </a:p>
        </p:txBody>
      </p:sp>
      <p:sp>
        <p:nvSpPr>
          <p:cNvPr id="24" name="s11-impact-title-0">
            <a:extLst>
              <a:ext uri="{FF2B5EF4-FFF2-40B4-BE49-F238E27FC236}">
                <a16:creationId xmlns:a16="http://schemas.microsoft.com/office/drawing/2014/main" id="{15AD59B0-5D3D-4E90-B51D-545AAE47930C}"/>
              </a:ext>
            </a:extLst>
          </p:cNvPr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检测覆盖</a:t>
            </a:r>
          </a:p>
        </p:txBody>
      </p:sp>
      <p:sp>
        <p:nvSpPr>
          <p:cNvPr id="25" name="s11-impact-detail-0">
            <a:extLst>
              <a:ext uri="{FF2B5EF4-FFF2-40B4-BE49-F238E27FC236}">
                <a16:creationId xmlns:a16="http://schemas.microsoft.com/office/drawing/2014/main" id="{6D9F03E2-CF01-43B9-A88D-044E1EF273C5}"/>
              </a:ext>
            </a:extLst>
          </p:cNvPr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两个角点提供更完整的局部信息</a:t>
            </a:r>
          </a:p>
        </p:txBody>
      </p:sp>
      <p:sp>
        <p:nvSpPr>
          <p:cNvPr id="26" name="s11-impact-divider-1">
            <a:extLst>
              <a:ext uri="{FF2B5EF4-FFF2-40B4-BE49-F238E27FC236}">
                <a16:creationId xmlns:a16="http://schemas.microsoft.com/office/drawing/2014/main" id="{CF976889-9B12-4A2E-A257-55E1686A3BD5}"/>
              </a:ext>
            </a:extLst>
          </p:cNvPr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11-impact-title-1">
            <a:extLst>
              <a:ext uri="{FF2B5EF4-FFF2-40B4-BE49-F238E27FC236}">
                <a16:creationId xmlns:a16="http://schemas.microsoft.com/office/drawing/2014/main" id="{902ACC81-5F88-4F92-9042-15F9258AFA6D}"/>
              </a:ext>
            </a:extLst>
          </p:cNvPr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路径复现</a:t>
            </a:r>
          </a:p>
        </p:txBody>
      </p:sp>
      <p:sp>
        <p:nvSpPr>
          <p:cNvPr id="28" name="s11-impact-detail-1">
            <a:extLst>
              <a:ext uri="{FF2B5EF4-FFF2-40B4-BE49-F238E27FC236}">
                <a16:creationId xmlns:a16="http://schemas.microsoft.com/office/drawing/2014/main" id="{C3BB2AC2-4202-40D1-8B21-B434A847617D}"/>
              </a:ext>
            </a:extLst>
          </p:cNvPr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以P0作为统一中间位置</a:t>
            </a:r>
          </a:p>
        </p:txBody>
      </p:sp>
      <p:sp>
        <p:nvSpPr>
          <p:cNvPr id="29" name="s11-impact-divider-2">
            <a:extLst>
              <a:ext uri="{FF2B5EF4-FFF2-40B4-BE49-F238E27FC236}">
                <a16:creationId xmlns:a16="http://schemas.microsoft.com/office/drawing/2014/main" id="{1B6EDF72-834E-4CDC-A5F0-140B5B4BC2B5}"/>
              </a:ext>
            </a:extLst>
          </p:cNvPr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11-impact-title-2">
            <a:extLst>
              <a:ext uri="{FF2B5EF4-FFF2-40B4-BE49-F238E27FC236}">
                <a16:creationId xmlns:a16="http://schemas.microsoft.com/office/drawing/2014/main" id="{4BC13F0E-FF73-4D86-962D-F18E49864C0D}"/>
              </a:ext>
            </a:extLst>
          </p:cNvPr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流程衔接</a:t>
            </a:r>
          </a:p>
        </p:txBody>
      </p:sp>
      <p:sp>
        <p:nvSpPr>
          <p:cNvPr id="31" name="s11-impact-detail-2">
            <a:extLst>
              <a:ext uri="{FF2B5EF4-FFF2-40B4-BE49-F238E27FC236}">
                <a16:creationId xmlns:a16="http://schemas.microsoft.com/office/drawing/2014/main" id="{AD947CC0-5883-48CE-B591-864F72F4A82A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通过后继续原有贴膜与加压动作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“P0—P1—P0—P2”构成可验证的稳定路径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35560" y="1066800"/>
            <a:ext cx="7954438" cy="4476750"/>
          </a:xfrm>
          <a:prstGeom prst="rect">
            <a:avLst/>
          </a:prstGeom>
        </p:spPr>
      </p:pic>
      <p:sp>
        <p:nvSpPr>
          <p:cNvPr id="5" name="s12-label-bg-0">
            <a:extLst>
              <a:ext uri="{FF2B5EF4-FFF2-40B4-BE49-F238E27FC236}">
                <a16:creationId xmlns:a16="http://schemas.microsoft.com/office/drawing/2014/main" id="{99107232-C5AE-430E-B8B3-93A00589C892}"/>
              </a:ext>
            </a:extLst>
          </p:cNvPr>
          <p:cNvSpPr>
            <a:spLocks noGrp="1"/>
          </p:cNvSpPr>
          <p:nvPr/>
        </p:nvSpPr>
        <p:spPr>
          <a:xfrm>
            <a:off x="2381250" y="1428750"/>
            <a:ext cx="180975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9525">
            <a:solidFill>
              <a:srgbClr val="F5002F"/>
            </a:solidFill>
            <a:prstDash val="solid"/>
          </a:ln>
        </p:spPr>
        <p:txBody>
          <a:bodyPr lIns="57150" tIns="19050" rIns="57150" bIns="19050" anchor="ctr">
            <a:normAutofit/>
          </a:bodyPr>
          <a:lstStyle/>
          <a:p>
            <a:pPr algn="ctr">
              <a:def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P2｜左上角检测</a:t>
            </a:r>
          </a:p>
        </p:txBody>
      </p:sp>
      <p:sp>
        <p:nvSpPr>
          <p:cNvPr id="6" name="s12-label-bg-1">
            <a:extLst>
              <a:ext uri="{FF2B5EF4-FFF2-40B4-BE49-F238E27FC236}">
                <a16:creationId xmlns:a16="http://schemas.microsoft.com/office/drawing/2014/main" id="{99481A74-7258-4163-9860-A6BC3E983B81}"/>
              </a:ext>
            </a:extLst>
          </p:cNvPr>
          <p:cNvSpPr>
            <a:spLocks noGrp="1"/>
          </p:cNvSpPr>
          <p:nvPr/>
        </p:nvSpPr>
        <p:spPr>
          <a:xfrm>
            <a:off x="8096250" y="1428750"/>
            <a:ext cx="180975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9525">
            <a:solidFill>
              <a:srgbClr val="F5002F"/>
            </a:solidFill>
            <a:prstDash val="solid"/>
          </a:ln>
        </p:spPr>
        <p:txBody>
          <a:bodyPr lIns="57150" tIns="19050" rIns="57150" bIns="19050" anchor="ctr">
            <a:normAutofit/>
          </a:bodyPr>
          <a:lstStyle/>
          <a:p>
            <a:pPr algn="ctr">
              <a:def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P1｜右上角检测</a:t>
            </a:r>
          </a:p>
        </p:txBody>
      </p:sp>
      <p:sp>
        <p:nvSpPr>
          <p:cNvPr id="7" name="s12-label-bg-2">
            <a:extLst>
              <a:ext uri="{FF2B5EF4-FFF2-40B4-BE49-F238E27FC236}">
                <a16:creationId xmlns:a16="http://schemas.microsoft.com/office/drawing/2014/main" id="{71D8CA5E-FBC5-4A41-9552-C8A8662432DC}"/>
              </a:ext>
            </a:extLst>
          </p:cNvPr>
          <p:cNvSpPr>
            <a:spLocks noGrp="1"/>
          </p:cNvSpPr>
          <p:nvPr/>
        </p:nvSpPr>
        <p:spPr>
          <a:xfrm>
            <a:off x="5143500" y="3619500"/>
            <a:ext cx="180975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9525">
            <a:solidFill>
              <a:srgbClr val="525B5C"/>
            </a:solidFill>
            <a:prstDash val="solid"/>
          </a:ln>
        </p:spPr>
        <p:txBody>
          <a:bodyPr lIns="57150" tIns="19050" rIns="57150" bIns="1905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P0｜统一原点</a:t>
            </a:r>
          </a:p>
        </p:txBody>
      </p:sp>
      <p:sp>
        <p:nvSpPr>
          <p:cNvPr id="8" name="s12-bottom-rule">
            <a:extLst>
              <a:ext uri="{FF2B5EF4-FFF2-40B4-BE49-F238E27FC236}">
                <a16:creationId xmlns:a16="http://schemas.microsoft.com/office/drawing/2014/main" id="{AFBED0B2-35C4-4303-921B-844FF81866D1}"/>
              </a:ext>
            </a:extLst>
          </p:cNvPr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12-bottom">
            <a:extLst>
              <a:ext uri="{FF2B5EF4-FFF2-40B4-BE49-F238E27FC236}">
                <a16:creationId xmlns:a16="http://schemas.microsoft.com/office/drawing/2014/main" id="{AFFDB0D2-C1D2-40AE-9ECE-A8A6587F99BA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P0既是取膜后的起始位置，也是两次检测之间的统一中间位置。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49D9EF8-EC50-58DA-FED1-785BB9BE0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现场调试先确认安全、位置与顺序，再谈速度</a:t>
            </a:r>
          </a:p>
        </p:txBody>
      </p:sp>
      <p:sp>
        <p:nvSpPr>
          <p:cNvPr id="4" name="s13-timeline">
            <a:extLst>
              <a:ext uri="{FF2B5EF4-FFF2-40B4-BE49-F238E27FC236}">
                <a16:creationId xmlns:a16="http://schemas.microsoft.com/office/drawing/2014/main" id="{54C505E0-AE58-4EE6-AAFF-075EB6052CC3}"/>
              </a:ext>
            </a:extLst>
          </p:cNvPr>
          <p:cNvSpPr>
            <a:spLocks noGrp="1"/>
          </p:cNvSpPr>
          <p:nvPr/>
        </p:nvSpPr>
        <p:spPr>
          <a:xfrm>
            <a:off x="1257300" y="1371600"/>
            <a:ext cx="9525" cy="37528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13-step-0">
            <a:extLst>
              <a:ext uri="{FF2B5EF4-FFF2-40B4-BE49-F238E27FC236}">
                <a16:creationId xmlns:a16="http://schemas.microsoft.com/office/drawing/2014/main" id="{1EB4B8E0-F558-4831-AE1C-94822BCC5E10}"/>
              </a:ext>
            </a:extLst>
          </p:cNvPr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s13-title-0">
            <a:extLst>
              <a:ext uri="{FF2B5EF4-FFF2-40B4-BE49-F238E27FC236}">
                <a16:creationId xmlns:a16="http://schemas.microsoft.com/office/drawing/2014/main" id="{4322A7A0-94C6-4751-B8F9-BF6054967684}"/>
              </a:ext>
            </a:extLst>
          </p:cNvPr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明确P0 / P1 / P2</a:t>
            </a:r>
          </a:p>
        </p:txBody>
      </p:sp>
      <p:sp>
        <p:nvSpPr>
          <p:cNvPr id="7" name="s13-detail-0">
            <a:extLst>
              <a:ext uri="{FF2B5EF4-FFF2-40B4-BE49-F238E27FC236}">
                <a16:creationId xmlns:a16="http://schemas.microsoft.com/office/drawing/2014/main" id="{A14B5AF3-CD38-4435-A269-DAF4BECA824E}"/>
              </a:ext>
            </a:extLst>
          </p:cNvPr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先定义统一原点与两个检测位置</a:t>
            </a:r>
          </a:p>
        </p:txBody>
      </p:sp>
      <p:sp>
        <p:nvSpPr>
          <p:cNvPr id="8" name="s13-step-1">
            <a:extLst>
              <a:ext uri="{FF2B5EF4-FFF2-40B4-BE49-F238E27FC236}">
                <a16:creationId xmlns:a16="http://schemas.microsoft.com/office/drawing/2014/main" id="{4405CB5B-7881-4BA1-BC17-63A1AFBADCC1}"/>
              </a:ext>
            </a:extLst>
          </p:cNvPr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s13-title-1">
            <a:extLst>
              <a:ext uri="{FF2B5EF4-FFF2-40B4-BE49-F238E27FC236}">
                <a16:creationId xmlns:a16="http://schemas.microsoft.com/office/drawing/2014/main" id="{8B513A7A-CE94-408B-8990-DBBF3FBDB04D}"/>
              </a:ext>
            </a:extLst>
          </p:cNvPr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低速确认XYZ与姿态</a:t>
            </a:r>
          </a:p>
        </p:txBody>
      </p:sp>
      <p:sp>
        <p:nvSpPr>
          <p:cNvPr id="10" name="s13-detail-1">
            <a:extLst>
              <a:ext uri="{FF2B5EF4-FFF2-40B4-BE49-F238E27FC236}">
                <a16:creationId xmlns:a16="http://schemas.microsoft.com/office/drawing/2014/main" id="{17D8986A-C182-4ED8-B977-3FB7227F0CC7}"/>
              </a:ext>
            </a:extLst>
          </p:cNvPr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使用示教器检查移动方向</a:t>
            </a:r>
          </a:p>
        </p:txBody>
      </p:sp>
      <p:sp>
        <p:nvSpPr>
          <p:cNvPr id="11" name="s13-step-2">
            <a:extLst>
              <a:ext uri="{FF2B5EF4-FFF2-40B4-BE49-F238E27FC236}">
                <a16:creationId xmlns:a16="http://schemas.microsoft.com/office/drawing/2014/main" id="{35925B6D-2022-47BF-90F0-AE4BD88C376F}"/>
              </a:ext>
            </a:extLst>
          </p:cNvPr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s13-title-2">
            <a:extLst>
              <a:ext uri="{FF2B5EF4-FFF2-40B4-BE49-F238E27FC236}">
                <a16:creationId xmlns:a16="http://schemas.microsoft.com/office/drawing/2014/main" id="{8D6BBD2A-E6CD-4732-86ED-B99EC6D151AF}"/>
              </a:ext>
            </a:extLst>
          </p:cNvPr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逐段验证三段路径</a:t>
            </a:r>
          </a:p>
        </p:txBody>
      </p:sp>
      <p:sp>
        <p:nvSpPr>
          <p:cNvPr id="13" name="s13-detail-2">
            <a:extLst>
              <a:ext uri="{FF2B5EF4-FFF2-40B4-BE49-F238E27FC236}">
                <a16:creationId xmlns:a16="http://schemas.microsoft.com/office/drawing/2014/main" id="{D9642B3B-9EDD-4261-9B63-2DBBB0347B7C}"/>
              </a:ext>
            </a:extLst>
          </p:cNvPr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P0→P1、P1→P0、P0→P2</a:t>
            </a:r>
          </a:p>
        </p:txBody>
      </p:sp>
      <p:sp>
        <p:nvSpPr>
          <p:cNvPr id="14" name="s13-step-3">
            <a:extLst>
              <a:ext uri="{FF2B5EF4-FFF2-40B4-BE49-F238E27FC236}">
                <a16:creationId xmlns:a16="http://schemas.microsoft.com/office/drawing/2014/main" id="{055C95DC-A6E6-4F05-9C92-AFEF6639C05B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5" name="s13-title-3">
            <a:extLst>
              <a:ext uri="{FF2B5EF4-FFF2-40B4-BE49-F238E27FC236}">
                <a16:creationId xmlns:a16="http://schemas.microsoft.com/office/drawing/2014/main" id="{9405C32C-3028-43B9-8A12-01B5DD52DDE4}"/>
              </a:ext>
            </a:extLst>
          </p:cNvPr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确认流程衔接</a:t>
            </a:r>
          </a:p>
        </p:txBody>
      </p:sp>
      <p:sp>
        <p:nvSpPr>
          <p:cNvPr id="16" name="s13-detail-3">
            <a:extLst>
              <a:ext uri="{FF2B5EF4-FFF2-40B4-BE49-F238E27FC236}">
                <a16:creationId xmlns:a16="http://schemas.microsoft.com/office/drawing/2014/main" id="{08D75614-9749-4CFA-90BA-E607EF2E264A}"/>
              </a:ext>
            </a:extLst>
          </p:cNvPr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检测通过后进入原有后续动作</a:t>
            </a:r>
          </a:p>
        </p:txBody>
      </p:sp>
      <p:sp>
        <p:nvSpPr>
          <p:cNvPr id="17" name="s13-step-4">
            <a:extLst>
              <a:ext uri="{FF2B5EF4-FFF2-40B4-BE49-F238E27FC236}">
                <a16:creationId xmlns:a16="http://schemas.microsoft.com/office/drawing/2014/main" id="{5BB97400-BE73-45A0-816F-861EF26C49E5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8" name="s13-title-4">
            <a:extLst>
              <a:ext uri="{FF2B5EF4-FFF2-40B4-BE49-F238E27FC236}">
                <a16:creationId xmlns:a16="http://schemas.microsoft.com/office/drawing/2014/main" id="{C6DAFABE-81F9-4B5B-8A7C-24460CA695E2}"/>
              </a:ext>
            </a:extLst>
          </p:cNvPr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连续观察重复性</a:t>
            </a:r>
          </a:p>
        </p:txBody>
      </p:sp>
      <p:sp>
        <p:nvSpPr>
          <p:cNvPr id="19" name="s13-detail-4">
            <a:extLst>
              <a:ext uri="{FF2B5EF4-FFF2-40B4-BE49-F238E27FC236}">
                <a16:creationId xmlns:a16="http://schemas.microsoft.com/office/drawing/2014/main" id="{C770298D-F8CC-44AA-A95A-B385535123BF}"/>
              </a:ext>
            </a:extLst>
          </p:cNvPr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从“能动”走向“稳定可复现”</a:t>
            </a:r>
          </a:p>
        </p:txBody>
      </p:sp>
      <p:sp>
        <p:nvSpPr>
          <p:cNvPr id="20" name="s13-divider">
            <a:extLst>
              <a:ext uri="{FF2B5EF4-FFF2-40B4-BE49-F238E27FC236}">
                <a16:creationId xmlns:a16="http://schemas.microsoft.com/office/drawing/2014/main" id="{22F6D21E-A1B2-4791-B68D-D0C3ABC83686}"/>
              </a:ext>
            </a:extLst>
          </p:cNvPr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13-done-tag">
            <a:extLst>
              <a:ext uri="{FF2B5EF4-FFF2-40B4-BE49-F238E27FC236}">
                <a16:creationId xmlns:a16="http://schemas.microsoft.com/office/drawing/2014/main" id="{C86DA99B-1D42-452B-B996-AC391A5C35C2}"/>
              </a:ext>
            </a:extLst>
          </p:cNvPr>
          <p:cNvSpPr>
            <a:spLocks noGrp="1"/>
          </p:cNvSpPr>
          <p:nvPr/>
        </p:nvSpPr>
        <p:spPr>
          <a:xfrm>
            <a:off x="6381750" y="12573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22" name="s13-done">
            <a:extLst>
              <a:ext uri="{FF2B5EF4-FFF2-40B4-BE49-F238E27FC236}">
                <a16:creationId xmlns:a16="http://schemas.microsoft.com/office/drawing/2014/main" id="{3A6D4FD6-4679-4A70-BF3D-349837CB7EA7}"/>
              </a:ext>
            </a:extLst>
          </p:cNvPr>
          <p:cNvSpPr>
            <a:spLocks noGrp="1"/>
          </p:cNvSpPr>
          <p:nvPr/>
        </p:nvSpPr>
        <p:spPr>
          <a:xfrm>
            <a:off x="6381750" y="1733550"/>
            <a:ext cx="4476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双点检测动作序列</a:t>
            </a:r>
          </a:p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关键点位定位</a:t>
            </a:r>
          </a:p>
          <a:p>
            <a:pPr algn="l">
              <a:def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与原有后续动作衔接</a:t>
            </a:r>
          </a:p>
        </p:txBody>
      </p:sp>
      <p:sp>
        <p:nvSpPr>
          <p:cNvPr id="23" name="s13-right-mid">
            <a:extLst>
              <a:ext uri="{FF2B5EF4-FFF2-40B4-BE49-F238E27FC236}">
                <a16:creationId xmlns:a16="http://schemas.microsoft.com/office/drawing/2014/main" id="{DE36FC18-00E0-423E-8C81-96531C7A8F02}"/>
              </a:ext>
            </a:extLst>
          </p:cNvPr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13-next-tag">
            <a:extLst>
              <a:ext uri="{FF2B5EF4-FFF2-40B4-BE49-F238E27FC236}">
                <a16:creationId xmlns:a16="http://schemas.microsoft.com/office/drawing/2014/main" id="{C86FA31E-1C51-4744-875C-D3D293207592}"/>
              </a:ext>
            </a:extLst>
          </p:cNvPr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25B5C"/>
                </a:solidFill>
                <a:latin typeface="Microsoft YaHei"/>
                <a:ea typeface="Microsoft YaHei"/>
                <a:cs typeface="Microsoft YaHei"/>
              </a:rPr>
              <a:t>下一步量化验证</a:t>
            </a:r>
          </a:p>
        </p:txBody>
      </p:sp>
      <p:sp>
        <p:nvSpPr>
          <p:cNvPr id="25" name="s13-next">
            <a:extLst>
              <a:ext uri="{FF2B5EF4-FFF2-40B4-BE49-F238E27FC236}">
                <a16:creationId xmlns:a16="http://schemas.microsoft.com/office/drawing/2014/main" id="{5AE02918-3505-48AA-82E5-D5D7C158BA1B}"/>
              </a:ext>
            </a:extLst>
          </p:cNvPr>
          <p:cNvSpPr>
            <a:spLocks noGrp="1"/>
          </p:cNvSpPr>
          <p:nvPr/>
        </p:nvSpPr>
        <p:spPr>
          <a:xfrm>
            <a:off x="6381750" y="4038600"/>
            <a:ext cx="4762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连续试运行次数与成功率</a:t>
            </a:r>
          </a:p>
          <a:p>
            <a:pPr algn="l">
              <a:def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新增动作对节拍的影响</a:t>
            </a:r>
          </a:p>
          <a:p>
            <a:pPr algn="l">
              <a:def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单张/多张样本验证</a:t>
            </a:r>
          </a:p>
          <a:p>
            <a:pPr algn="l">
              <a:def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7D8687"/>
                </a:solidFill>
                <a:latin typeface="Microsoft YaHei"/>
                <a:ea typeface="Microsoft YaHei"/>
                <a:cs typeface="Microsoft YaHei"/>
              </a:rPr>
              <a:t>异常、报警与流程中断记录</a:t>
            </a:r>
          </a:p>
        </p:txBody>
      </p:sp>
      <p:sp>
        <p:nvSpPr>
          <p:cNvPr id="26" name="s13-boundary">
            <a:extLst>
              <a:ext uri="{FF2B5EF4-FFF2-40B4-BE49-F238E27FC236}">
                <a16:creationId xmlns:a16="http://schemas.microsoft.com/office/drawing/2014/main" id="{A1EC2E80-DAD3-4535-8E08-44476510684B}"/>
              </a:ext>
            </a:extLst>
          </p:cNvPr>
          <p:cNvSpPr>
            <a:spLocks noGrp="1"/>
          </p:cNvSpPr>
          <p:nvPr/>
        </p:nvSpPr>
        <p:spPr>
          <a:xfrm>
            <a:off x="9525000" y="12573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002F"/>
                </a:solidFill>
                <a:latin typeface="Microsoft YaHei"/>
                <a:ea typeface="Microsoft YaHei"/>
                <a:cs typeface="Microsoft YaHei"/>
              </a:rPr>
              <a:t>当前验证边界</a:t>
            </a:r>
          </a:p>
        </p:txBody>
      </p:sp>
    </p:spTree>
    <p:extLst>
      <p:ext uri="{BB962C8B-B14F-4D97-AF65-F5344CB8AC3E}">
        <p14:creationId xmlns:p14="http://schemas.microsoft.com/office/powerpoint/2010/main" val="1890541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5584315-1991-09B0-FAE8-CD117966AF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 err="1"/>
              <a:t>参观者</a:t>
            </a:r>
            <a:r>
              <a:rPr dirty="0"/>
              <a:t> → </a:t>
            </a:r>
            <a:r>
              <a:rPr dirty="0" err="1"/>
              <a:t>学习者</a:t>
            </a:r>
            <a:r>
              <a:rPr dirty="0"/>
              <a:t> → </a:t>
            </a:r>
            <a:r>
              <a:rPr lang="zh-CN" altLang="en-US" dirty="0"/>
              <a:t>参与</a:t>
            </a:r>
            <a:r>
              <a:rPr dirty="0"/>
              <a:t>者</a:t>
            </a:r>
          </a:p>
          <a:p>
            <a:r>
              <a:rPr dirty="0" err="1"/>
              <a:t>系统思维｜安全优先｜持续验证</a:t>
            </a:r>
            <a:endParaRPr dirty="0"/>
          </a:p>
          <a:p>
            <a:r>
              <a:rPr dirty="0" err="1"/>
              <a:t>感谢各位指导老师与团队</a:t>
            </a:r>
            <a:endParaRPr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209BA370-8A59-82F9-E6C3-F70582DD5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结业，是新的起点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098"/>
      </p:ext>
    </p:extLst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984</Words>
  <Application>Microsoft Office PowerPoint</Application>
  <DocSecurity>0</DocSecurity>
  <PresentationFormat>宽屏</PresentationFormat>
  <Paragraphs>245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Microsoft YaHei</vt:lpstr>
      <vt:lpstr>Arial</vt:lpstr>
      <vt:lpstr>Confidential</vt:lpstr>
      <vt:lpstr>Standard</vt:lpstr>
      <vt:lpstr>Strictly Confidential</vt:lpstr>
      <vt:lpstr>Limited Disclosure</vt:lpstr>
      <vt:lpstr>把知识装进产线</vt:lpstr>
      <vt:lpstr>一个月里，我从“参观者”走到了“参与者”</vt:lpstr>
      <vt:lpstr>夏令营给了广度，部门实践给了深度</vt:lpstr>
      <vt:lpstr>五个递进阶段，把学习压缩成一条技术路线</vt:lpstr>
      <vt:lpstr>三段既有经历，缩短了理解现场的路径</vt:lpstr>
      <vt:lpstr>从认识部品开始，我看见了“感知—控制—执行”</vt:lpstr>
      <vt:lpstr>PLC学习的重点，从“会写指令”转向“看懂设备状态”</vt:lpstr>
      <vt:lpstr>工业通信让我从“单机控制”走向“设备协同”</vt:lpstr>
      <vt:lpstr>坐标系一旦统一，机器人动作才可被准确描述</vt:lpstr>
      <vt:lpstr>双点检测位于整条贴片与加压流程的关键衔接处</vt:lpstr>
      <vt:lpstr>原流程只检右上角，新增左上角扩大检测覆盖</vt:lpstr>
      <vt:lpstr>“P0—P1—P0—P2”构成可验证的稳定路径</vt:lpstr>
      <vt:lpstr>现场调试先确认安全、位置与顺序，再谈速度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10</cp:revision>
  <dcterms:created xsi:type="dcterms:W3CDTF">2026-07-29T12:12:17Z</dcterms:created>
  <dcterms:modified xsi:type="dcterms:W3CDTF">2026-07-30T00:49:10Z</dcterms:modified>
</cp:coreProperties>
</file>