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f6602acf444430" /><Relationship Type="http://schemas.openxmlformats.org/officeDocument/2006/relationships/extended-properties" Target="/docProps/app.xml" Id="R6062201671f14ec1" /><Relationship Type="http://schemas.openxmlformats.org/officeDocument/2006/relationships/officeDocument" Target="/ppt/presentation.xml" Id="R604a19b2769f4e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14dfb593b94862"/>
    <p:sldMasterId xmlns:r="http://schemas.openxmlformats.org/officeDocument/2006/relationships" id="2147483669" r:id="R225627f9e95e4be6"/>
    <p:sldMasterId xmlns:r="http://schemas.openxmlformats.org/officeDocument/2006/relationships" id="2147483690" r:id="Reb2fcd99ad1f4bc4"/>
    <p:sldMasterId xmlns:r="http://schemas.openxmlformats.org/officeDocument/2006/relationships" id="2147483711" r:id="Rd1d4419378a64cc3"/>
  </p:sldMasterIdLst>
  <p:notesMasterIdLst>
    <p:notesMasterId xmlns:r="http://schemas.openxmlformats.org/officeDocument/2006/relationships" r:id="Rc4d3a0d2e3ac442b"/>
  </p:notesMasterIdLst>
  <p:sldIdLst>
    <p:sldId xmlns:r="http://schemas.openxmlformats.org/officeDocument/2006/relationships" id="256" r:id="R075351186a0b486f"/>
    <p:sldId xmlns:r="http://schemas.openxmlformats.org/officeDocument/2006/relationships" id="257" r:id="R018e46a3dfa04e4d"/>
    <p:sldId xmlns:r="http://schemas.openxmlformats.org/officeDocument/2006/relationships" id="258" r:id="Rab030f32be584699"/>
    <p:sldId xmlns:r="http://schemas.openxmlformats.org/officeDocument/2006/relationships" id="259" r:id="R6f24ee87416a42ee"/>
    <p:sldId xmlns:r="http://schemas.openxmlformats.org/officeDocument/2006/relationships" id="260" r:id="R741c894f4c314418"/>
    <p:sldId xmlns:r="http://schemas.openxmlformats.org/officeDocument/2006/relationships" id="261" r:id="R30b8bb78b28840d0"/>
    <p:sldId xmlns:r="http://schemas.openxmlformats.org/officeDocument/2006/relationships" id="262" r:id="R73ef7bc54e624d88"/>
    <p:sldId xmlns:r="http://schemas.openxmlformats.org/officeDocument/2006/relationships" id="263" r:id="R85835aed654a4d9e"/>
    <p:sldId xmlns:r="http://schemas.openxmlformats.org/officeDocument/2006/relationships" id="264" r:id="R0d9a18999fc84764"/>
    <p:sldId xmlns:r="http://schemas.openxmlformats.org/officeDocument/2006/relationships" id="265" r:id="R98e67032a2ab4468"/>
    <p:sldId xmlns:r="http://schemas.openxmlformats.org/officeDocument/2006/relationships" id="266" r:id="Ra5e51a0a5c634015"/>
    <p:sldId xmlns:r="http://schemas.openxmlformats.org/officeDocument/2006/relationships" id="267" r:id="R796ec0bde0604e2d"/>
    <p:sldId xmlns:r="http://schemas.openxmlformats.org/officeDocument/2006/relationships" id="268" r:id="R67a3638bc70a4ec6"/>
    <p:sldId xmlns:r="http://schemas.openxmlformats.org/officeDocument/2006/relationships" id="269" r:id="R8a59d94d13e946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2bb29f6c334b3e" /><Relationship Type="http://schemas.openxmlformats.org/officeDocument/2006/relationships/slideMaster" Target="/ppt/slideMasters/slideMaster1.xml" Id="R2514dfb593b94862" /><Relationship Type="http://schemas.openxmlformats.org/officeDocument/2006/relationships/slideMaster" Target="/ppt/slideMasters/slideMaster2.xml" Id="R225627f9e95e4be6" /><Relationship Type="http://schemas.openxmlformats.org/officeDocument/2006/relationships/slideMaster" Target="/ppt/slideMasters/slideMaster3.xml" Id="Reb2fcd99ad1f4bc4" /><Relationship Type="http://schemas.openxmlformats.org/officeDocument/2006/relationships/slideMaster" Target="/ppt/slideMasters/slideMaster4.xml" Id="Rd1d4419378a64cc3" /><Relationship Type="http://schemas.openxmlformats.org/officeDocument/2006/relationships/notesMaster" Target="/ppt/notesMasters/notesMaster1.xml" Id="Rc4d3a0d2e3ac442b" /><Relationship Type="http://schemas.openxmlformats.org/officeDocument/2006/relationships/presProps" Target="/ppt/presProps.xml" Id="R6c36a36414234a03" /><Relationship Type="http://schemas.openxmlformats.org/officeDocument/2006/relationships/viewProps" Target="/ppt/viewProps.xml" Id="Rfea74abaf7484ad4" /><Relationship Type="http://schemas.openxmlformats.org/officeDocument/2006/relationships/tableStyles" Target="/ppt/tableStyles.xml" Id="R22aa0f75f99847a7" /><Relationship Type="http://schemas.openxmlformats.org/officeDocument/2006/relationships/slide" Target="/ppt/slides/slide1.xml" Id="R075351186a0b486f" /><Relationship Type="http://schemas.openxmlformats.org/officeDocument/2006/relationships/slide" Target="/ppt/slides/slide2.xml" Id="R018e46a3dfa04e4d" /><Relationship Type="http://schemas.openxmlformats.org/officeDocument/2006/relationships/slide" Target="/ppt/slides/slide3.xml" Id="Rab030f32be584699" /><Relationship Type="http://schemas.openxmlformats.org/officeDocument/2006/relationships/slide" Target="/ppt/slides/slide4.xml" Id="R6f24ee87416a42ee" /><Relationship Type="http://schemas.openxmlformats.org/officeDocument/2006/relationships/slide" Target="/ppt/slides/slide5.xml" Id="R741c894f4c314418" /><Relationship Type="http://schemas.openxmlformats.org/officeDocument/2006/relationships/slide" Target="/ppt/slides/slide6.xml" Id="R30b8bb78b28840d0" /><Relationship Type="http://schemas.openxmlformats.org/officeDocument/2006/relationships/slide" Target="/ppt/slides/slide7.xml" Id="R73ef7bc54e624d88" /><Relationship Type="http://schemas.openxmlformats.org/officeDocument/2006/relationships/slide" Target="/ppt/slides/slide8.xml" Id="R85835aed654a4d9e" /><Relationship Type="http://schemas.openxmlformats.org/officeDocument/2006/relationships/slide" Target="/ppt/slides/slide9.xml" Id="R0d9a18999fc84764" /><Relationship Type="http://schemas.openxmlformats.org/officeDocument/2006/relationships/slide" Target="/ppt/slides/slide10.xml" Id="R98e67032a2ab4468" /><Relationship Type="http://schemas.openxmlformats.org/officeDocument/2006/relationships/slide" Target="/ppt/slides/slide11.xml" Id="Ra5e51a0a5c634015" /><Relationship Type="http://schemas.openxmlformats.org/officeDocument/2006/relationships/slide" Target="/ppt/slides/slide12.xml" Id="R796ec0bde0604e2d" /><Relationship Type="http://schemas.openxmlformats.org/officeDocument/2006/relationships/slide" Target="/ppt/slides/slide13.xml" Id="R67a3638bc70a4ec6" /><Relationship Type="http://schemas.openxmlformats.org/officeDocument/2006/relationships/slide" Target="/ppt/slides/slide14.xml" Id="R8a59d94d13e946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77004f7a6495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f3640faf974527" /><Relationship Type="http://schemas.openxmlformats.org/officeDocument/2006/relationships/notesMaster" Target="/ppt/notesMasters/notesMaster1.xml" Id="Rcd8f5b982b3840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ec6c0ef70e47cf" /><Relationship Type="http://schemas.openxmlformats.org/officeDocument/2006/relationships/notesMaster" Target="/ppt/notesMasters/notesMaster1.xml" Id="R1be2e538267647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d6ffb280dc487b" /><Relationship Type="http://schemas.openxmlformats.org/officeDocument/2006/relationships/notesMaster" Target="/ppt/notesMasters/notesMaster1.xml" Id="Ra727f2f79e0b41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3f81716bde4a0e" /><Relationship Type="http://schemas.openxmlformats.org/officeDocument/2006/relationships/notesMaster" Target="/ppt/notesMasters/notesMaster1.xml" Id="Ra8849b81262443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49c0377bbf4d0b" /><Relationship Type="http://schemas.openxmlformats.org/officeDocument/2006/relationships/notesMaster" Target="/ppt/notesMasters/notesMaster1.xml" Id="Refa7f38d370e4d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bd6cdd88854407" /><Relationship Type="http://schemas.openxmlformats.org/officeDocument/2006/relationships/notesMaster" Target="/ppt/notesMasters/notesMaster1.xml" Id="R96962d9639914c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5de952478e44c7" /><Relationship Type="http://schemas.openxmlformats.org/officeDocument/2006/relationships/notesMaster" Target="/ppt/notesMasters/notesMaster1.xml" Id="R9f3e3a39700346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6176d300ac4191" /><Relationship Type="http://schemas.openxmlformats.org/officeDocument/2006/relationships/notesMaster" Target="/ppt/notesMasters/notesMaster1.xml" Id="R4c7e500a1da442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751285479149da" /><Relationship Type="http://schemas.openxmlformats.org/officeDocument/2006/relationships/notesMaster" Target="/ppt/notesMasters/notesMaster1.xml" Id="Rdc7feb83d4284c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3fd44135c44cf2" /><Relationship Type="http://schemas.openxmlformats.org/officeDocument/2006/relationships/notesMaster" Target="/ppt/notesMasters/notesMaster1.xml" Id="R013d9cd051aa4b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3e14739b3f4358" /><Relationship Type="http://schemas.openxmlformats.org/officeDocument/2006/relationships/notesMaster" Target="/ppt/notesMasters/notesMaster1.xml" Id="R1709db3247c641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2bf047f3304630" /><Relationship Type="http://schemas.openxmlformats.org/officeDocument/2006/relationships/notesMaster" Target="/ppt/notesMasters/notesMaster1.xml" Id="Rbc492903f00743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9aec284379442b" /><Relationship Type="http://schemas.openxmlformats.org/officeDocument/2006/relationships/notesMaster" Target="/ppt/notesMasters/notesMaster1.xml" Id="Rd3cbe87e471343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96d0b9c6a24919" /><Relationship Type="http://schemas.openxmlformats.org/officeDocument/2006/relationships/notesMaster" Target="/ppt/notesMasters/notesMaster1.xml" Id="Raa3558f25d4a40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01/14｜开场：用一个动作讲清一个月的成长】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各位领导、各位老师，大家好，我是南京理工大学控制工程专业的张博。今天我不准备把这一个月讲成一份学习清单，而是想用一个真实的现场动作，说明我如何把已有的控制知识转化为产线能够执行的动作。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我的核心实践是在不改变原有主流程的前提下，利用同一个固定激光传感器，让机械臂完成膜材左上角和右上角的两次检测。接下来我重点回答三个问题：这一个月完成了什么、为什么这样改、以及目前验证到了哪一步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过渡到下一页：先不展开过程，我先把30天的结果放在前面。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internship description and final presentation.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Cover visual retained from the user-provided source deck; explanatory/AI-assisted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02/14｜结果先行：30天完成三个层次的贯通】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先说结果。30天里，我完成了三个层次的贯通：第一，理解现场的安全要求、工艺流程和设备逻辑；第二，把传感器、PLC、工业通信和机器人理解为一条完整控制链；第三，完成单传感器双角检测动作的低速贯通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这里我也主动划清成果边界：目前已经完成动作顺序、关键点定位以及与原流程的低速衔接；连续运行成功率、节拍影响和不同样本覆盖仍然需要进一步量化验证。因此，这不是把一次跑通包装成量产结果，而是完成了一个边界清晰、可以继续验证的动作单元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过渡到下一页：这些结果并不是零散学习的叠加，首先来自夏令营对企业整体运行的系统认识。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internship learning sequence and commissioning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03/14｜整体安排：先建立制造企业的全局视角】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夏令营从7月13日到8月12日，整体安排覆盖企业与安全、产业与技术、团队与交流以及成果输出四个方面。开营介绍、EHS教育、产线参观、智能装备课程和行业讲座，让我先理解一家制造企业为什么这样运转。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对控制工程学生来说，这个视角很重要。技术方案不能只在程序层面成立，还必须服从安全规范、工艺节拍、设备边界和团队协作。夏令营给我的首先是视野广度，让我能够从企业整体运行的角度看待后续部门实践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过渡到下一页：在这层全局视角之下，部门实习计划进一步把学习收敛成一条逐步深入的技术路径。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summer-camp schedule image embedded in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04/14｜部门路径：每一步都为下一步服务】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部门实习计划可以概括为五个阶段：现场认知、PLC与通信、机器人学习、动作实践以及成果沉淀。它不是五项彼此独立的任务，而是一条前后递进的学习链。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先理解设备和工艺，才能知道程序中的变量对应什么；理解PLC与通信，才能看懂状态如何传递；理解机器人坐标系，才能安全、准确地修改动作。最终的双角检测实践，正是前面四个阶段共同支撑的结果。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过渡到下一页：接下来进入本次汇报的核心——现场为什么需要增加第二个角点检测。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department internship plan image embedded in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05/14｜问题定义：单角检测只能提供局部信息】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这项任务位于取膜、检测、贴合和加压之间的关键衔接位置。取膜机根据激光测距信息确定取膜高度，通过吸嘴取膜并抖动，尽量避免静电导致的多张吸附；随后机械臂取膜并进行单张检测。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原流程只检测膜材右上角，得到的是局部信息。如果发生多张膜局部叠附，另一侧状态没有被覆盖。因此本次改造的目标不是增加一只传感器，而是在保留原工艺主流程的基础上，让膜材两个角依次经过同一个固定检测点，提高检测信息覆盖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过渡到下一页：明确问题之后，动作方案可以浓缩成四个位置——P0、P1、P0、P2。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production process and single-point detection problem.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Process schematic retained from the source deck; explanatory/AI-assisted image, not a site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06/14｜方案设计：一个固定检测点覆盖两个角】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原动作是机械臂在P0取膜后，只把右上角移动到固定激光检测点，然后进入后续流程。目标动作则以P0作为统一中间位置：从P0移动到P1，让膜材左上角经过检测点；回到P0后，再移动到P2，让右上角经过同一个检测点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这里需要特别强调：P1和P2不是两个传感器位置，而是膜材相对同一传感器的两个检测姿态。这样的设计复用原有传感器和后续流程，只改变机器人的运动序列。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过渡到下一页：下一张图把这条路径直接可视化，也可以配合现场动作视频展示。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original and target motion sequence; P1/P2 definitions follow the single-sensor engineering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07/14｜关键动作：传感器固定，膜材移动】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这一页只需要关注一个红色检测点：激光传感器始终固定，移动的是机械臂吸取的膜材。机械臂从P0向右移动到P1，使左上角经过检测点；回到P0，再向左移动到P2，使右上角经过同一个检测点。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P0承担统一中间位置的作用，使两段路径拥有共同基准，也便于逐段低速确认。如果现场规定允许，我会在这里播放10到15秒的实际动作视频，让动作路径与图示一一对应。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过渡到下一页：动作能够低速跑通只是第一步，工程上还必须明确已经验证了什么、尚未验证什么。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corrected P0-P1-P0-P2 motion definition.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Motion diagram retained from the source deck; explanatory/AI-assisted image. Actual action evidence should use the user-recorded site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08/14｜验证边界：先确认安全与顺序，再讨论速度】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现场调试按照由低风险到高风险的顺序推进：先明确P0、P1和P2，再低速确认XYZ方向和姿态；随后逐段验证P0到P1、P1回P0以及P0到P2；最后确认与原后续流程的衔接。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目前完成的是低速动作序列、关键点定位和流程衔接。下一阶段需要记录连续运行次数与成功率，评估新增动作对节拍的影响，并覆盖单张、多张以及异常中断等情况。这种边界意识，是我在现场学到的一个重要工程习惯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过渡到下一页：能够完成这次动作改造，前提是先把整条产线看成一条完整的控制链。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commissioning steps and current completion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09/14｜现场认知：设备不是零件集合，而是一条控制链】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进入部门后，我首先熟悉SUS合理化线、UV贴膜自动化线、常见电气部品和执行元件。这个阶段让我认识到，现场设备不能只按单个部件理解。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传感器负责感知状态，PLC和程序负责判断，通信负责传递信息，机构与机器人负责执行动作。只有把这些环节放在同一条链上，才能判断一个动作变化会影响哪些上游条件和下游流程。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过渡到下一页：在这条控制链里，PLC首先承担了把现场状态转化为程序逻辑的角色。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production-line observation content.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Production-line visual retained from the source deck; explanatory/AI-assisted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10/14｜PLC学习：从会写指令到能解释设备状态】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因为本科阶段学习过PLC，并完成过基于PLC的紫菜处理与清洗生产线设计，所以我用一天时间恢复梯形图基本指令和顺序控制。真正新的学习重点，是把I/O映射、ST程序和激光测距信息与现场设备状态对应起来。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当一个输入点不再只是地址，而是能够对应传感器状态；一个输出点不再只是线圈，而是能够对应具体执行动作时，PLC程序才真正成为产线行为的说明书。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过渡到下一页：但单台PLC只能完成局部判断，要让多台设备协同，还需要工业通信把它们连接起来。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PLC learning content and prior PLC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11/14｜工业通信：让状态、判断与动作形成协同】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我进一步学习了EtherCAT、EtherNet/IP和Modbus TCP。对这次实践而言，重点不是记住协议名称，而是理解信息在设备之间如何流动。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传感器提供状态，PLC完成逻辑判断，工业网络传递指令，机器人执行运动。只有状态、判断和动作在时序上闭合，机械臂才能在收到放膜完成信号后准确进入取膜与检测流程。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过渡到下一页：指令传到机器人之后，还必须用统一坐标基准把‘移动到哪里、以什么姿态移动’描述清楚。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industrial communication learning content.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Industrial control-chain diagram retained from the source deck; explanatory/AI-assisted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12/14｜机器人坐标：让动作能够被准确描述和复现】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机器人动作能够被准确复现，首先取决于坐标基准是否统一。世界坐标系提供整机运动基准，工具坐标系描述吸嘴末端的位置与姿态，用户坐标系则面向PCB工作平面建立局部基准。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我的研究方向是惯性导航，因此对坐标变换和姿态表达比较熟悉，这帮助我快速理解TCP和用户坐标系；现场实践又补充了安全示教、工艺基准和低速确认等工程约束。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过渡到下一页：这种快速进入问题的能力，也来自本科、硕士项目和研究方向之间的知识迁移。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robot-coordinate learning content and inertial-navigation research background.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Coordinate-system diagram retained from the source deck; explanatory/AI-assisted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13/14｜能力迁移：已有知识缩短上手时间，现场约束决定最终方案】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三段既有经历帮助我缩短了上手时间：本科PLC毕业设计帮助我快速恢复梯形图和顺序控制；硕士期间参与八电机协同控制项目，帮助我理解多执行器协同与通信；惯性导航研究则帮助我理解坐标变换和姿态表达。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但这些经历不能替代现场学习。真正的能力迁移，不是简单证明过去做过什么，而是把已有知识放进工艺、安全和设备约束中，转化为现场可以执行、可以观察、可以继续验证的动作。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过渡到下一页：最后，我想用一句话总结这次夏令营带给我的角色变化。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undergraduate project, national-level project participation and inertial-navigation research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【演讲词 14/14｜结尾：从参观者走向参与改进者】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这一个月最重要的收获，不是多学会了几条PLC或机器人指令，而是形成了一套现场工作方法：先理解工艺，再定义状态；先保证安全，再验证动作；先完成贯通，再用数据证明稳定。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我也完成了从参观者、学习者到参与改进者的转变。感谢各位领导、指导老师和部门前辈的帮助。如果后续还有机会，我希望继续参与设备稳定性和智能化改进，把控制工程能力转化为可量化、可复用的现场价值。谢谢大家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收束：汇报结束，进入提问与交流。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[Sources]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User-provided internship reflection and future direction.</a:t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r>
              <a:rPr sz="12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- Closing visual retained from the source deck; explanatory/AI-assisted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47f9e018b49eb" /><Relationship Type="http://schemas.openxmlformats.org/officeDocument/2006/relationships/image" Target="/ppt/media/image.png" Id="R8e4991bea3104b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4336c34d942a0" /><Relationship Type="http://schemas.openxmlformats.org/officeDocument/2006/relationships/image" Target="/ppt/media/image2.png" Id="R500e74abe9fa41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9d0fe78224abd" /><Relationship Type="http://schemas.openxmlformats.org/officeDocument/2006/relationships/image" Target="/ppt/media/image3.png" Id="R7d22cd889e564c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2d0783f094f99" /><Relationship Type="http://schemas.openxmlformats.org/officeDocument/2006/relationships/image" Target="/ppt/media/image4.png" Id="Rc1dba9e25d584a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a68932c68428d" /><Relationship Type="http://schemas.openxmlformats.org/officeDocument/2006/relationships/image" Target="/ppt/media/image5.png" Id="R28c89e26222542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b8c2f43614547" /><Relationship Type="http://schemas.openxmlformats.org/officeDocument/2006/relationships/image" Target="/ppt/media/image6.png" Id="Re26514a95e484d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3a0f12f0f47d2" /><Relationship Type="http://schemas.openxmlformats.org/officeDocument/2006/relationships/image" Target="/ppt/media/image7.png" Id="Rdf8a3c49e6e747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1a27ef2d04bef" /><Relationship Type="http://schemas.openxmlformats.org/officeDocument/2006/relationships/image" Target="/ppt/media/image8.png" Id="R0bd277e8a86643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5ef66221c41ff" /><Relationship Type="http://schemas.openxmlformats.org/officeDocument/2006/relationships/image" Target="/ppt/media/image9.png" Id="Re45701f8152248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f92eab08342a3" /><Relationship Type="http://schemas.openxmlformats.org/officeDocument/2006/relationships/image" Target="/ppt/media/image10.png" Id="R1a3aa7eeb9124cf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e0ccddb5d4587" /><Relationship Type="http://schemas.openxmlformats.org/officeDocument/2006/relationships/image" Target="/ppt/media/image11.png" Id="R400caf3404da404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0ecffead24461" /><Relationship Type="http://schemas.openxmlformats.org/officeDocument/2006/relationships/image" Target="/ppt/media/image12.png" Id="R2ee23f23cc7648d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6d82424d745ed" /><Relationship Type="http://schemas.openxmlformats.org/officeDocument/2006/relationships/image" Target="/ppt/media/image13.png" Id="R25f22bc185c84e5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74f23ae3f4e58" /><Relationship Type="http://schemas.openxmlformats.org/officeDocument/2006/relationships/image" Target="/ppt/media/image14.png" Id="Ra30be009767f476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775a0293445fb" /><Relationship Type="http://schemas.openxmlformats.org/officeDocument/2006/relationships/image" Target="/ppt/media/image15.png" Id="Rd3df2bc723454f8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003ab95734c47" /><Relationship Type="http://schemas.openxmlformats.org/officeDocument/2006/relationships/image" Target="/ppt/media/image16.png" Id="Rcad8eeb751944cb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faa8e55797429c" /><Relationship Type="http://schemas.openxmlformats.org/officeDocument/2006/relationships/image" Target="/ppt/media/image17.png" Id="R8f3da80be486490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463375a564351" /><Relationship Type="http://schemas.openxmlformats.org/officeDocument/2006/relationships/image" Target="/ppt/media/image18.png" Id="R6519bc4cd83041f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3ff53ff184b8b" /><Relationship Type="http://schemas.openxmlformats.org/officeDocument/2006/relationships/image" Target="/ppt/media/image19.png" Id="R216828ac42134ec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1829c58c14b1f" /><Relationship Type="http://schemas.openxmlformats.org/officeDocument/2006/relationships/image" Target="/ppt/media/image20.png" Id="R7eb9799134664d5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fb4ed36a0245cb" /><Relationship Type="http://schemas.openxmlformats.org/officeDocument/2006/relationships/image" Target="/ppt/media/image.png" Id="R7f19d47b68ae425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734d77aa794e1f" /><Relationship Type="http://schemas.openxmlformats.org/officeDocument/2006/relationships/image" Target="/ppt/media/image2.png" Id="Ra66ae341072c4c6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2fc0a0cb8b4bbb" /><Relationship Type="http://schemas.openxmlformats.org/officeDocument/2006/relationships/image" Target="/ppt/media/image3.png" Id="Re48a026ccb234c6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85ecb1c8ba4a93" /><Relationship Type="http://schemas.openxmlformats.org/officeDocument/2006/relationships/image" Target="/ppt/media/image4.png" Id="Rbd1380cc3d0b46e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83355816584562" /><Relationship Type="http://schemas.openxmlformats.org/officeDocument/2006/relationships/image" Target="/ppt/media/image5.png" Id="R50c80d7a3b774d1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dc36fffe004688" /><Relationship Type="http://schemas.openxmlformats.org/officeDocument/2006/relationships/image" Target="/ppt/media/image6.png" Id="R25f58246bea4442d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5f22f205424edd" /><Relationship Type="http://schemas.openxmlformats.org/officeDocument/2006/relationships/image" Target="/ppt/media/image7.png" Id="R8d65b20ed00c400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58f8ed13c24bba" /><Relationship Type="http://schemas.openxmlformats.org/officeDocument/2006/relationships/image" Target="/ppt/media/image8.png" Id="Re378e1db6eb54a6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e4e5c9d78741db" /><Relationship Type="http://schemas.openxmlformats.org/officeDocument/2006/relationships/image" Target="/ppt/media/image9.png" Id="R19b1ea30d6324d6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1c69f922914073" /><Relationship Type="http://schemas.openxmlformats.org/officeDocument/2006/relationships/image" Target="/ppt/media/image10.png" Id="R7cc9584077dd410a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f8b93f86ef45e4" /><Relationship Type="http://schemas.openxmlformats.org/officeDocument/2006/relationships/image" Target="/ppt/media/image11.png" Id="Rf33b883a74f04a06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71ad5c0c6544703" /><Relationship Type="http://schemas.openxmlformats.org/officeDocument/2006/relationships/image" Target="/ppt/media/image12.png" Id="R172b3b06b3ee47a6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70d35fce2741e6" /><Relationship Type="http://schemas.openxmlformats.org/officeDocument/2006/relationships/image" Target="/ppt/media/image13.png" Id="Ra8f53b9846f241c0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3473c776c147e3" /><Relationship Type="http://schemas.openxmlformats.org/officeDocument/2006/relationships/image" Target="/ppt/media/image14.png" Id="R9f910921a3a14c6a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4c023a3a74427d" /><Relationship Type="http://schemas.openxmlformats.org/officeDocument/2006/relationships/image" Target="/ppt/media/image15.png" Id="Rc441335d076f47cc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3883fe573a4bd3" /><Relationship Type="http://schemas.openxmlformats.org/officeDocument/2006/relationships/image" Target="/ppt/media/image16.png" Id="Rf4486dd66fdd4f3f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5f586e68414c73" /><Relationship Type="http://schemas.openxmlformats.org/officeDocument/2006/relationships/image" Target="/ppt/media/image17.png" Id="Rc11f3f9f91e74f98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d9b9bc99d54a55" /><Relationship Type="http://schemas.openxmlformats.org/officeDocument/2006/relationships/image" Target="/ppt/media/image18.png" Id="Rd9d2d06f6cd14c87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7734575505445d" /><Relationship Type="http://schemas.openxmlformats.org/officeDocument/2006/relationships/image" Target="/ppt/media/image19.png" Id="R86019db1287246af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4e47d6146b451c" /><Relationship Type="http://schemas.openxmlformats.org/officeDocument/2006/relationships/image" Target="/ppt/media/image20.png" Id="Re35d6c7c448c47ca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6bb19e34ee44e80" /><Relationship Type="http://schemas.openxmlformats.org/officeDocument/2006/relationships/image" Target="/ppt/media/image.png" Id="R28baae3c3068421b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e1f18e6ecde49ff" /><Relationship Type="http://schemas.openxmlformats.org/officeDocument/2006/relationships/image" Target="/ppt/media/image2.png" Id="R3fd5fd8fc003400c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98ca50c04a4040" /><Relationship Type="http://schemas.openxmlformats.org/officeDocument/2006/relationships/image" Target="/ppt/media/image3.png" Id="R6b16ddcdd0374843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072b7ea84ff4874" /><Relationship Type="http://schemas.openxmlformats.org/officeDocument/2006/relationships/image" Target="/ppt/media/image4.png" Id="R4b2392c64b1f45fe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b0e26e450e44182" /><Relationship Type="http://schemas.openxmlformats.org/officeDocument/2006/relationships/image" Target="/ppt/media/image5.png" Id="R6948b5fc64bd404c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8b7c96fc7684e76" /><Relationship Type="http://schemas.openxmlformats.org/officeDocument/2006/relationships/image" Target="/ppt/media/image6.png" Id="R53185102077741a9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52d4982bf7640ac" /><Relationship Type="http://schemas.openxmlformats.org/officeDocument/2006/relationships/image" Target="/ppt/media/image7.png" Id="R5f590e255c324e5e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81d58d1a9e34a7c" /><Relationship Type="http://schemas.openxmlformats.org/officeDocument/2006/relationships/image" Target="/ppt/media/image8.png" Id="R2d33d4f9182e4143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456d1beaa34178" /><Relationship Type="http://schemas.openxmlformats.org/officeDocument/2006/relationships/image" Target="/ppt/media/image9.png" Id="R147b566272244dd7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14d3bc6a5774b1d" /><Relationship Type="http://schemas.openxmlformats.org/officeDocument/2006/relationships/image" Target="/ppt/media/image10.png" Id="Rd2ac3fca60f946fd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bc8fb956b649a2" /><Relationship Type="http://schemas.openxmlformats.org/officeDocument/2006/relationships/image" Target="/ppt/media/image11.png" Id="Rfb3447c2fb0f4dfe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e323ecd9a184d33" /><Relationship Type="http://schemas.openxmlformats.org/officeDocument/2006/relationships/image" Target="/ppt/media/image12.png" Id="R9c7301e651694fd2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7f2f1e80ed442d" /><Relationship Type="http://schemas.openxmlformats.org/officeDocument/2006/relationships/image" Target="/ppt/media/image13.png" Id="R1b8b66a1853740b3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c42f949a23a4011" /><Relationship Type="http://schemas.openxmlformats.org/officeDocument/2006/relationships/image" Target="/ppt/media/image14.png" Id="R9680d52802134dd6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f237d15b7c14d09" /><Relationship Type="http://schemas.openxmlformats.org/officeDocument/2006/relationships/image" Target="/ppt/media/image15.png" Id="Rbf4a649edafb47c3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3cf985594b84ee4" /><Relationship Type="http://schemas.openxmlformats.org/officeDocument/2006/relationships/image" Target="/ppt/media/image16.png" Id="R3090ae69378f47a8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16a8491e13b4f72" /><Relationship Type="http://schemas.openxmlformats.org/officeDocument/2006/relationships/image" Target="/ppt/media/image17.png" Id="Rebc1300858ba44d4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ca23e9846d40bf" /><Relationship Type="http://schemas.openxmlformats.org/officeDocument/2006/relationships/image" Target="/ppt/media/image18.png" Id="R8e10ab023ba34afc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7d9bb39aa794850" /><Relationship Type="http://schemas.openxmlformats.org/officeDocument/2006/relationships/image" Target="/ppt/media/image19.png" Id="Rc744ccc6abd341b1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4098eec88ad4c74" /><Relationship Type="http://schemas.openxmlformats.org/officeDocument/2006/relationships/image" Target="/ppt/media/image20.png" Id="Re3ddd44ab193411d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ac434fc16584b0e" /><Relationship Type="http://schemas.openxmlformats.org/officeDocument/2006/relationships/image" Target="/ppt/media/image.png" Id="Rdd227338a75d4ed5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f972a0f7a174437" /><Relationship Type="http://schemas.openxmlformats.org/officeDocument/2006/relationships/image" Target="/ppt/media/image2.png" Id="R9afc9c4a5f9e43ac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014bbea32194130" /><Relationship Type="http://schemas.openxmlformats.org/officeDocument/2006/relationships/image" Target="/ppt/media/image3.png" Id="Re0b662c5e80d4f89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39070851d034146" /><Relationship Type="http://schemas.openxmlformats.org/officeDocument/2006/relationships/image" Target="/ppt/media/image4.png" Id="R8c7628915c654961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3f3b0ef06db4880" /><Relationship Type="http://schemas.openxmlformats.org/officeDocument/2006/relationships/image" Target="/ppt/media/image5.png" Id="Rfe61b8603d4440f4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2b96be03fab495d" /><Relationship Type="http://schemas.openxmlformats.org/officeDocument/2006/relationships/image" Target="/ppt/media/image6.png" Id="Rd10a9f5e35524b32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0fb2f6f7fab41aa" /><Relationship Type="http://schemas.openxmlformats.org/officeDocument/2006/relationships/image" Target="/ppt/media/image7.png" Id="R9ee2fe64c3604e43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88c48a31ae9440c" /><Relationship Type="http://schemas.openxmlformats.org/officeDocument/2006/relationships/image" Target="/ppt/media/image8.png" Id="R104fed319bd64c64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fe21dadd0c0432a" /><Relationship Type="http://schemas.openxmlformats.org/officeDocument/2006/relationships/image" Target="/ppt/media/image9.png" Id="Ra2fc13ac9fd1407a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6593bec2b19449c" /><Relationship Type="http://schemas.openxmlformats.org/officeDocument/2006/relationships/image" Target="/ppt/media/image10.png" Id="R3a8ab899e278480e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f9baa7b39784355" /><Relationship Type="http://schemas.openxmlformats.org/officeDocument/2006/relationships/image" Target="/ppt/media/image11.png" Id="R1700c20ab9d64208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cd643ddc79746d0" /><Relationship Type="http://schemas.openxmlformats.org/officeDocument/2006/relationships/image" Target="/ppt/media/image12.png" Id="R2bcdc12f127943f8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2ff74d9e4374129" /><Relationship Type="http://schemas.openxmlformats.org/officeDocument/2006/relationships/image" Target="/ppt/media/image13.png" Id="Re32153636a6a485b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2b1de0e40754a34" /><Relationship Type="http://schemas.openxmlformats.org/officeDocument/2006/relationships/image" Target="/ppt/media/image14.png" Id="Re6f216a043aa4a84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575409a724f42da" /><Relationship Type="http://schemas.openxmlformats.org/officeDocument/2006/relationships/image" Target="/ppt/media/image15.png" Id="R7f7be9a82951490a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7c8648f83824698" /><Relationship Type="http://schemas.openxmlformats.org/officeDocument/2006/relationships/image" Target="/ppt/media/image16.png" Id="R56f1b51f30ad406a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c49d31c400d4b7f" /><Relationship Type="http://schemas.openxmlformats.org/officeDocument/2006/relationships/image" Target="/ppt/media/image17.png" Id="R6b5b6fbbd7e1483f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2663c36ba714718" /><Relationship Type="http://schemas.openxmlformats.org/officeDocument/2006/relationships/image" Target="/ppt/media/image18.png" Id="R5aef9f89f0874052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d866e6a5ebb41ae" /><Relationship Type="http://schemas.openxmlformats.org/officeDocument/2006/relationships/image" Target="/ppt/media/image19.png" Id="R63da619c83fb44ee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3d517af75794115" /><Relationship Type="http://schemas.openxmlformats.org/officeDocument/2006/relationships/image" Target="/ppt/media/image20.png" Id="R882119d20ff145a7" /></Relationships>
</file>

<file path=ppt/slideLayouts/slideLayout1.xml><?xml version="1.0" encoding="utf-8"?>
<p:sldLayout xmlns:p="http://schemas.openxmlformats.org/presentationml/2006/main" preserve="1" userDrawn="1">
  <p:cSld name="Title Slide1">
    <p:bg>
      <p:bgPr>
        <a:blipFill xmlns:a="http://schemas.openxmlformats.org/drawingml/2006/main" rotWithShape="1">
          <a:blip xmlns:r="http://schemas.openxmlformats.org/officeDocument/2006/relationships" r:embed="R8e4991bea3104b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図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83F422D9-218F-4DEE-A31F-C39D2F00675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-2"/>
            <a:ext cx="3359696" cy="5209200"/>
          </a:xfrm>
          <a:custGeom xmlns:a="http://schemas.openxmlformats.org/drawingml/2006/main"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4C6FA72-5044-4625-B0A1-4EAA6F648F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140000" y="3528000"/>
            <a:ext cx="733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FB13C45C-8897-4EA3-BB83-DE07D340D84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40000" y="1260000"/>
            <a:ext cx="733200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94CDCFD-B975-4751-99B8-09FA1E4D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Slide2">
    <p:bg>
      <p:bgPr>
        <a:blipFill xmlns:a="http://schemas.openxmlformats.org/drawingml/2006/main" rotWithShape="1">
          <a:blip xmlns:r="http://schemas.openxmlformats.org/officeDocument/2006/relationships" r:embed="R500e74abe9fa41b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44EA38A-A199-4A85-9F82-CA80FF42A80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879976" y="3708000"/>
            <a:ext cx="5592024" cy="97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3758DA18-CABE-4649-B29E-0E4EE465473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9976" y="1440000"/>
            <a:ext cx="5592024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B86C763-08F7-4848-A913-79675559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12" name="図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B5CB17F4-9979-4B13-BB8F-E7C503B3B0C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-2383"/>
            <a:ext cx="5152698" cy="6865651"/>
          </a:xfrm>
          <a:custGeom xmlns:a="http://schemas.openxmlformats.org/drawingml/2006/main"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Click icon to add element, or select to remove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le Slide3">
    <p:bg>
      <p:bgPr>
        <a:blipFill xmlns:a="http://schemas.openxmlformats.org/drawingml/2006/main" rotWithShape="1">
          <a:blip xmlns:r="http://schemas.openxmlformats.org/officeDocument/2006/relationships" r:embed="R7d22cd889e564c1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218A10E-23A9-4F38-AAC4-4294A3685A3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0000" y="3204000"/>
            <a:ext cx="1075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A17841A9-CD92-44A9-8B95-737A579B6F7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1620000"/>
            <a:ext cx="10776600" cy="1224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CA80842-6648-49F6-B79C-968FCD41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Contents Slide (Red)">
    <p:bg>
      <p:bgPr>
        <a:blipFill xmlns:a="http://schemas.openxmlformats.org/drawingml/2006/main" rotWithShape="1">
          <a:blip xmlns:r="http://schemas.openxmlformats.org/officeDocument/2006/relationships" r:embed="Rc1dba9e25d584af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1F723F53-2A13-47C2-A1FB-74BF3053874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27686269-B1FC-4A25-9F3F-7E2A707D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8CAEC40-8DDE-4285-BAF1-D61C2DC5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688F005B-80C8-4714-BB05-9BCC41C6054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Contents Slide (Grey)">
    <p:bg>
      <p:bgPr>
        <a:blipFill xmlns:a="http://schemas.openxmlformats.org/drawingml/2006/main" rotWithShape="1">
          <a:blip xmlns:r="http://schemas.openxmlformats.org/officeDocument/2006/relationships" r:embed="R28c89e262225424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B85596F4-569E-4F50-864E-E627C2FD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C0E09A92-9989-401B-B787-248EB0E2BEB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8F44A177-6392-43CB-96BA-9AFC2FAE530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EA17C15-308D-4976-BB40-785D0A75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Contents Slide (Yellow)">
    <p:bg>
      <p:bgPr>
        <a:blipFill xmlns:a="http://schemas.openxmlformats.org/drawingml/2006/main" rotWithShape="1">
          <a:blip xmlns:r="http://schemas.openxmlformats.org/officeDocument/2006/relationships" r:embed="Re26514a95e484d4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D5703584-43CB-40AB-9BEB-E6D4498F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0D98D45E-DE2F-4E14-8A5B-9BF3C447D05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6D82D5E-B5CD-4CB7-A15B-0501B8402AB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3B116C6-BB57-4009-93C0-7EDCBF3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Contents Slide (Purple)">
    <p:bg>
      <p:bgPr>
        <a:blipFill xmlns:a="http://schemas.openxmlformats.org/drawingml/2006/main" rotWithShape="1">
          <a:blip xmlns:r="http://schemas.openxmlformats.org/officeDocument/2006/relationships" r:embed="Rdf8a3c49e6e747f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D8CD4CA-0307-4B88-8B88-F30B11BA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F222E49E-BB12-4C1F-B43D-D9DEFA5E028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2AA8AA1B-10BC-44A0-9737-47B35861AEC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97DABEE-98C3-469B-9F56-E8B43D94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Contents Slide (Blue)">
    <p:bg>
      <p:bgPr>
        <a:blipFill xmlns:a="http://schemas.openxmlformats.org/drawingml/2006/main" rotWithShape="1">
          <a:blip xmlns:r="http://schemas.openxmlformats.org/officeDocument/2006/relationships" r:embed="R0bd277e8a86643b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CFC6442C-10E7-47E1-BC3B-599EF858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2BA0583E-CC02-4EEF-A1F9-BC24E31ECEC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14FA603E-5A15-40BF-970A-E72CD694EA0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8788025-CBD2-4395-A609-A1669844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6_Contents Slide (Orange)">
    <p:bg>
      <p:bgPr>
        <a:blipFill xmlns:a="http://schemas.openxmlformats.org/drawingml/2006/main" rotWithShape="1">
          <a:blip xmlns:r="http://schemas.openxmlformats.org/officeDocument/2006/relationships" r:embed="Re45701f81522489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7EE3D772-11B4-48CA-A4DB-BD6F1808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34FB35C5-9602-4684-A6D0-73A16918DA4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C395BE5-66E6-4240-8F1D-C6DBBA4CEF3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03106F0-9741-4043-8813-9EE1135D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7_Contents Slide (Green)">
    <p:bg>
      <p:bgPr>
        <a:blipFill xmlns:a="http://schemas.openxmlformats.org/drawingml/2006/main" rotWithShape="1">
          <a:blip xmlns:r="http://schemas.openxmlformats.org/officeDocument/2006/relationships" r:embed="R1a3aa7eeb9124c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3F00181D-3CB2-451C-B1D9-4550A823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8B0E12CB-DBE3-4DDC-88C3-DEC139AC976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AD6B13E2-386E-450B-A973-884892F0AA2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FCF20D3-5637-4F0C-BE9D-972E3A69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Blank Slide">
    <p:bg>
      <p:bgPr>
        <a:blipFill xmlns:a="http://schemas.openxmlformats.org/drawingml/2006/main" rotWithShape="1">
          <a:blip xmlns:r="http://schemas.openxmlformats.org/officeDocument/2006/relationships" r:embed="R400caf3404da404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71144C94-D547-4DF6-AF6B-F207786DE6A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0"/>
            <a:ext cx="12192000" cy="6426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6A40B24F-ADE3-4B32-BD96-CB1B55C1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0E69CF0-DC65-45ED-BE74-79C48727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Divider Slide (Red)">
    <p:bg>
      <p:bgPr>
        <a:blipFill xmlns:a="http://schemas.openxmlformats.org/drawingml/2006/main" rotWithShape="1">
          <a:blip xmlns:r="http://schemas.openxmlformats.org/officeDocument/2006/relationships" r:embed="R2ee23f23cc7648d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2F9DEC7-DF53-4708-BB76-6F991AEF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018198C-C8FE-42FF-82C2-7E696013A08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6BB9F988-861A-4E58-9F3D-A2A2F672963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13A55EA3-7418-4981-9D19-791203DD04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204C470-54BA-4E33-9BEF-CEFD2854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2_Divider Slide (Grey)">
    <p:bg>
      <p:bgPr>
        <a:blipFill xmlns:a="http://schemas.openxmlformats.org/drawingml/2006/main" rotWithShape="1">
          <a:blip xmlns:r="http://schemas.openxmlformats.org/officeDocument/2006/relationships" r:embed="R25f22bc185c84e5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90EAA9B-A483-4429-A084-C004FF3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547A460-D598-4995-8053-88D0299A2C6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8AA6751F-FA2B-4139-8BFC-A38FB18FA72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0736A460-523B-42B2-9674-FF7A8E482E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070EEBB-BCA5-461E-B1AF-20E25F8C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3_Divider Slide (Yellow)">
    <p:bg>
      <p:bgPr>
        <a:blipFill xmlns:a="http://schemas.openxmlformats.org/drawingml/2006/main" rotWithShape="1">
          <a:blip xmlns:r="http://schemas.openxmlformats.org/officeDocument/2006/relationships" r:embed="Ra30be009767f47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26B461EA-B568-44EF-B2F2-C9A21FE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973A119-04A7-4BA0-996B-E0B71F29842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0B3DB25D-C639-4184-9A32-8B959407B0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4B9FF78-8185-4146-AD7A-1808BDD6294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8A540DB-F236-4A01-A0D3-36220C3A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4_Divider Slide (Purple)">
    <p:bg>
      <p:bgPr>
        <a:blipFill xmlns:a="http://schemas.openxmlformats.org/drawingml/2006/main" rotWithShape="1">
          <a:blip xmlns:r="http://schemas.openxmlformats.org/officeDocument/2006/relationships" r:embed="Rd3df2bc723454f8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4088D11-A2BC-415F-9419-27815770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3A760E6-8E4F-45A4-BBF9-C13C839DA31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88F22826-21ED-4F6C-B125-CFAC7A6FBD0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01017C51-48A8-4125-9C4A-1C09A86FE9D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ACEEF61-F04F-41C0-9858-A8355528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5_Divider Slide (Blue)">
    <p:bg>
      <p:bgPr>
        <a:blipFill xmlns:a="http://schemas.openxmlformats.org/drawingml/2006/main" rotWithShape="1">
          <a:blip xmlns:r="http://schemas.openxmlformats.org/officeDocument/2006/relationships" r:embed="Rcad8eeb751944cb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50C5EB21-CB0B-4646-A41C-F84B939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A77FBE4-492F-4865-A6E4-C9DA07B4709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97C1D8D9-2F1B-48AC-AA4E-30A36C2BCE0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B7820738-A459-4F58-917F-E9E462700A4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5F7A91B-6C89-49A3-97BA-097F2B8F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6_Divider Slide (Orange)">
    <p:bg>
      <p:bgPr>
        <a:blipFill xmlns:a="http://schemas.openxmlformats.org/drawingml/2006/main" rotWithShape="1">
          <a:blip xmlns:r="http://schemas.openxmlformats.org/officeDocument/2006/relationships" r:embed="R8f3da80be48649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28337539-DA06-4844-A9B1-3ADD6A3F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35E3D8D-9086-47D0-87E8-047D9A0C990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862E2903-A6A0-4FD0-8FFD-67DA2F83CB1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80300B9-53C3-49CA-8512-CF006AE6F08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ABFC884-F0FC-40BD-AADE-09660657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7_Divider Slide (Green)">
    <p:bg>
      <p:bgPr>
        <a:blipFill xmlns:a="http://schemas.openxmlformats.org/drawingml/2006/main" rotWithShape="1">
          <a:blip xmlns:r="http://schemas.openxmlformats.org/officeDocument/2006/relationships" r:embed="R6519bc4cd83041f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94BDCBA6-2431-4B20-8388-B6957621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126AC54-8C75-4434-B325-5EB7BBC2663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168E1E2F-797D-405B-9091-1D8149532EA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045FCA7-3CE9-403A-B372-F1A9734FBD2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96C79A3-B002-4E69-8B46-F0D30C01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End Slide1">
    <p:bg>
      <p:bgPr>
        <a:blipFill xmlns:a="http://schemas.openxmlformats.org/drawingml/2006/main" rotWithShape="1">
          <a:blip xmlns:r="http://schemas.openxmlformats.org/officeDocument/2006/relationships" r:embed="R216828ac42134ec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008E4BF-3F57-4850-A119-EF05094E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End Slide2">
    <p:bg>
      <p:bgPr>
        <a:blipFill xmlns:a="http://schemas.openxmlformats.org/drawingml/2006/main" rotWithShape="1">
          <a:blip xmlns:r="http://schemas.openxmlformats.org/officeDocument/2006/relationships" r:embed="R7eb9799134664d5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C59BB3D-D259-4055-B577-7A5575FE4CD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75720" y="2439000"/>
            <a:ext cx="789628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Ending Remarks Here (YaHei, Bold, 40px, grey)  </a:t>
            </a:r>
          </a:p>
        </p:txBody>
      </p:sp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A4CD72F-CFCD-4232-AAE9-5B290EBA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Title Slide1">
    <p:bg>
      <p:bgPr>
        <a:blipFill xmlns:a="http://schemas.openxmlformats.org/drawingml/2006/main" rotWithShape="1">
          <a:blip xmlns:r="http://schemas.openxmlformats.org/officeDocument/2006/relationships" r:embed="R7f19d47b68ae425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図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91DB4D60-F5EF-4C93-BDC0-EC649E46367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-2"/>
            <a:ext cx="3359696" cy="5209200"/>
          </a:xfrm>
          <a:custGeom xmlns:a="http://schemas.openxmlformats.org/drawingml/2006/main"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CA8E907-A511-499B-898F-20B15CDCDC3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140000" y="3528000"/>
            <a:ext cx="733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DE38E0D-5FAD-4073-9631-AF26C1717E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40000" y="1260000"/>
            <a:ext cx="733200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1A322F9-E814-4F34-B628-483A7A85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Title Slide2">
    <p:bg>
      <p:bgPr>
        <a:blipFill xmlns:a="http://schemas.openxmlformats.org/drawingml/2006/main" rotWithShape="1">
          <a:blip xmlns:r="http://schemas.openxmlformats.org/officeDocument/2006/relationships" r:embed="Ra66ae341072c4c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C33E2F-FD02-4563-B45A-AC6A184E795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879976" y="3708000"/>
            <a:ext cx="5592024" cy="97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7E08F1EE-CB48-44D0-8011-66FF045F03B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9976" y="1440000"/>
            <a:ext cx="5592024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E7466CC-3097-48DF-A2A3-38E616B5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12" name="図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261588DB-B59C-40D7-BF0E-DCD3816ADFB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-2383"/>
            <a:ext cx="5152698" cy="6865651"/>
          </a:xfrm>
          <a:custGeom xmlns:a="http://schemas.openxmlformats.org/drawingml/2006/main"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Click icon to add element, or select to remove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Title Slide3">
    <p:bg>
      <p:bgPr>
        <a:blipFill xmlns:a="http://schemas.openxmlformats.org/drawingml/2006/main" rotWithShape="1">
          <a:blip xmlns:r="http://schemas.openxmlformats.org/officeDocument/2006/relationships" r:embed="Re48a026ccb234c6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B104437-90F6-4FB7-80A4-DFE56B4AB28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0000" y="3204000"/>
            <a:ext cx="1075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12E00DF5-2CF5-4EFE-972C-19A45248F01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1620000"/>
            <a:ext cx="10776600" cy="1224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D992550-124A-4F0A-885C-75986C4F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1_Contents Slide (Red)">
    <p:bg>
      <p:bgPr>
        <a:blipFill xmlns:a="http://schemas.openxmlformats.org/drawingml/2006/main" rotWithShape="1">
          <a:blip xmlns:r="http://schemas.openxmlformats.org/officeDocument/2006/relationships" r:embed="Rbd1380cc3d0b46e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3BB6DDA2-5F3E-4B37-AF5A-B3790B3B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782297E-FC00-4088-BC1F-2C8727A7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C62FC3C1-91CA-4CCE-A102-80788771FC1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D05459D-1881-40F0-813B-2578D31E203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2_Contents Slide (Grey)">
    <p:bg>
      <p:bgPr>
        <a:blipFill xmlns:a="http://schemas.openxmlformats.org/drawingml/2006/main" rotWithShape="1">
          <a:blip xmlns:r="http://schemas.openxmlformats.org/officeDocument/2006/relationships" r:embed="R50c80d7a3b774d1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E82688DB-7ED7-4551-9EC7-25C3CF79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EE4DE46-FB6A-4FDE-80DA-F69F4B97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44719A15-AF9C-4C3F-B996-5016AA2B9CC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C34C66A3-97CA-46F7-B36B-A598A1F8AB8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3_Contents Slide (Yellow)">
    <p:bg>
      <p:bgPr>
        <a:blipFill xmlns:a="http://schemas.openxmlformats.org/drawingml/2006/main" rotWithShape="1">
          <a:blip xmlns:r="http://schemas.openxmlformats.org/officeDocument/2006/relationships" r:embed="R25f58246bea444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D845ACA1-E8E4-41B0-B0C9-A57484A1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BC612C3-0960-4D0F-BF27-223E29F1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E5189489-297B-4286-A1AB-A3E877511B1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B8EFB00A-D52A-4001-8F25-0749C6039F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4_Contents Slide (Purple)">
    <p:bg>
      <p:bgPr>
        <a:blipFill xmlns:a="http://schemas.openxmlformats.org/drawingml/2006/main" rotWithShape="1">
          <a:blip xmlns:r="http://schemas.openxmlformats.org/officeDocument/2006/relationships" r:embed="R8d65b20ed00c400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CDE20962-145F-4136-A9EE-9D10BC1C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FB75A44-90A5-46F8-99D7-53EAEBD9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5146C329-562D-4FAA-B304-BDB7EC5EE1E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BAC38A19-34F9-4EC0-BD5F-0EA1D18EBD3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5_Contents Slide (Blue)">
    <p:bg>
      <p:bgPr>
        <a:blipFill xmlns:a="http://schemas.openxmlformats.org/drawingml/2006/main" rotWithShape="1">
          <a:blip xmlns:r="http://schemas.openxmlformats.org/officeDocument/2006/relationships" r:embed="Re378e1db6eb54a6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31123E7C-B564-413E-9C7F-305CEEFC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55A95CC-5370-4D8B-8D9E-8C91D4CF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537FE76C-5752-4E18-A679-254D07B2A5C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AC4F1E8A-1FF3-4C3B-AE27-9743125DD9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6_Contents Slide (Orange)">
    <p:bg>
      <p:bgPr>
        <a:blipFill xmlns:a="http://schemas.openxmlformats.org/drawingml/2006/main" rotWithShape="1">
          <a:blip xmlns:r="http://schemas.openxmlformats.org/officeDocument/2006/relationships" r:embed="R19b1ea30d6324d6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BFE437C7-0F76-413F-81A1-C426514E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03D0828-9331-4DD1-A733-11CAA6F4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394B8EDF-CAC2-4ABE-929B-84E2268DE91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50940E0-EE96-46FC-92BE-E33F4024C33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7_Contents Slide (Green)">
    <p:bg>
      <p:bgPr>
        <a:blipFill xmlns:a="http://schemas.openxmlformats.org/drawingml/2006/main" rotWithShape="1">
          <a:blip xmlns:r="http://schemas.openxmlformats.org/officeDocument/2006/relationships" r:embed="R7cc9584077dd410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8AA9F3B-7230-4C3E-9696-6A2024E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AD38F11-019D-4460-89F5-B9F97706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1091AA4A-A345-4AFE-802D-842B82A7BF1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544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0B832D51-1A5C-4277-81BC-EDA3771A4EA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Blank Slide">
    <p:bg>
      <p:bgPr>
        <a:blipFill xmlns:a="http://schemas.openxmlformats.org/drawingml/2006/main" rotWithShape="1">
          <a:blip xmlns:r="http://schemas.openxmlformats.org/officeDocument/2006/relationships" r:embed="Rf33b883a74f04a0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7C0D5D7-3ADC-4A99-A8AE-0CB4A00CC65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0"/>
            <a:ext cx="12192000" cy="6552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F999D24-1E3D-480F-B54B-A0AA3154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5C0D87A-726B-4D63-AAE8-59E0716D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1_Divider Slide (Red)">
    <p:bg>
      <p:bgPr>
        <a:blipFill xmlns:a="http://schemas.openxmlformats.org/drawingml/2006/main" rotWithShape="1">
          <a:blip xmlns:r="http://schemas.openxmlformats.org/officeDocument/2006/relationships" r:embed="R172b3b06b3ee47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3E94FF62-445E-46BB-A879-0BA36BA4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47751C9-DED0-472C-9B5D-D31BE93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31F954D-443D-4459-A971-7D60FAA430B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48CAF560-CC48-4851-BBD4-7F6B967A14F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F0DB83E6-1609-4704-99E6-79DC8D05703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2_Divider Slide (Grey)">
    <p:bg>
      <p:bgPr>
        <a:blipFill xmlns:a="http://schemas.openxmlformats.org/drawingml/2006/main" rotWithShape="1">
          <a:blip xmlns:r="http://schemas.openxmlformats.org/officeDocument/2006/relationships" r:embed="Ra8f53b9846f241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F281D22-A2E9-4BE7-925F-62F996F45A6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8972A594-B5C4-4C43-9174-F05D8799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C4293BE-F4D5-4483-92B1-C05D65F9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40214F00-0385-4594-BAB1-0CDDDC1CCED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7FE791C3-2473-4E6D-94C8-39D61029210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3_Divider Slide (Yellow)">
    <p:bg>
      <p:bgPr>
        <a:blipFill xmlns:a="http://schemas.openxmlformats.org/drawingml/2006/main" rotWithShape="1">
          <a:blip xmlns:r="http://schemas.openxmlformats.org/officeDocument/2006/relationships" r:embed="R9f910921a3a14c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77676F7-EF71-43D3-A95D-DE998927B6E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8B596D2A-E610-49D2-9053-673F4082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3E9D930-038D-49D2-BE2F-FDD0159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3ADCD6D1-5797-4469-BE21-992D68BF8A5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CE485C24-F3AC-45DD-A477-6A9385DBE3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4_Divider Slide (Purple)">
    <p:bg>
      <p:bgPr>
        <a:blipFill xmlns:a="http://schemas.openxmlformats.org/drawingml/2006/main" rotWithShape="1">
          <a:blip xmlns:r="http://schemas.openxmlformats.org/officeDocument/2006/relationships" r:embed="Rc441335d076f47c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BC7B64E-80D7-44DE-A8F4-4A094462D7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07358847-A19D-425B-9879-4CC4774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30EF570-FBA8-4ED2-9A13-88A3AAEB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0D90BA21-DE48-49C0-867C-029434CFA5C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B910790-1B84-4428-A9B0-612E200345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5_Divider Slide (Blue)">
    <p:bg>
      <p:bgPr>
        <a:blipFill xmlns:a="http://schemas.openxmlformats.org/drawingml/2006/main" rotWithShape="1">
          <a:blip xmlns:r="http://schemas.openxmlformats.org/officeDocument/2006/relationships" r:embed="Rf4486dd66fdd4f3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A7F1F08-FC9B-448A-929F-269FAE78EB3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6BCC303A-C1D8-4F90-8611-21758886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A82523A-B5C8-42E0-9D88-8C81B09A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665CE31E-67AE-4091-95CE-43CE28B7C52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0D818086-4698-4A7D-B7D6-CE97A256602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6_Divider Slide (Orange)">
    <p:bg>
      <p:bgPr>
        <a:blipFill xmlns:a="http://schemas.openxmlformats.org/drawingml/2006/main" rotWithShape="1">
          <a:blip xmlns:r="http://schemas.openxmlformats.org/officeDocument/2006/relationships" r:embed="Rc11f3f9f91e74f9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5455CC5-2FA0-40C0-987E-028DDA49B8B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E8A788B-6E20-4323-B213-45029026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C877F5C-EBE5-45EA-A3B7-7BCD059A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BB46168-2703-4496-AAD7-6EA3F56C9E0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3CE68EE9-14C9-4018-8FB4-74DF0C0A410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preserve="1" userDrawn="1">
  <p:cSld name="7_Divider Slide (Green)">
    <p:bg>
      <p:bgPr>
        <a:blipFill xmlns:a="http://schemas.openxmlformats.org/drawingml/2006/main" rotWithShape="1">
          <a:blip xmlns:r="http://schemas.openxmlformats.org/officeDocument/2006/relationships" r:embed="Rd9d2d06f6cd14c8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E00E599-5C3B-4EDB-ACA3-365A29CB8F4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3806" y="0"/>
            <a:ext cx="12198187" cy="6549619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  <a:gd name="connsiteX0-359" fmla="*/ 2502693 w 12199143"/>
              <a:gd name="connsiteY0-360" fmla="*/ 4052887 h 6431334"/>
              <a:gd name="connsiteX1-361" fmla="*/ 2497930 w 12199143"/>
              <a:gd name="connsiteY1-362" fmla="*/ 0 h 6431334"/>
              <a:gd name="connsiteX2-363" fmla="*/ 12196762 w 12199143"/>
              <a:gd name="connsiteY2-364" fmla="*/ 2381 h 6431334"/>
              <a:gd name="connsiteX3-365" fmla="*/ 12199143 w 12199143"/>
              <a:gd name="connsiteY3-366" fmla="*/ 6431334 h 6431334"/>
              <a:gd name="connsiteX4-367" fmla="*/ 12199143 w 12199143"/>
              <a:gd name="connsiteY4-368" fmla="*/ 6431334 h 6431334"/>
              <a:gd name="connsiteX5-369" fmla="*/ 4762 w 12199143"/>
              <a:gd name="connsiteY5-370" fmla="*/ 6428952 h 6431334"/>
              <a:gd name="connsiteX6-371" fmla="*/ 0 w 12199143"/>
              <a:gd name="connsiteY6-372" fmla="*/ 5567362 h 6431334"/>
              <a:gd name="connsiteX7-373" fmla="*/ 2457450 w 12199143"/>
              <a:gd name="connsiteY7-374" fmla="*/ 4152902 h 6431334"/>
              <a:gd name="connsiteX8" fmla="*/ 2502693 w 12199143"/>
              <a:gd name="connsiteY8" fmla="*/ 4052887 h 6431334"/>
              <a:gd name="connsiteX0-375" fmla="*/ 2499355 w 12195805"/>
              <a:gd name="connsiteY0-376" fmla="*/ 4052887 h 6431334"/>
              <a:gd name="connsiteX1-377" fmla="*/ 2494592 w 12195805"/>
              <a:gd name="connsiteY1-378" fmla="*/ 0 h 6431334"/>
              <a:gd name="connsiteX2-379" fmla="*/ 12193424 w 12195805"/>
              <a:gd name="connsiteY2-380" fmla="*/ 2381 h 6431334"/>
              <a:gd name="connsiteX3-381" fmla="*/ 12195805 w 12195805"/>
              <a:gd name="connsiteY3-382" fmla="*/ 6431334 h 6431334"/>
              <a:gd name="connsiteX4-383" fmla="*/ 12195805 w 12195805"/>
              <a:gd name="connsiteY4-384" fmla="*/ 6431334 h 6431334"/>
              <a:gd name="connsiteX5-385" fmla="*/ 1424 w 12195805"/>
              <a:gd name="connsiteY5-386" fmla="*/ 6428952 h 6431334"/>
              <a:gd name="connsiteX6-387" fmla="*/ 0 w 12195805"/>
              <a:gd name="connsiteY6-388" fmla="*/ 5462538 h 6431334"/>
              <a:gd name="connsiteX7-389" fmla="*/ 2454112 w 12195805"/>
              <a:gd name="connsiteY7-390" fmla="*/ 4152902 h 6431334"/>
              <a:gd name="connsiteX8-391" fmla="*/ 2499355 w 12195805"/>
              <a:gd name="connsiteY8-392" fmla="*/ 4052887 h 6431334"/>
              <a:gd name="connsiteX0-393" fmla="*/ 2504118 w 12200568"/>
              <a:gd name="connsiteY0-394" fmla="*/ 4052887 h 6431334"/>
              <a:gd name="connsiteX1-395" fmla="*/ 2499355 w 12200568"/>
              <a:gd name="connsiteY1-396" fmla="*/ 0 h 6431334"/>
              <a:gd name="connsiteX2-397" fmla="*/ 12198187 w 12200568"/>
              <a:gd name="connsiteY2-398" fmla="*/ 2381 h 6431334"/>
              <a:gd name="connsiteX3-399" fmla="*/ 12200568 w 12200568"/>
              <a:gd name="connsiteY3-400" fmla="*/ 6431334 h 6431334"/>
              <a:gd name="connsiteX4-401" fmla="*/ 12200568 w 12200568"/>
              <a:gd name="connsiteY4-402" fmla="*/ 6431334 h 6431334"/>
              <a:gd name="connsiteX5-403" fmla="*/ 6187 w 12200568"/>
              <a:gd name="connsiteY5-404" fmla="*/ 6428952 h 6431334"/>
              <a:gd name="connsiteX6-405" fmla="*/ 0 w 12200568"/>
              <a:gd name="connsiteY6-406" fmla="*/ 5394754 h 6431334"/>
              <a:gd name="connsiteX7-407" fmla="*/ 2458875 w 12200568"/>
              <a:gd name="connsiteY7-408" fmla="*/ 4152902 h 6431334"/>
              <a:gd name="connsiteX8-409" fmla="*/ 2504118 w 12200568"/>
              <a:gd name="connsiteY8-410" fmla="*/ 4052887 h 6431334"/>
              <a:gd name="connsiteX0-411" fmla="*/ 2501737 w 12198187"/>
              <a:gd name="connsiteY0-412" fmla="*/ 4052887 h 6431334"/>
              <a:gd name="connsiteX1-413" fmla="*/ 2496974 w 12198187"/>
              <a:gd name="connsiteY1-414" fmla="*/ 0 h 6431334"/>
              <a:gd name="connsiteX2-415" fmla="*/ 12195806 w 12198187"/>
              <a:gd name="connsiteY2-416" fmla="*/ 2381 h 6431334"/>
              <a:gd name="connsiteX3-417" fmla="*/ 12198187 w 12198187"/>
              <a:gd name="connsiteY3-418" fmla="*/ 6431334 h 6431334"/>
              <a:gd name="connsiteX4-419" fmla="*/ 12198187 w 12198187"/>
              <a:gd name="connsiteY4-420" fmla="*/ 6431334 h 6431334"/>
              <a:gd name="connsiteX5-421" fmla="*/ 3806 w 12198187"/>
              <a:gd name="connsiteY5-422" fmla="*/ 6428952 h 6431334"/>
              <a:gd name="connsiteX6-423" fmla="*/ 0 w 12198187"/>
              <a:gd name="connsiteY6-424" fmla="*/ 5460202 h 6431334"/>
              <a:gd name="connsiteX7-425" fmla="*/ 2456494 w 12198187"/>
              <a:gd name="connsiteY7-426" fmla="*/ 4152902 h 6431334"/>
              <a:gd name="connsiteX8-427" fmla="*/ 2501737 w 12198187"/>
              <a:gd name="connsiteY8-428" fmla="*/ 4052887 h 6431334"/>
              <a:gd name="connsiteX0-429" fmla="*/ 2501737 w 12198187"/>
              <a:gd name="connsiteY0-430" fmla="*/ 3940692 h 6431334"/>
              <a:gd name="connsiteX1-431" fmla="*/ 2496974 w 12198187"/>
              <a:gd name="connsiteY1-432" fmla="*/ 0 h 6431334"/>
              <a:gd name="connsiteX2-433" fmla="*/ 12195806 w 12198187"/>
              <a:gd name="connsiteY2-434" fmla="*/ 2381 h 6431334"/>
              <a:gd name="connsiteX3-435" fmla="*/ 12198187 w 12198187"/>
              <a:gd name="connsiteY3-436" fmla="*/ 6431334 h 6431334"/>
              <a:gd name="connsiteX4-437" fmla="*/ 12198187 w 12198187"/>
              <a:gd name="connsiteY4-438" fmla="*/ 6431334 h 6431334"/>
              <a:gd name="connsiteX5-439" fmla="*/ 3806 w 12198187"/>
              <a:gd name="connsiteY5-440" fmla="*/ 6428952 h 6431334"/>
              <a:gd name="connsiteX6-441" fmla="*/ 0 w 12198187"/>
              <a:gd name="connsiteY6-442" fmla="*/ 5460202 h 6431334"/>
              <a:gd name="connsiteX7-443" fmla="*/ 2456494 w 12198187"/>
              <a:gd name="connsiteY7-444" fmla="*/ 4152902 h 6431334"/>
              <a:gd name="connsiteX8-445" fmla="*/ 2501737 w 12198187"/>
              <a:gd name="connsiteY8-446" fmla="*/ 3940692 h 6431334"/>
              <a:gd name="connsiteX0-447" fmla="*/ 2501737 w 12198187"/>
              <a:gd name="connsiteY0-448" fmla="*/ 3940692 h 6431334"/>
              <a:gd name="connsiteX1-449" fmla="*/ 2496974 w 12198187"/>
              <a:gd name="connsiteY1-450" fmla="*/ 0 h 6431334"/>
              <a:gd name="connsiteX2-451" fmla="*/ 12195806 w 12198187"/>
              <a:gd name="connsiteY2-452" fmla="*/ 2381 h 6431334"/>
              <a:gd name="connsiteX3-453" fmla="*/ 12198187 w 12198187"/>
              <a:gd name="connsiteY3-454" fmla="*/ 6431334 h 6431334"/>
              <a:gd name="connsiteX4-455" fmla="*/ 12198187 w 12198187"/>
              <a:gd name="connsiteY4-456" fmla="*/ 6431334 h 6431334"/>
              <a:gd name="connsiteX5-457" fmla="*/ 3806 w 12198187"/>
              <a:gd name="connsiteY5-458" fmla="*/ 6428952 h 6431334"/>
              <a:gd name="connsiteX6-459" fmla="*/ 0 w 12198187"/>
              <a:gd name="connsiteY6-460" fmla="*/ 5460202 h 6431334"/>
              <a:gd name="connsiteX7-461" fmla="*/ 2473163 w 12198187"/>
              <a:gd name="connsiteY7-462" fmla="*/ 4066419 h 6431334"/>
              <a:gd name="connsiteX8-463" fmla="*/ 2501737 w 12198187"/>
              <a:gd name="connsiteY8-464" fmla="*/ 3940692 h 6431334"/>
              <a:gd name="connsiteX0-465" fmla="*/ 2501737 w 12198187"/>
              <a:gd name="connsiteY0-466" fmla="*/ 3940692 h 6431334"/>
              <a:gd name="connsiteX1-467" fmla="*/ 2496974 w 12198187"/>
              <a:gd name="connsiteY1-468" fmla="*/ 0 h 6431334"/>
              <a:gd name="connsiteX2-469" fmla="*/ 12195806 w 12198187"/>
              <a:gd name="connsiteY2-470" fmla="*/ 2381 h 6431334"/>
              <a:gd name="connsiteX3-471" fmla="*/ 12198187 w 12198187"/>
              <a:gd name="connsiteY3-472" fmla="*/ 6431334 h 6431334"/>
              <a:gd name="connsiteX4-473" fmla="*/ 12198187 w 12198187"/>
              <a:gd name="connsiteY4-474" fmla="*/ 6431334 h 6431334"/>
              <a:gd name="connsiteX5-475" fmla="*/ 3806 w 12198187"/>
              <a:gd name="connsiteY5-476" fmla="*/ 6428952 h 6431334"/>
              <a:gd name="connsiteX6-477" fmla="*/ 0 w 12198187"/>
              <a:gd name="connsiteY6-478" fmla="*/ 5460202 h 6431334"/>
              <a:gd name="connsiteX7-479" fmla="*/ 2473163 w 12198187"/>
              <a:gd name="connsiteY7-480" fmla="*/ 4066419 h 6431334"/>
              <a:gd name="connsiteX8-481" fmla="*/ 2501737 w 12198187"/>
              <a:gd name="connsiteY8-482" fmla="*/ 3940692 h 6431334"/>
              <a:gd name="connsiteX0-483" fmla="*/ 2501737 w 12198187"/>
              <a:gd name="connsiteY0-484" fmla="*/ 3940692 h 6431334"/>
              <a:gd name="connsiteX1-485" fmla="*/ 2496974 w 12198187"/>
              <a:gd name="connsiteY1-486" fmla="*/ 0 h 6431334"/>
              <a:gd name="connsiteX2-487" fmla="*/ 12195806 w 12198187"/>
              <a:gd name="connsiteY2-488" fmla="*/ 2381 h 6431334"/>
              <a:gd name="connsiteX3-489" fmla="*/ 12198187 w 12198187"/>
              <a:gd name="connsiteY3-490" fmla="*/ 6431334 h 6431334"/>
              <a:gd name="connsiteX4-491" fmla="*/ 12198187 w 12198187"/>
              <a:gd name="connsiteY4-492" fmla="*/ 6431334 h 6431334"/>
              <a:gd name="connsiteX5-493" fmla="*/ 3806 w 12198187"/>
              <a:gd name="connsiteY5-494" fmla="*/ 6428952 h 6431334"/>
              <a:gd name="connsiteX6-495" fmla="*/ 0 w 12198187"/>
              <a:gd name="connsiteY6-496" fmla="*/ 5460202 h 6431334"/>
              <a:gd name="connsiteX7-497" fmla="*/ 2473163 w 12198187"/>
              <a:gd name="connsiteY7-498" fmla="*/ 4066419 h 6431334"/>
              <a:gd name="connsiteX8-499" fmla="*/ 2501737 w 12198187"/>
              <a:gd name="connsiteY8-500" fmla="*/ 3940692 h 6431334"/>
              <a:gd name="connsiteX0-501" fmla="*/ 2499356 w 12198187"/>
              <a:gd name="connsiteY0-502" fmla="*/ 3973415 h 6431334"/>
              <a:gd name="connsiteX1-503" fmla="*/ 2496974 w 12198187"/>
              <a:gd name="connsiteY1-504" fmla="*/ 0 h 6431334"/>
              <a:gd name="connsiteX2-505" fmla="*/ 12195806 w 12198187"/>
              <a:gd name="connsiteY2-506" fmla="*/ 2381 h 6431334"/>
              <a:gd name="connsiteX3-507" fmla="*/ 12198187 w 12198187"/>
              <a:gd name="connsiteY3-508" fmla="*/ 6431334 h 6431334"/>
              <a:gd name="connsiteX4-509" fmla="*/ 12198187 w 12198187"/>
              <a:gd name="connsiteY4-510" fmla="*/ 6431334 h 6431334"/>
              <a:gd name="connsiteX5-511" fmla="*/ 3806 w 12198187"/>
              <a:gd name="connsiteY5-512" fmla="*/ 6428952 h 6431334"/>
              <a:gd name="connsiteX6-513" fmla="*/ 0 w 12198187"/>
              <a:gd name="connsiteY6-514" fmla="*/ 5460202 h 6431334"/>
              <a:gd name="connsiteX7-515" fmla="*/ 2473163 w 12198187"/>
              <a:gd name="connsiteY7-516" fmla="*/ 4066419 h 6431334"/>
              <a:gd name="connsiteX8-517" fmla="*/ 2499356 w 12198187"/>
              <a:gd name="connsiteY8-518" fmla="*/ 3973415 h 6431334"/>
              <a:gd name="connsiteX0-519" fmla="*/ 2499356 w 12198187"/>
              <a:gd name="connsiteY0-520" fmla="*/ 3973415 h 6431334"/>
              <a:gd name="connsiteX1-521" fmla="*/ 2496974 w 12198187"/>
              <a:gd name="connsiteY1-522" fmla="*/ 0 h 6431334"/>
              <a:gd name="connsiteX2-523" fmla="*/ 12195806 w 12198187"/>
              <a:gd name="connsiteY2-524" fmla="*/ 2381 h 6431334"/>
              <a:gd name="connsiteX3-525" fmla="*/ 12198187 w 12198187"/>
              <a:gd name="connsiteY3-526" fmla="*/ 6431334 h 6431334"/>
              <a:gd name="connsiteX4-527" fmla="*/ 12198187 w 12198187"/>
              <a:gd name="connsiteY4-528" fmla="*/ 6431334 h 6431334"/>
              <a:gd name="connsiteX5-529" fmla="*/ 3806 w 12198187"/>
              <a:gd name="connsiteY5-530" fmla="*/ 6428952 h 6431334"/>
              <a:gd name="connsiteX6-531" fmla="*/ 0 w 12198187"/>
              <a:gd name="connsiteY6-532" fmla="*/ 5460202 h 6431334"/>
              <a:gd name="connsiteX7-533" fmla="*/ 2468400 w 12198187"/>
              <a:gd name="connsiteY7-534" fmla="*/ 4066419 h 6431334"/>
              <a:gd name="connsiteX8-535" fmla="*/ 2499356 w 12198187"/>
              <a:gd name="connsiteY8-536" fmla="*/ 3973415 h 6431334"/>
              <a:gd name="connsiteX0-537" fmla="*/ 2499356 w 12198187"/>
              <a:gd name="connsiteY0-538" fmla="*/ 3971078 h 6428997"/>
              <a:gd name="connsiteX1-539" fmla="*/ 2501737 w 12198187"/>
              <a:gd name="connsiteY1-540" fmla="*/ 0 h 6428997"/>
              <a:gd name="connsiteX2-541" fmla="*/ 12195806 w 12198187"/>
              <a:gd name="connsiteY2-542" fmla="*/ 44 h 6428997"/>
              <a:gd name="connsiteX3-543" fmla="*/ 12198187 w 12198187"/>
              <a:gd name="connsiteY3-544" fmla="*/ 6428997 h 6428997"/>
              <a:gd name="connsiteX4-545" fmla="*/ 12198187 w 12198187"/>
              <a:gd name="connsiteY4-546" fmla="*/ 6428997 h 6428997"/>
              <a:gd name="connsiteX5-547" fmla="*/ 3806 w 12198187"/>
              <a:gd name="connsiteY5-548" fmla="*/ 6426615 h 6428997"/>
              <a:gd name="connsiteX6-549" fmla="*/ 0 w 12198187"/>
              <a:gd name="connsiteY6-550" fmla="*/ 5457865 h 6428997"/>
              <a:gd name="connsiteX7-551" fmla="*/ 2468400 w 12198187"/>
              <a:gd name="connsiteY7-552" fmla="*/ 4064082 h 6428997"/>
              <a:gd name="connsiteX8-553" fmla="*/ 2499356 w 12198187"/>
              <a:gd name="connsiteY8-554" fmla="*/ 3971078 h 6428997"/>
              <a:gd name="connsiteX0-555" fmla="*/ 2499356 w 12198187"/>
              <a:gd name="connsiteY0-556" fmla="*/ 3971078 h 6428997"/>
              <a:gd name="connsiteX1-557" fmla="*/ 2496974 w 12198187"/>
              <a:gd name="connsiteY1-558" fmla="*/ 0 h 6428997"/>
              <a:gd name="connsiteX2-559" fmla="*/ 12195806 w 12198187"/>
              <a:gd name="connsiteY2-560" fmla="*/ 44 h 6428997"/>
              <a:gd name="connsiteX3-561" fmla="*/ 12198187 w 12198187"/>
              <a:gd name="connsiteY3-562" fmla="*/ 6428997 h 6428997"/>
              <a:gd name="connsiteX4-563" fmla="*/ 12198187 w 12198187"/>
              <a:gd name="connsiteY4-564" fmla="*/ 6428997 h 6428997"/>
              <a:gd name="connsiteX5-565" fmla="*/ 3806 w 12198187"/>
              <a:gd name="connsiteY5-566" fmla="*/ 6426615 h 6428997"/>
              <a:gd name="connsiteX6-567" fmla="*/ 0 w 12198187"/>
              <a:gd name="connsiteY6-568" fmla="*/ 5457865 h 6428997"/>
              <a:gd name="connsiteX7-569" fmla="*/ 2468400 w 12198187"/>
              <a:gd name="connsiteY7-570" fmla="*/ 4064082 h 6428997"/>
              <a:gd name="connsiteX8-571" fmla="*/ 2499356 w 12198187"/>
              <a:gd name="connsiteY8-572" fmla="*/ 3971078 h 6428997"/>
            </a:gdLst>
            <a:rect l="l" t="t" r="r" b="b"/>
            <a:pathLst>
              <a:path w="12198187" h="6428997">
                <a:moveTo>
                  <a:pt x="2499356" y="3971078"/>
                </a:moveTo>
                <a:cubicBezTo>
                  <a:pt x="2496181" y="2595509"/>
                  <a:pt x="2495387" y="6350"/>
                  <a:pt x="2496974" y="0"/>
                </a:cubicBezTo>
                <a:lnTo>
                  <a:pt x="12195806" y="44"/>
                </a:lnTo>
                <a:cubicBezTo>
                  <a:pt x="12196600" y="2143028"/>
                  <a:pt x="12197393" y="4286013"/>
                  <a:pt x="12198187" y="6428997"/>
                </a:cubicBezTo>
                <a:lnTo>
                  <a:pt x="12198187" y="6428997"/>
                </a:lnTo>
                <a:lnTo>
                  <a:pt x="3806" y="6426615"/>
                </a:lnTo>
                <a:cubicBezTo>
                  <a:pt x="3012" y="6155293"/>
                  <a:pt x="794" y="5729187"/>
                  <a:pt x="0" y="5457865"/>
                </a:cubicBezTo>
                <a:cubicBezTo>
                  <a:pt x="1587" y="5462628"/>
                  <a:pt x="2457288" y="4061700"/>
                  <a:pt x="2468400" y="4064082"/>
                </a:cubicBezTo>
                <a:cubicBezTo>
                  <a:pt x="2505706" y="4038681"/>
                  <a:pt x="2497768" y="4015969"/>
                  <a:pt x="2499356" y="397107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181CDAB8-5AD5-4323-A527-6F6ED336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0DA7A7D-D341-4F12-8CD1-273F1296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56B40ED2-F3F1-4A1C-BCCD-3B6CBB2DC51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8A3EE32-E174-4414-BE61-08E1A40FD7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preserve="1" userDrawn="1">
  <p:cSld name="End Slide1">
    <p:bg>
      <p:bgPr>
        <a:blipFill xmlns:a="http://schemas.openxmlformats.org/drawingml/2006/main" rotWithShape="1">
          <a:blip xmlns:r="http://schemas.openxmlformats.org/officeDocument/2006/relationships" r:embed="R86019db1287246a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86A2B7C-6E31-4EF0-AFAB-A62CBE51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40.xml><?xml version="1.0" encoding="utf-8"?>
<p:sldLayout xmlns:p="http://schemas.openxmlformats.org/presentationml/2006/main" preserve="1" userDrawn="1">
  <p:cSld name="End Slide2">
    <p:bg>
      <p:bgPr>
        <a:blipFill xmlns:a="http://schemas.openxmlformats.org/drawingml/2006/main" rotWithShape="1">
          <a:blip xmlns:r="http://schemas.openxmlformats.org/officeDocument/2006/relationships" r:embed="Re35d6c7c448c47c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6E35476-EC3F-4A6D-A2DB-6661E0169F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75720" y="2439000"/>
            <a:ext cx="789628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Ending Remarks Here (YaHei, Bold, 40px, grey)  </a:t>
            </a:r>
          </a:p>
        </p:txBody>
      </p:sp>
      <p:sp>
        <p:nvSpPr>
          <p:cNvPr id="3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EDB3866-BE22-44BA-A8B3-E5A5FE07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Title Slide1">
    <p:bg>
      <p:bgPr>
        <a:blipFill xmlns:a="http://schemas.openxmlformats.org/drawingml/2006/main" rotWithShape="1">
          <a:blip xmlns:r="http://schemas.openxmlformats.org/officeDocument/2006/relationships" r:embed="R28baae3c3068421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図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6580F9DD-3E54-45B0-AC81-566C916738C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-2"/>
            <a:ext cx="3359696" cy="5209200"/>
          </a:xfrm>
          <a:custGeom xmlns:a="http://schemas.openxmlformats.org/drawingml/2006/main"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8A6FC40-4E9F-4768-A70F-21A58EDD97C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140000" y="3528000"/>
            <a:ext cx="733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751CC426-9946-46E5-BA4A-C130027C893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40000" y="1260000"/>
            <a:ext cx="733200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D88D004-757F-4D1F-8B32-57B7D61C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Title Slide2">
    <p:bg>
      <p:bgPr>
        <a:blipFill xmlns:a="http://schemas.openxmlformats.org/drawingml/2006/main" rotWithShape="1">
          <a:blip xmlns:r="http://schemas.openxmlformats.org/officeDocument/2006/relationships" r:embed="R3fd5fd8fc003400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061FDA5-5FD9-448F-BF0F-0BEC916769B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879976" y="3708000"/>
            <a:ext cx="5592024" cy="97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366F7C5-43F7-4275-8DF3-47FCAE6809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9976" y="1440000"/>
            <a:ext cx="5592024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A4A1359-5C33-4842-AD8A-BF919C76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  <p:sp>
        <p:nvSpPr>
          <p:cNvPr id="12" name="図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281DB56D-6A7F-43EB-928F-6626651D299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-2383"/>
            <a:ext cx="5152698" cy="6865651"/>
          </a:xfrm>
          <a:custGeom xmlns:a="http://schemas.openxmlformats.org/drawingml/2006/main"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Click icon to add element, or select to remove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Title Slide3">
    <p:bg>
      <p:bgPr>
        <a:blipFill xmlns:a="http://schemas.openxmlformats.org/drawingml/2006/main" rotWithShape="1">
          <a:blip xmlns:r="http://schemas.openxmlformats.org/officeDocument/2006/relationships" r:embed="R6b16ddcdd037484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F0F078-4E63-4197-8630-BACD59F75DD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0000" y="3204000"/>
            <a:ext cx="1075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89646B7D-FB11-4B7B-BEAF-090D2A7831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1620000"/>
            <a:ext cx="10776600" cy="1224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3A43863-E433-49C3-91BA-82884ECC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preserve="1" userDrawn="1">
  <p:cSld name="1_Contents Slide (Red)">
    <p:bg>
      <p:bgPr>
        <a:blipFill xmlns:a="http://schemas.openxmlformats.org/drawingml/2006/main" rotWithShape="1">
          <a:blip xmlns:r="http://schemas.openxmlformats.org/officeDocument/2006/relationships" r:embed="R4b2392c64b1f45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92A0E0BC-3425-41D1-A25D-1229DC8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945DE09-1FB3-44DF-8ED9-8D91630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6D7D8201-A745-4329-838F-8B4C6580BF4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1DCA235-0DC4-4E24-82E5-46FE998757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preserve="1" userDrawn="1">
  <p:cSld name="2_Contents Slide (Grey)">
    <p:bg>
      <p:bgPr>
        <a:blipFill xmlns:a="http://schemas.openxmlformats.org/drawingml/2006/main" rotWithShape="1">
          <a:blip xmlns:r="http://schemas.openxmlformats.org/officeDocument/2006/relationships" r:embed="R6948b5fc64bd404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38BFE317-1B50-496C-AF2B-2C7F185C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12D78409-FCC0-419F-A6E6-CE1346E2CB8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87D52615-A3C5-4B3B-998F-B94FC15AE9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4ACB050-B056-42A4-96E7-55CDDD38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6.xml><?xml version="1.0" encoding="utf-8"?>
<p:sldLayout xmlns:p="http://schemas.openxmlformats.org/presentationml/2006/main" preserve="1" userDrawn="1">
  <p:cSld name="3_Contents Slide (Yellow)">
    <p:bg>
      <p:bgPr>
        <a:blipFill xmlns:a="http://schemas.openxmlformats.org/drawingml/2006/main" rotWithShape="1">
          <a:blip xmlns:r="http://schemas.openxmlformats.org/officeDocument/2006/relationships" r:embed="R53185102077741a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76FBB2BB-7751-48CF-9723-D234E8C5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6C0B0BDF-D675-46D1-8E14-75F183E50B5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49B06756-EB43-40DD-9805-581C1D7A3D4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08519E1-C2D8-4843-80BA-86EE8CF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preserve="1" userDrawn="1">
  <p:cSld name="4_Contents Slide (Purple)">
    <p:bg>
      <p:bgPr>
        <a:blipFill xmlns:a="http://schemas.openxmlformats.org/drawingml/2006/main" rotWithShape="1">
          <a:blip xmlns:r="http://schemas.openxmlformats.org/officeDocument/2006/relationships" r:embed="R5f590e255c324e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7782D048-7B3E-4DA8-8DAB-552AEA1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191391B2-72B7-467B-8B89-E6BCDE4BEE4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43D8865-5AB5-4FBE-BD8B-3AC84DBA87E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913FAF9-F78E-4BDF-BFD7-BDFBF537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preserve="1" userDrawn="1">
  <p:cSld name="5_Contents Slide (Blue)">
    <p:bg>
      <p:bgPr>
        <a:blipFill xmlns:a="http://schemas.openxmlformats.org/drawingml/2006/main" rotWithShape="1">
          <a:blip xmlns:r="http://schemas.openxmlformats.org/officeDocument/2006/relationships" r:embed="R2d33d4f9182e414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99D1CA62-20E2-471E-8FC6-23A9135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9C4C6191-BD98-4A3A-A554-4C3A14E3C9E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2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7F8B8CA6-07B2-461E-A0E3-357596CF878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0E858E2-9E79-43A3-962F-D8C84F26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preserve="1" userDrawn="1">
  <p:cSld name="6_Contents Slide (Orange)">
    <p:bg>
      <p:bgPr>
        <a:blipFill xmlns:a="http://schemas.openxmlformats.org/drawingml/2006/main" rotWithShape="1">
          <a:blip xmlns:r="http://schemas.openxmlformats.org/officeDocument/2006/relationships" r:embed="R147b566272244dd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DE2DEB69-723C-46FD-B4AB-1CF8D1F2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C97D81E5-B331-4AEA-BB3C-CCDF844B15F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4C0F8E99-7A23-4923-B066-4C79A4B9496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17407B3-B6CF-47A1-AB8D-E886BD4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preserve="1" userDrawn="1">
  <p:cSld name="7_Contents Slide (Green)">
    <p:bg>
      <p:bgPr>
        <a:blipFill xmlns:a="http://schemas.openxmlformats.org/drawingml/2006/main" rotWithShape="1">
          <a:blip xmlns:r="http://schemas.openxmlformats.org/officeDocument/2006/relationships" r:embed="Rd2ac3fca60f946f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FBF58B2A-5E02-4225-BCED-114BA72D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E0D03C4F-D7C3-404F-AA15-220287426EA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4E823C12-2588-48BE-8417-BBC9E4612AA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043A4F9-38B8-497B-BBFE-DE2A9AC2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preserve="1" userDrawn="1">
  <p:cSld name="Blank Slide">
    <p:bg>
      <p:bgPr>
        <a:blipFill xmlns:a="http://schemas.openxmlformats.org/drawingml/2006/main" rotWithShape="1">
          <a:blip xmlns:r="http://schemas.openxmlformats.org/officeDocument/2006/relationships" r:embed="Rfb3447c2fb0f4d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210AECD-F66B-48C1-A78B-DDC71BE09D4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0"/>
            <a:ext cx="12192000" cy="6426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4022F91-472C-4B73-AE22-7F27DE88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0DC5603-1074-4108-BA09-43C2470F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2.xml><?xml version="1.0" encoding="utf-8"?>
<p:sldLayout xmlns:p="http://schemas.openxmlformats.org/presentationml/2006/main" preserve="1" userDrawn="1">
  <p:cSld name="1_Divider Slide (Red)">
    <p:bg>
      <p:bgPr>
        <a:blipFill xmlns:a="http://schemas.openxmlformats.org/drawingml/2006/main" rotWithShape="1">
          <a:blip xmlns:r="http://schemas.openxmlformats.org/officeDocument/2006/relationships" r:embed="R9c7301e651694fd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316630E6-FBA6-4806-9FC5-3BA199E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1CEBAD5-99C7-467A-884C-255B9087B3C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C1A56D2F-1F83-4F13-9314-BF3F676AB4A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DE1D6BF-48B4-4A5E-9A90-5303E39AB31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3784CC3-4C68-42D5-8606-19B8EC1C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preserve="1" userDrawn="1">
  <p:cSld name="2_Divider Slide (Grey)">
    <p:bg>
      <p:bgPr>
        <a:blipFill xmlns:a="http://schemas.openxmlformats.org/drawingml/2006/main" rotWithShape="1">
          <a:blip xmlns:r="http://schemas.openxmlformats.org/officeDocument/2006/relationships" r:embed="R1b8b66a1853740b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2D2FCA89-B610-4329-9134-2AA006FA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41E1F57-F98C-4953-AF4E-5F7387E2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DC93C10-AC5B-4330-A914-0C7F54411F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7A396A56-E47E-41EB-82DA-4A7E96AFB35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C359EE1-D6E0-4A06-96B7-E765F6920F2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 preserve="1" userDrawn="1">
  <p:cSld name="3_Divider Slide (Yellow)">
    <p:bg>
      <p:bgPr>
        <a:blipFill xmlns:a="http://schemas.openxmlformats.org/drawingml/2006/main" rotWithShape="1">
          <a:blip xmlns:r="http://schemas.openxmlformats.org/officeDocument/2006/relationships" r:embed="R9680d52802134dd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A559E2C8-5658-4F5A-A611-F4579818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0F31537-3A12-4B19-AF62-C47B372C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98944E5-5D5D-4DDC-9DB0-087115DDA3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591A20DA-0367-4BB7-B8B0-BE2B398F633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DF53796-7598-41E1-8411-F70FCAFA731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 preserve="1" userDrawn="1">
  <p:cSld name="4_Divider Slide (Purple)">
    <p:bg>
      <p:bgPr>
        <a:blipFill xmlns:a="http://schemas.openxmlformats.org/drawingml/2006/main" rotWithShape="1">
          <a:blip xmlns:r="http://schemas.openxmlformats.org/officeDocument/2006/relationships" r:embed="Rbf4a649edafb47c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9A00D7E3-7A1D-4AAA-A854-9514E963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035AB91-7D5C-4527-96C9-F260945A393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8204B80F-0E52-4ED8-959A-FA3E9353E26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27C6834-CA0A-4249-BF2C-B7734D11305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2788B72-4766-4D27-B719-E50C6AA0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6.xml><?xml version="1.0" encoding="utf-8"?>
<p:sldLayout xmlns:p="http://schemas.openxmlformats.org/presentationml/2006/main" preserve="1" userDrawn="1">
  <p:cSld name="5_Divider Slide (Blue)">
    <p:bg>
      <p:bgPr>
        <a:blipFill xmlns:a="http://schemas.openxmlformats.org/drawingml/2006/main" rotWithShape="1">
          <a:blip xmlns:r="http://schemas.openxmlformats.org/officeDocument/2006/relationships" r:embed="R3090ae69378f47a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973F03CB-A2A0-4C49-B489-1E2487E4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8FFB0AF-35EE-4CA6-B9AC-FB5E54684EF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01CDD310-E604-4AB9-9984-A320A893AA0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C83A5519-C6B3-42B7-87C9-698C7403C3F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E5EE319-5661-44C0-8254-D378A0AF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 preserve="1" userDrawn="1">
  <p:cSld name="6_Divider Slide (Orange)">
    <p:bg>
      <p:bgPr>
        <a:blipFill xmlns:a="http://schemas.openxmlformats.org/drawingml/2006/main" rotWithShape="1">
          <a:blip xmlns:r="http://schemas.openxmlformats.org/officeDocument/2006/relationships" r:embed="Rebc1300858ba44d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96DCB487-69BE-4A8E-80F1-3AC3602B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FFE9F37-6998-48CB-9F7D-A6C53AA287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3AB4CB99-B06E-4281-8B59-4D2223E2F1A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BD84A8F1-5758-4124-A261-056DEC0397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CA04BE7-5A64-4F02-A12B-5DE123AD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8.xml><?xml version="1.0" encoding="utf-8"?>
<p:sldLayout xmlns:p="http://schemas.openxmlformats.org/presentationml/2006/main" preserve="1" userDrawn="1">
  <p:cSld name="7_Divider Slide (Green)">
    <p:bg>
      <p:bgPr>
        <a:blipFill xmlns:a="http://schemas.openxmlformats.org/drawingml/2006/main" rotWithShape="1">
          <a:blip xmlns:r="http://schemas.openxmlformats.org/officeDocument/2006/relationships" r:embed="R8e10ab023ba34af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F7B32AC-FEA5-49AC-97D1-F30D401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DB3948A-87A5-4CD9-834D-CEE540DC969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80CEFF76-9631-4F31-A1B0-88EEC3ACB63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311AF99-89D9-490D-89F9-C233DF1F0D1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A45713B-90EE-4ACF-8745-CD00BDEE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59.xml><?xml version="1.0" encoding="utf-8"?>
<p:sldLayout xmlns:p="http://schemas.openxmlformats.org/presentationml/2006/main" preserve="1" userDrawn="1">
  <p:cSld name="End Slide1">
    <p:bg>
      <p:bgPr>
        <a:blipFill xmlns:a="http://schemas.openxmlformats.org/drawingml/2006/main" rotWithShape="1">
          <a:blip xmlns:r="http://schemas.openxmlformats.org/officeDocument/2006/relationships" r:embed="Rc744ccc6abd341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A6F1F09-F0E3-47CC-96C1-A294BBE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preserve="1" userDrawn="1">
  <p:cSld name="End Slide2">
    <p:bg>
      <p:bgPr>
        <a:blipFill xmlns:a="http://schemas.openxmlformats.org/drawingml/2006/main" rotWithShape="1">
          <a:blip xmlns:r="http://schemas.openxmlformats.org/officeDocument/2006/relationships" r:embed="Re3ddd44ab193411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5F2127E-B722-42FE-8A67-705164B02F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75720" y="2439000"/>
            <a:ext cx="789628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Ending Remarks Here (YaHei, Bold, 40px, grey)  </a:t>
            </a:r>
          </a:p>
        </p:txBody>
      </p:sp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2DA92EC-5808-47AD-B9F9-2812D9E8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Strictly Confidential</a:t>
            </a:r>
          </a:p>
        </p:txBody>
      </p:sp>
    </p:spTree>
  </p:cSld>
</p:sldLayout>
</file>

<file path=ppt/slideLayouts/slideLayout61.xml><?xml version="1.0" encoding="utf-8"?>
<p:sldLayout xmlns:p="http://schemas.openxmlformats.org/presentationml/2006/main" preserve="1" userDrawn="1">
  <p:cSld name="Title Slide1">
    <p:bg>
      <p:bgPr>
        <a:blipFill xmlns:a="http://schemas.openxmlformats.org/drawingml/2006/main" rotWithShape="1">
          <a:blip xmlns:r="http://schemas.openxmlformats.org/officeDocument/2006/relationships" r:embed="Rdd227338a75d4ed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図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3EA6917-2EFB-4253-823F-EE8088C1E0EB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-2"/>
            <a:ext cx="3359696" cy="5209200"/>
          </a:xfrm>
          <a:custGeom xmlns:a="http://schemas.openxmlformats.org/drawingml/2006/main">
            <a:gdLst>
              <a:gd name="connsiteX0" fmla="*/ 0 w 3366000"/>
              <a:gd name="connsiteY0" fmla="*/ 0 h 3276000"/>
              <a:gd name="connsiteX1" fmla="*/ 3366000 w 3366000"/>
              <a:gd name="connsiteY1" fmla="*/ 0 h 3276000"/>
              <a:gd name="connsiteX2" fmla="*/ 3366000 w 3366000"/>
              <a:gd name="connsiteY2" fmla="*/ 3276000 h 3276000"/>
              <a:gd name="connsiteX3" fmla="*/ 0 w 3366000"/>
              <a:gd name="connsiteY3" fmla="*/ 3276000 h 3276000"/>
              <a:gd name="connsiteX4" fmla="*/ 0 w 3366000"/>
              <a:gd name="connsiteY4" fmla="*/ 0 h 3276000"/>
              <a:gd name="connsiteX0-1" fmla="*/ 0 w 3366000"/>
              <a:gd name="connsiteY0-2" fmla="*/ 0 h 5200260"/>
              <a:gd name="connsiteX1-3" fmla="*/ 3366000 w 3366000"/>
              <a:gd name="connsiteY1-4" fmla="*/ 0 h 5200260"/>
              <a:gd name="connsiteX2-5" fmla="*/ 3355951 w 3366000"/>
              <a:gd name="connsiteY2-6" fmla="*/ 5200260 h 5200260"/>
              <a:gd name="connsiteX3-7" fmla="*/ 0 w 3366000"/>
              <a:gd name="connsiteY3-8" fmla="*/ 3276000 h 5200260"/>
              <a:gd name="connsiteX4-9" fmla="*/ 0 w 3366000"/>
              <a:gd name="connsiteY4-10" fmla="*/ 0 h 5200260"/>
              <a:gd name="connsiteX0-11" fmla="*/ 0 w 3366000"/>
              <a:gd name="connsiteY0-12" fmla="*/ 0 h 5207404"/>
              <a:gd name="connsiteX1-13" fmla="*/ 3366000 w 3366000"/>
              <a:gd name="connsiteY1-14" fmla="*/ 0 h 5207404"/>
              <a:gd name="connsiteX2-15" fmla="*/ 3355951 w 3366000"/>
              <a:gd name="connsiteY2-16" fmla="*/ 5207404 h 5207404"/>
              <a:gd name="connsiteX3-17" fmla="*/ 0 w 3366000"/>
              <a:gd name="connsiteY3-18" fmla="*/ 3276000 h 5207404"/>
              <a:gd name="connsiteX4-19" fmla="*/ 0 w 3366000"/>
              <a:gd name="connsiteY4-20" fmla="*/ 0 h 5207404"/>
              <a:gd name="connsiteX0-21" fmla="*/ 0 w 3366000"/>
              <a:gd name="connsiteY0-22" fmla="*/ 0 h 5207404"/>
              <a:gd name="connsiteX1-23" fmla="*/ 3366000 w 3366000"/>
              <a:gd name="connsiteY1-24" fmla="*/ 0 h 5207404"/>
              <a:gd name="connsiteX2-25" fmla="*/ 3355951 w 3366000"/>
              <a:gd name="connsiteY2-26" fmla="*/ 5207404 h 5207404"/>
              <a:gd name="connsiteX3-27" fmla="*/ 3321844 w 3366000"/>
              <a:gd name="connsiteY3-28" fmla="*/ 5186363 h 5207404"/>
              <a:gd name="connsiteX4-29" fmla="*/ 0 w 3366000"/>
              <a:gd name="connsiteY4-30" fmla="*/ 3276000 h 5207404"/>
              <a:gd name="connsiteX5" fmla="*/ 0 w 3366000"/>
              <a:gd name="connsiteY5" fmla="*/ 0 h 5207404"/>
              <a:gd name="connsiteX0-31" fmla="*/ 0 w 3366000"/>
              <a:gd name="connsiteY0-32" fmla="*/ 0 h 5186363"/>
              <a:gd name="connsiteX1-33" fmla="*/ 3366000 w 3366000"/>
              <a:gd name="connsiteY1-34" fmla="*/ 0 h 5186363"/>
              <a:gd name="connsiteX2-35" fmla="*/ 3358332 w 3366000"/>
              <a:gd name="connsiteY2-36" fmla="*/ 5155017 h 5186363"/>
              <a:gd name="connsiteX3-37" fmla="*/ 3321844 w 3366000"/>
              <a:gd name="connsiteY3-38" fmla="*/ 5186363 h 5186363"/>
              <a:gd name="connsiteX4-39" fmla="*/ 0 w 3366000"/>
              <a:gd name="connsiteY4-40" fmla="*/ 3276000 h 5186363"/>
              <a:gd name="connsiteX5-41" fmla="*/ 0 w 3366000"/>
              <a:gd name="connsiteY5-42" fmla="*/ 0 h 5186363"/>
              <a:gd name="connsiteX0-43" fmla="*/ 0 w 3366000"/>
              <a:gd name="connsiteY0-44" fmla="*/ 0 h 5192467"/>
              <a:gd name="connsiteX1-45" fmla="*/ 3366000 w 3366000"/>
              <a:gd name="connsiteY1-46" fmla="*/ 0 h 5192467"/>
              <a:gd name="connsiteX2-47" fmla="*/ 3358332 w 3366000"/>
              <a:gd name="connsiteY2-48" fmla="*/ 5155017 h 5192467"/>
              <a:gd name="connsiteX3-49" fmla="*/ 3321844 w 3366000"/>
              <a:gd name="connsiteY3-50" fmla="*/ 5186363 h 5192467"/>
              <a:gd name="connsiteX4-51" fmla="*/ 0 w 3366000"/>
              <a:gd name="connsiteY4-52" fmla="*/ 3276000 h 5192467"/>
              <a:gd name="connsiteX5-53" fmla="*/ 0 w 3366000"/>
              <a:gd name="connsiteY5-54" fmla="*/ 0 h 5192467"/>
              <a:gd name="connsiteX0-55" fmla="*/ 0 w 3366000"/>
              <a:gd name="connsiteY0-56" fmla="*/ 0 h 5201135"/>
              <a:gd name="connsiteX1-57" fmla="*/ 3366000 w 3366000"/>
              <a:gd name="connsiteY1-58" fmla="*/ 0 h 5201135"/>
              <a:gd name="connsiteX2-59" fmla="*/ 3358332 w 3366000"/>
              <a:gd name="connsiteY2-60" fmla="*/ 5155017 h 5201135"/>
              <a:gd name="connsiteX3-61" fmla="*/ 3321844 w 3366000"/>
              <a:gd name="connsiteY3-62" fmla="*/ 5186363 h 5201135"/>
              <a:gd name="connsiteX4-63" fmla="*/ 0 w 3366000"/>
              <a:gd name="connsiteY4-64" fmla="*/ 3276000 h 5201135"/>
              <a:gd name="connsiteX5-65" fmla="*/ 0 w 3366000"/>
              <a:gd name="connsiteY5-66" fmla="*/ 0 h 5201135"/>
              <a:gd name="connsiteX0-67" fmla="*/ 0 w 3366000"/>
              <a:gd name="connsiteY0-68" fmla="*/ 0 h 5176054"/>
              <a:gd name="connsiteX1-69" fmla="*/ 3366000 w 3366000"/>
              <a:gd name="connsiteY1-70" fmla="*/ 0 h 5176054"/>
              <a:gd name="connsiteX2-71" fmla="*/ 3358332 w 3366000"/>
              <a:gd name="connsiteY2-72" fmla="*/ 5155017 h 5176054"/>
              <a:gd name="connsiteX3-73" fmla="*/ 3264694 w 3366000"/>
              <a:gd name="connsiteY3-74" fmla="*/ 5093494 h 5176054"/>
              <a:gd name="connsiteX4-75" fmla="*/ 0 w 3366000"/>
              <a:gd name="connsiteY4-76" fmla="*/ 3276000 h 5176054"/>
              <a:gd name="connsiteX5-77" fmla="*/ 0 w 3366000"/>
              <a:gd name="connsiteY5-78" fmla="*/ 0 h 5176054"/>
              <a:gd name="connsiteX0-79" fmla="*/ 0 w 3366000"/>
              <a:gd name="connsiteY0-80" fmla="*/ 0 h 5198670"/>
              <a:gd name="connsiteX1-81" fmla="*/ 3366000 w 3366000"/>
              <a:gd name="connsiteY1-82" fmla="*/ 0 h 5198670"/>
              <a:gd name="connsiteX2-83" fmla="*/ 3358332 w 3366000"/>
              <a:gd name="connsiteY2-84" fmla="*/ 5155017 h 5198670"/>
              <a:gd name="connsiteX3-85" fmla="*/ 3307557 w 3366000"/>
              <a:gd name="connsiteY3-86" fmla="*/ 5181600 h 5198670"/>
              <a:gd name="connsiteX4-87" fmla="*/ 0 w 3366000"/>
              <a:gd name="connsiteY4-88" fmla="*/ 3276000 h 5198670"/>
              <a:gd name="connsiteX5-89" fmla="*/ 0 w 3366000"/>
              <a:gd name="connsiteY5-90" fmla="*/ 0 h 5198670"/>
              <a:gd name="connsiteX0-91" fmla="*/ 0 w 3366000"/>
              <a:gd name="connsiteY0-92" fmla="*/ 0 h 5197494"/>
              <a:gd name="connsiteX1-93" fmla="*/ 3366000 w 3366000"/>
              <a:gd name="connsiteY1-94" fmla="*/ 0 h 5197494"/>
              <a:gd name="connsiteX2-95" fmla="*/ 3358332 w 3366000"/>
              <a:gd name="connsiteY2-96" fmla="*/ 5152636 h 5197494"/>
              <a:gd name="connsiteX3-97" fmla="*/ 3307557 w 3366000"/>
              <a:gd name="connsiteY3-98" fmla="*/ 5181600 h 5197494"/>
              <a:gd name="connsiteX4-99" fmla="*/ 0 w 3366000"/>
              <a:gd name="connsiteY4-100" fmla="*/ 3276000 h 5197494"/>
              <a:gd name="connsiteX5-101" fmla="*/ 0 w 3366000"/>
              <a:gd name="connsiteY5-102" fmla="*/ 0 h 5197494"/>
              <a:gd name="connsiteX0-103" fmla="*/ 0 w 3366000"/>
              <a:gd name="connsiteY0-104" fmla="*/ 0 h 5198413"/>
              <a:gd name="connsiteX1-105" fmla="*/ 3366000 w 3366000"/>
              <a:gd name="connsiteY1-106" fmla="*/ 0 h 5198413"/>
              <a:gd name="connsiteX2-107" fmla="*/ 3358332 w 3366000"/>
              <a:gd name="connsiteY2-108" fmla="*/ 5152636 h 5198413"/>
              <a:gd name="connsiteX3-109" fmla="*/ 3307557 w 3366000"/>
              <a:gd name="connsiteY3-110" fmla="*/ 5181600 h 5198413"/>
              <a:gd name="connsiteX4-111" fmla="*/ 0 w 3366000"/>
              <a:gd name="connsiteY4-112" fmla="*/ 3276000 h 5198413"/>
              <a:gd name="connsiteX5-113" fmla="*/ 0 w 3366000"/>
              <a:gd name="connsiteY5-114" fmla="*/ 0 h 5198413"/>
              <a:gd name="connsiteX0-115" fmla="*/ 0 w 3366000"/>
              <a:gd name="connsiteY0-116" fmla="*/ 0 h 5190314"/>
              <a:gd name="connsiteX1-117" fmla="*/ 3366000 w 3366000"/>
              <a:gd name="connsiteY1-118" fmla="*/ 0 h 5190314"/>
              <a:gd name="connsiteX2-119" fmla="*/ 3358332 w 3366000"/>
              <a:gd name="connsiteY2-120" fmla="*/ 5152636 h 5190314"/>
              <a:gd name="connsiteX3-121" fmla="*/ 3307557 w 3366000"/>
              <a:gd name="connsiteY3-122" fmla="*/ 5181600 h 5190314"/>
              <a:gd name="connsiteX4-123" fmla="*/ 0 w 3366000"/>
              <a:gd name="connsiteY4-124" fmla="*/ 3276000 h 5190314"/>
              <a:gd name="connsiteX5-125" fmla="*/ 0 w 3366000"/>
              <a:gd name="connsiteY5-126" fmla="*/ 0 h 5190314"/>
              <a:gd name="connsiteX0-127" fmla="*/ 0 w 3366000"/>
              <a:gd name="connsiteY0-128" fmla="*/ 0 h 5194621"/>
              <a:gd name="connsiteX1-129" fmla="*/ 3366000 w 3366000"/>
              <a:gd name="connsiteY1-130" fmla="*/ 0 h 5194621"/>
              <a:gd name="connsiteX2-131" fmla="*/ 3363095 w 3366000"/>
              <a:gd name="connsiteY2-132" fmla="*/ 5164542 h 5194621"/>
              <a:gd name="connsiteX3-133" fmla="*/ 3307557 w 3366000"/>
              <a:gd name="connsiteY3-134" fmla="*/ 5181600 h 5194621"/>
              <a:gd name="connsiteX4-135" fmla="*/ 0 w 3366000"/>
              <a:gd name="connsiteY4-136" fmla="*/ 3276000 h 5194621"/>
              <a:gd name="connsiteX5-137" fmla="*/ 0 w 3366000"/>
              <a:gd name="connsiteY5-138" fmla="*/ 0 h 5194621"/>
              <a:gd name="connsiteX0-139" fmla="*/ 0 w 3366000"/>
              <a:gd name="connsiteY0-140" fmla="*/ 0 h 5197431"/>
              <a:gd name="connsiteX1-141" fmla="*/ 3366000 w 3366000"/>
              <a:gd name="connsiteY1-142" fmla="*/ 0 h 5197431"/>
              <a:gd name="connsiteX2-143" fmla="*/ 3363095 w 3366000"/>
              <a:gd name="connsiteY2-144" fmla="*/ 5164542 h 5197431"/>
              <a:gd name="connsiteX3-145" fmla="*/ 3309938 w 3366000"/>
              <a:gd name="connsiteY3-146" fmla="*/ 5186363 h 5197431"/>
              <a:gd name="connsiteX4-147" fmla="*/ 0 w 3366000"/>
              <a:gd name="connsiteY4-148" fmla="*/ 3276000 h 5197431"/>
              <a:gd name="connsiteX5-149" fmla="*/ 0 w 3366000"/>
              <a:gd name="connsiteY5-150" fmla="*/ 0 h 5197431"/>
            </a:gdLst>
            <a:rect l="l" t="t" r="r" b="b"/>
            <a:pathLst>
              <a:path w="3366000" h="5197431">
                <a:moveTo>
                  <a:pt x="0" y="0"/>
                </a:moveTo>
                <a:lnTo>
                  <a:pt x="3366000" y="0"/>
                </a:lnTo>
                <a:cubicBezTo>
                  <a:pt x="3362650" y="1733420"/>
                  <a:pt x="3366445" y="3431122"/>
                  <a:pt x="3363095" y="5164542"/>
                </a:cubicBezTo>
                <a:cubicBezTo>
                  <a:pt x="3358076" y="5205947"/>
                  <a:pt x="3338770" y="5202107"/>
                  <a:pt x="3309938" y="5186363"/>
                </a:cubicBezTo>
                <a:lnTo>
                  <a:pt x="0" y="3276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F752466-3D0E-41D5-8BBA-B8480DB742D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4140000" y="3528000"/>
            <a:ext cx="733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3C42402D-22B7-4DBC-9DF6-7A2ED7752D1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40000" y="1260000"/>
            <a:ext cx="733200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FB7FFA6-D742-4116-BBEB-02B5F4C1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2.xml><?xml version="1.0" encoding="utf-8"?>
<p:sldLayout xmlns:p="http://schemas.openxmlformats.org/presentationml/2006/main" preserve="1" userDrawn="1">
  <p:cSld name="Title Slide2">
    <p:bg>
      <p:bgPr>
        <a:blipFill xmlns:a="http://schemas.openxmlformats.org/drawingml/2006/main" rotWithShape="1">
          <a:blip xmlns:r="http://schemas.openxmlformats.org/officeDocument/2006/relationships" r:embed="R9afc9c4a5f9e43a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EC45E63-408A-4C62-BA70-790DDA0C968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5879976" y="3708000"/>
            <a:ext cx="5592024" cy="97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BFA98987-CE85-44E6-89B9-4B44D39C449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9976" y="1440000"/>
            <a:ext cx="5592024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73F02F4-4FE2-4365-87ED-92FCC3FC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  <p:sp>
        <p:nvSpPr>
          <p:cNvPr id="12" name="図プレースホルダー 11">
            <a:extLst xmlns:a="http://schemas.openxmlformats.org/drawingml/2006/main">
              <a:ext uri="{FF2B5EF4-FFF2-40B4-BE49-F238E27FC236}">
                <a16:creationId xmlns:a16="http://schemas.microsoft.com/office/drawing/2014/main" id="{18B47C4A-732B-406F-BF7F-26B133FDAE0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-2383"/>
            <a:ext cx="5152698" cy="6865651"/>
          </a:xfrm>
          <a:custGeom xmlns:a="http://schemas.openxmlformats.org/drawingml/2006/main">
            <a:gdLst>
              <a:gd name="connsiteX0" fmla="*/ 0 w 5159375"/>
              <a:gd name="connsiteY0" fmla="*/ 0 h 6858000"/>
              <a:gd name="connsiteX1" fmla="*/ 5159375 w 5159375"/>
              <a:gd name="connsiteY1" fmla="*/ 0 h 6858000"/>
              <a:gd name="connsiteX2" fmla="*/ 5159375 w 5159375"/>
              <a:gd name="connsiteY2" fmla="*/ 6858000 h 6858000"/>
              <a:gd name="connsiteX3" fmla="*/ 0 w 5159375"/>
              <a:gd name="connsiteY3" fmla="*/ 6858000 h 6858000"/>
              <a:gd name="connsiteX4" fmla="*/ 0 w 5159375"/>
              <a:gd name="connsiteY4" fmla="*/ 0 h 6858000"/>
              <a:gd name="connsiteX0-1" fmla="*/ 0 w 5159375"/>
              <a:gd name="connsiteY0-2" fmla="*/ 0 h 6858000"/>
              <a:gd name="connsiteX1-3" fmla="*/ 5159375 w 5159375"/>
              <a:gd name="connsiteY1-4" fmla="*/ 0 h 6858000"/>
              <a:gd name="connsiteX2-5" fmla="*/ 5150322 w 5159375"/>
              <a:gd name="connsiteY2-6" fmla="*/ 4775703 h 6858000"/>
              <a:gd name="connsiteX3-7" fmla="*/ 0 w 5159375"/>
              <a:gd name="connsiteY3-8" fmla="*/ 6858000 h 6858000"/>
              <a:gd name="connsiteX4-9" fmla="*/ 0 w 5159375"/>
              <a:gd name="connsiteY4-10" fmla="*/ 0 h 6858000"/>
              <a:gd name="connsiteX0-11" fmla="*/ 0 w 5159375"/>
              <a:gd name="connsiteY0-12" fmla="*/ 0 h 6858000"/>
              <a:gd name="connsiteX1-13" fmla="*/ 5159375 w 5159375"/>
              <a:gd name="connsiteY1-14" fmla="*/ 0 h 6858000"/>
              <a:gd name="connsiteX2-15" fmla="*/ 5150322 w 5159375"/>
              <a:gd name="connsiteY2-16" fmla="*/ 4775703 h 6858000"/>
              <a:gd name="connsiteX3-17" fmla="*/ 1493822 w 5159375"/>
              <a:gd name="connsiteY3-18" fmla="*/ 6853473 h 6858000"/>
              <a:gd name="connsiteX4-19" fmla="*/ 0 w 5159375"/>
              <a:gd name="connsiteY4-20" fmla="*/ 6858000 h 6858000"/>
              <a:gd name="connsiteX5" fmla="*/ 0 w 5159375"/>
              <a:gd name="connsiteY5" fmla="*/ 0 h 6858000"/>
              <a:gd name="connsiteX0-21" fmla="*/ 0 w 5159375"/>
              <a:gd name="connsiteY0-22" fmla="*/ 0 h 6905724"/>
              <a:gd name="connsiteX1-23" fmla="*/ 5159375 w 5159375"/>
              <a:gd name="connsiteY1-24" fmla="*/ 0 h 6905724"/>
              <a:gd name="connsiteX2-25" fmla="*/ 5150322 w 5159375"/>
              <a:gd name="connsiteY2-26" fmla="*/ 4775703 h 6905724"/>
              <a:gd name="connsiteX3-27" fmla="*/ 1490556 w 5159375"/>
              <a:gd name="connsiteY3-28" fmla="*/ 6905724 h 6905724"/>
              <a:gd name="connsiteX4-29" fmla="*/ 0 w 5159375"/>
              <a:gd name="connsiteY4-30" fmla="*/ 6858000 h 6905724"/>
              <a:gd name="connsiteX5-31" fmla="*/ 0 w 5159375"/>
              <a:gd name="connsiteY5-32" fmla="*/ 0 h 6905724"/>
              <a:gd name="connsiteX0-33" fmla="*/ 0 w 5159375"/>
              <a:gd name="connsiteY0-34" fmla="*/ 0 h 6863269"/>
              <a:gd name="connsiteX1-35" fmla="*/ 5159375 w 5159375"/>
              <a:gd name="connsiteY1-36" fmla="*/ 0 h 6863269"/>
              <a:gd name="connsiteX2-37" fmla="*/ 5150322 w 5159375"/>
              <a:gd name="connsiteY2-38" fmla="*/ 4775703 h 6863269"/>
              <a:gd name="connsiteX3-39" fmla="*/ 1484025 w 5159375"/>
              <a:gd name="connsiteY3-40" fmla="*/ 6863269 h 6863269"/>
              <a:gd name="connsiteX4-41" fmla="*/ 0 w 5159375"/>
              <a:gd name="connsiteY4-42" fmla="*/ 6858000 h 6863269"/>
              <a:gd name="connsiteX5-43" fmla="*/ 0 w 5159375"/>
              <a:gd name="connsiteY5-44" fmla="*/ 0 h 6863269"/>
              <a:gd name="connsiteX0-45" fmla="*/ 0 w 5159375"/>
              <a:gd name="connsiteY0-46" fmla="*/ 0 h 6863269"/>
              <a:gd name="connsiteX1-47" fmla="*/ 5159375 w 5159375"/>
              <a:gd name="connsiteY1-48" fmla="*/ 0 h 6863269"/>
              <a:gd name="connsiteX2-49" fmla="*/ 5150322 w 5159375"/>
              <a:gd name="connsiteY2-50" fmla="*/ 4775703 h 6863269"/>
              <a:gd name="connsiteX3-51" fmla="*/ 1484025 w 5159375"/>
              <a:gd name="connsiteY3-52" fmla="*/ 6863269 h 6863269"/>
              <a:gd name="connsiteX4-53" fmla="*/ 0 w 5159375"/>
              <a:gd name="connsiteY4-54" fmla="*/ 6858000 h 6863269"/>
              <a:gd name="connsiteX5-55" fmla="*/ 0 w 5159375"/>
              <a:gd name="connsiteY5-56" fmla="*/ 0 h 6863269"/>
              <a:gd name="connsiteX0-57" fmla="*/ 0 w 5539864"/>
              <a:gd name="connsiteY0-58" fmla="*/ 0 h 6863269"/>
              <a:gd name="connsiteX1-59" fmla="*/ 5159375 w 5539864"/>
              <a:gd name="connsiteY1-60" fmla="*/ 0 h 6863269"/>
              <a:gd name="connsiteX2-61" fmla="*/ 5153297 w 5539864"/>
              <a:gd name="connsiteY2-62" fmla="*/ 4686301 h 6863269"/>
              <a:gd name="connsiteX3-63" fmla="*/ 5150322 w 5539864"/>
              <a:gd name="connsiteY3-64" fmla="*/ 4775703 h 6863269"/>
              <a:gd name="connsiteX4-65" fmla="*/ 1484025 w 5539864"/>
              <a:gd name="connsiteY4-66" fmla="*/ 6863269 h 6863269"/>
              <a:gd name="connsiteX5-67" fmla="*/ 0 w 5539864"/>
              <a:gd name="connsiteY5-68" fmla="*/ 6858000 h 6863269"/>
              <a:gd name="connsiteX6" fmla="*/ 0 w 5539864"/>
              <a:gd name="connsiteY6" fmla="*/ 0 h 6863269"/>
              <a:gd name="connsiteX0-69" fmla="*/ 0 w 5539864"/>
              <a:gd name="connsiteY0-70" fmla="*/ 0 h 6863269"/>
              <a:gd name="connsiteX1-71" fmla="*/ 5159375 w 5539864"/>
              <a:gd name="connsiteY1-72" fmla="*/ 0 h 6863269"/>
              <a:gd name="connsiteX2-73" fmla="*/ 5153297 w 5539864"/>
              <a:gd name="connsiteY2-74" fmla="*/ 4686301 h 6863269"/>
              <a:gd name="connsiteX3-75" fmla="*/ 5150322 w 5539864"/>
              <a:gd name="connsiteY3-76" fmla="*/ 4775703 h 6863269"/>
              <a:gd name="connsiteX4-77" fmla="*/ 1484025 w 5539864"/>
              <a:gd name="connsiteY4-78" fmla="*/ 6863269 h 6863269"/>
              <a:gd name="connsiteX5-79" fmla="*/ 0 w 5539864"/>
              <a:gd name="connsiteY5-80" fmla="*/ 6858000 h 6863269"/>
              <a:gd name="connsiteX6-81" fmla="*/ 0 w 5539864"/>
              <a:gd name="connsiteY6-82" fmla="*/ 0 h 6863269"/>
              <a:gd name="connsiteX0-83" fmla="*/ 0 w 5539864"/>
              <a:gd name="connsiteY0-84" fmla="*/ 0 h 6863269"/>
              <a:gd name="connsiteX1-85" fmla="*/ 5159375 w 5539864"/>
              <a:gd name="connsiteY1-86" fmla="*/ 0 h 6863269"/>
              <a:gd name="connsiteX2-87" fmla="*/ 5153297 w 5539864"/>
              <a:gd name="connsiteY2-88" fmla="*/ 4686301 h 6863269"/>
              <a:gd name="connsiteX3-89" fmla="*/ 5098071 w 5539864"/>
              <a:gd name="connsiteY3-90" fmla="*/ 4788766 h 6863269"/>
              <a:gd name="connsiteX4-91" fmla="*/ 1484025 w 5539864"/>
              <a:gd name="connsiteY4-92" fmla="*/ 6863269 h 6863269"/>
              <a:gd name="connsiteX5-93" fmla="*/ 0 w 5539864"/>
              <a:gd name="connsiteY5-94" fmla="*/ 6858000 h 6863269"/>
              <a:gd name="connsiteX6-95" fmla="*/ 0 w 5539864"/>
              <a:gd name="connsiteY6-96" fmla="*/ 0 h 6863269"/>
              <a:gd name="connsiteX0-97" fmla="*/ 0 w 5539864"/>
              <a:gd name="connsiteY0-98" fmla="*/ 0 h 6863269"/>
              <a:gd name="connsiteX1-99" fmla="*/ 5159375 w 5539864"/>
              <a:gd name="connsiteY1-100" fmla="*/ 0 h 6863269"/>
              <a:gd name="connsiteX2-101" fmla="*/ 5153297 w 5539864"/>
              <a:gd name="connsiteY2-102" fmla="*/ 4686301 h 6863269"/>
              <a:gd name="connsiteX3-103" fmla="*/ 5098071 w 5539864"/>
              <a:gd name="connsiteY3-104" fmla="*/ 4788766 h 6863269"/>
              <a:gd name="connsiteX4-105" fmla="*/ 1484025 w 5539864"/>
              <a:gd name="connsiteY4-106" fmla="*/ 6863269 h 6863269"/>
              <a:gd name="connsiteX5-107" fmla="*/ 0 w 5539864"/>
              <a:gd name="connsiteY5-108" fmla="*/ 6858000 h 6863269"/>
              <a:gd name="connsiteX6-109" fmla="*/ 0 w 5539864"/>
              <a:gd name="connsiteY6-110" fmla="*/ 0 h 6863269"/>
              <a:gd name="connsiteX0-111" fmla="*/ 0 w 5539864"/>
              <a:gd name="connsiteY0-112" fmla="*/ 0 h 6863269"/>
              <a:gd name="connsiteX1-113" fmla="*/ 5159375 w 5539864"/>
              <a:gd name="connsiteY1-114" fmla="*/ 0 h 6863269"/>
              <a:gd name="connsiteX2-115" fmla="*/ 5153297 w 5539864"/>
              <a:gd name="connsiteY2-116" fmla="*/ 4686301 h 6863269"/>
              <a:gd name="connsiteX3-117" fmla="*/ 5108064 w 5539864"/>
              <a:gd name="connsiteY3-118" fmla="*/ 4776274 h 6863269"/>
              <a:gd name="connsiteX4-119" fmla="*/ 1484025 w 5539864"/>
              <a:gd name="connsiteY4-120" fmla="*/ 6863269 h 6863269"/>
              <a:gd name="connsiteX5-121" fmla="*/ 0 w 5539864"/>
              <a:gd name="connsiteY5-122" fmla="*/ 6858000 h 6863269"/>
              <a:gd name="connsiteX6-123" fmla="*/ 0 w 5539864"/>
              <a:gd name="connsiteY6-124" fmla="*/ 0 h 6863269"/>
              <a:gd name="connsiteX0-125" fmla="*/ 0 w 5539222"/>
              <a:gd name="connsiteY0-126" fmla="*/ 0 h 6863269"/>
              <a:gd name="connsiteX1-127" fmla="*/ 5159375 w 5539222"/>
              <a:gd name="connsiteY1-128" fmla="*/ 0 h 6863269"/>
              <a:gd name="connsiteX2-129" fmla="*/ 5150799 w 5539222"/>
              <a:gd name="connsiteY2-130" fmla="*/ 4671310 h 6863269"/>
              <a:gd name="connsiteX3-131" fmla="*/ 5108064 w 5539222"/>
              <a:gd name="connsiteY3-132" fmla="*/ 4776274 h 6863269"/>
              <a:gd name="connsiteX4-133" fmla="*/ 1484025 w 5539222"/>
              <a:gd name="connsiteY4-134" fmla="*/ 6863269 h 6863269"/>
              <a:gd name="connsiteX5-135" fmla="*/ 0 w 5539222"/>
              <a:gd name="connsiteY5-136" fmla="*/ 6858000 h 6863269"/>
              <a:gd name="connsiteX6-137" fmla="*/ 0 w 5539222"/>
              <a:gd name="connsiteY6-138" fmla="*/ 0 h 6863269"/>
              <a:gd name="connsiteX0-139" fmla="*/ 0 w 5539222"/>
              <a:gd name="connsiteY0-140" fmla="*/ 0 h 6863269"/>
              <a:gd name="connsiteX1-141" fmla="*/ 5159375 w 5539222"/>
              <a:gd name="connsiteY1-142" fmla="*/ 0 h 6863269"/>
              <a:gd name="connsiteX2-143" fmla="*/ 5150799 w 5539222"/>
              <a:gd name="connsiteY2-144" fmla="*/ 4671310 h 6863269"/>
              <a:gd name="connsiteX3-145" fmla="*/ 5108064 w 5539222"/>
              <a:gd name="connsiteY3-146" fmla="*/ 4776274 h 6863269"/>
              <a:gd name="connsiteX4-147" fmla="*/ 1484025 w 5539222"/>
              <a:gd name="connsiteY4-148" fmla="*/ 6863269 h 6863269"/>
              <a:gd name="connsiteX5-149" fmla="*/ 0 w 5539222"/>
              <a:gd name="connsiteY5-150" fmla="*/ 6858000 h 6863269"/>
              <a:gd name="connsiteX6-151" fmla="*/ 0 w 5539222"/>
              <a:gd name="connsiteY6-152" fmla="*/ 0 h 6863269"/>
              <a:gd name="connsiteX0-153" fmla="*/ 0 w 5539222"/>
              <a:gd name="connsiteY0-154" fmla="*/ 0 h 6863269"/>
              <a:gd name="connsiteX1-155" fmla="*/ 5159375 w 5539222"/>
              <a:gd name="connsiteY1-156" fmla="*/ 0 h 6863269"/>
              <a:gd name="connsiteX2-157" fmla="*/ 5150799 w 5539222"/>
              <a:gd name="connsiteY2-158" fmla="*/ 4671310 h 6863269"/>
              <a:gd name="connsiteX3-159" fmla="*/ 5108064 w 5539222"/>
              <a:gd name="connsiteY3-160" fmla="*/ 4776274 h 6863269"/>
              <a:gd name="connsiteX4-161" fmla="*/ 1484025 w 5539222"/>
              <a:gd name="connsiteY4-162" fmla="*/ 6863269 h 6863269"/>
              <a:gd name="connsiteX5-163" fmla="*/ 0 w 5539222"/>
              <a:gd name="connsiteY5-164" fmla="*/ 6858000 h 6863269"/>
              <a:gd name="connsiteX6-165" fmla="*/ 0 w 5539222"/>
              <a:gd name="connsiteY6-166" fmla="*/ 0 h 6863269"/>
              <a:gd name="connsiteX0-167" fmla="*/ 0 w 5539222"/>
              <a:gd name="connsiteY0-168" fmla="*/ 0 h 6863269"/>
              <a:gd name="connsiteX1-169" fmla="*/ 5159375 w 5539222"/>
              <a:gd name="connsiteY1-170" fmla="*/ 0 h 6863269"/>
              <a:gd name="connsiteX2-171" fmla="*/ 5150799 w 5539222"/>
              <a:gd name="connsiteY2-172" fmla="*/ 4671310 h 6863269"/>
              <a:gd name="connsiteX3-173" fmla="*/ 5108064 w 5539222"/>
              <a:gd name="connsiteY3-174" fmla="*/ 4776274 h 6863269"/>
              <a:gd name="connsiteX4-175" fmla="*/ 1484025 w 5539222"/>
              <a:gd name="connsiteY4-176" fmla="*/ 6863269 h 6863269"/>
              <a:gd name="connsiteX5-177" fmla="*/ 0 w 5539222"/>
              <a:gd name="connsiteY5-178" fmla="*/ 6858000 h 6863269"/>
              <a:gd name="connsiteX6-179" fmla="*/ 0 w 5539222"/>
              <a:gd name="connsiteY6-180" fmla="*/ 0 h 6863269"/>
              <a:gd name="connsiteX0-181" fmla="*/ 0 w 5159375"/>
              <a:gd name="connsiteY0-182" fmla="*/ 0 h 6863269"/>
              <a:gd name="connsiteX1-183" fmla="*/ 5159375 w 5159375"/>
              <a:gd name="connsiteY1-184" fmla="*/ 0 h 6863269"/>
              <a:gd name="connsiteX2-185" fmla="*/ 5150799 w 5159375"/>
              <a:gd name="connsiteY2-186" fmla="*/ 4671310 h 6863269"/>
              <a:gd name="connsiteX3-187" fmla="*/ 5108064 w 5159375"/>
              <a:gd name="connsiteY3-188" fmla="*/ 4776274 h 6863269"/>
              <a:gd name="connsiteX4-189" fmla="*/ 1484025 w 5159375"/>
              <a:gd name="connsiteY4-190" fmla="*/ 6863269 h 6863269"/>
              <a:gd name="connsiteX5-191" fmla="*/ 0 w 5159375"/>
              <a:gd name="connsiteY5-192" fmla="*/ 6858000 h 6863269"/>
              <a:gd name="connsiteX6-193" fmla="*/ 0 w 5159375"/>
              <a:gd name="connsiteY6-194" fmla="*/ 0 h 6863269"/>
              <a:gd name="connsiteX0-195" fmla="*/ 0 w 5164138"/>
              <a:gd name="connsiteY0-196" fmla="*/ 35719 h 6898988"/>
              <a:gd name="connsiteX1-197" fmla="*/ 5164138 w 5164138"/>
              <a:gd name="connsiteY1-198" fmla="*/ 0 h 6898988"/>
              <a:gd name="connsiteX2-199" fmla="*/ 5150799 w 5164138"/>
              <a:gd name="connsiteY2-200" fmla="*/ 4707029 h 6898988"/>
              <a:gd name="connsiteX3-201" fmla="*/ 5108064 w 5164138"/>
              <a:gd name="connsiteY3-202" fmla="*/ 4811993 h 6898988"/>
              <a:gd name="connsiteX4-203" fmla="*/ 1484025 w 5164138"/>
              <a:gd name="connsiteY4-204" fmla="*/ 6898988 h 6898988"/>
              <a:gd name="connsiteX5-205" fmla="*/ 0 w 5164138"/>
              <a:gd name="connsiteY5-206" fmla="*/ 6893719 h 6898988"/>
              <a:gd name="connsiteX6-207" fmla="*/ 0 w 5164138"/>
              <a:gd name="connsiteY6-208" fmla="*/ 35719 h 6898988"/>
              <a:gd name="connsiteX0-209" fmla="*/ 0 w 5152666"/>
              <a:gd name="connsiteY0-210" fmla="*/ 2382 h 6865651"/>
              <a:gd name="connsiteX1-211" fmla="*/ 5149850 w 5152666"/>
              <a:gd name="connsiteY1-212" fmla="*/ 0 h 6865651"/>
              <a:gd name="connsiteX2-213" fmla="*/ 5150799 w 5152666"/>
              <a:gd name="connsiteY2-214" fmla="*/ 4673692 h 6865651"/>
              <a:gd name="connsiteX3-215" fmla="*/ 5108064 w 5152666"/>
              <a:gd name="connsiteY3-216" fmla="*/ 4778656 h 6865651"/>
              <a:gd name="connsiteX4-217" fmla="*/ 1484025 w 5152666"/>
              <a:gd name="connsiteY4-218" fmla="*/ 6865651 h 6865651"/>
              <a:gd name="connsiteX5-219" fmla="*/ 0 w 5152666"/>
              <a:gd name="connsiteY5-220" fmla="*/ 6860382 h 6865651"/>
              <a:gd name="connsiteX6-221" fmla="*/ 0 w 5152666"/>
              <a:gd name="connsiteY6-222" fmla="*/ 2382 h 6865651"/>
              <a:gd name="connsiteX0-223" fmla="*/ 0 w 5240220"/>
              <a:gd name="connsiteY0-224" fmla="*/ 2382 h 6865651"/>
              <a:gd name="connsiteX1-225" fmla="*/ 5149850 w 5240220"/>
              <a:gd name="connsiteY1-226" fmla="*/ 0 h 6865651"/>
              <a:gd name="connsiteX2-227" fmla="*/ 5150799 w 5240220"/>
              <a:gd name="connsiteY2-228" fmla="*/ 4673692 h 6865651"/>
              <a:gd name="connsiteX3-229" fmla="*/ 5108064 w 5240220"/>
              <a:gd name="connsiteY3-230" fmla="*/ 4778656 h 6865651"/>
              <a:gd name="connsiteX4-231" fmla="*/ 1484025 w 5240220"/>
              <a:gd name="connsiteY4-232" fmla="*/ 6865651 h 6865651"/>
              <a:gd name="connsiteX5-233" fmla="*/ 0 w 5240220"/>
              <a:gd name="connsiteY5-234" fmla="*/ 6860382 h 6865651"/>
              <a:gd name="connsiteX6-235" fmla="*/ 0 w 5240220"/>
              <a:gd name="connsiteY6-236" fmla="*/ 2382 h 6865651"/>
              <a:gd name="connsiteX0-237" fmla="*/ 0 w 5153539"/>
              <a:gd name="connsiteY0-238" fmla="*/ 2382 h 6865651"/>
              <a:gd name="connsiteX1-239" fmla="*/ 5149850 w 5153539"/>
              <a:gd name="connsiteY1-240" fmla="*/ 0 h 6865651"/>
              <a:gd name="connsiteX2-241" fmla="*/ 5150799 w 5153539"/>
              <a:gd name="connsiteY2-242" fmla="*/ 4673692 h 6865651"/>
              <a:gd name="connsiteX3-243" fmla="*/ 5108064 w 5153539"/>
              <a:gd name="connsiteY3-244" fmla="*/ 4778656 h 6865651"/>
              <a:gd name="connsiteX4-245" fmla="*/ 1484025 w 5153539"/>
              <a:gd name="connsiteY4-246" fmla="*/ 6865651 h 6865651"/>
              <a:gd name="connsiteX5-247" fmla="*/ 0 w 5153539"/>
              <a:gd name="connsiteY5-248" fmla="*/ 6860382 h 6865651"/>
              <a:gd name="connsiteX6-249" fmla="*/ 0 w 5153539"/>
              <a:gd name="connsiteY6-250" fmla="*/ 2382 h 6865651"/>
              <a:gd name="connsiteX0-251" fmla="*/ 0 w 5153539"/>
              <a:gd name="connsiteY0-252" fmla="*/ 2382 h 6865651"/>
              <a:gd name="connsiteX1-253" fmla="*/ 5149850 w 5153539"/>
              <a:gd name="connsiteY1-254" fmla="*/ 0 h 6865651"/>
              <a:gd name="connsiteX2-255" fmla="*/ 5150799 w 5153539"/>
              <a:gd name="connsiteY2-256" fmla="*/ 4673692 h 6865651"/>
              <a:gd name="connsiteX3-257" fmla="*/ 5108064 w 5153539"/>
              <a:gd name="connsiteY3-258" fmla="*/ 4778656 h 6865651"/>
              <a:gd name="connsiteX4-259" fmla="*/ 1484025 w 5153539"/>
              <a:gd name="connsiteY4-260" fmla="*/ 6865651 h 6865651"/>
              <a:gd name="connsiteX5-261" fmla="*/ 0 w 5153539"/>
              <a:gd name="connsiteY5-262" fmla="*/ 6860382 h 6865651"/>
              <a:gd name="connsiteX6-263" fmla="*/ 0 w 5153539"/>
              <a:gd name="connsiteY6-264" fmla="*/ 2382 h 6865651"/>
              <a:gd name="connsiteX0-265" fmla="*/ 0 w 5153539"/>
              <a:gd name="connsiteY0-266" fmla="*/ 2382 h 6865651"/>
              <a:gd name="connsiteX1-267" fmla="*/ 5149850 w 5153539"/>
              <a:gd name="connsiteY1-268" fmla="*/ 0 h 6865651"/>
              <a:gd name="connsiteX2-269" fmla="*/ 5150799 w 5153539"/>
              <a:gd name="connsiteY2-270" fmla="*/ 4673692 h 6865651"/>
              <a:gd name="connsiteX3-271" fmla="*/ 5108064 w 5153539"/>
              <a:gd name="connsiteY3-272" fmla="*/ 4778656 h 6865651"/>
              <a:gd name="connsiteX4-273" fmla="*/ 1484025 w 5153539"/>
              <a:gd name="connsiteY4-274" fmla="*/ 6865651 h 6865651"/>
              <a:gd name="connsiteX5-275" fmla="*/ 0 w 5153539"/>
              <a:gd name="connsiteY5-276" fmla="*/ 6860382 h 6865651"/>
              <a:gd name="connsiteX6-277" fmla="*/ 0 w 5153539"/>
              <a:gd name="connsiteY6-278" fmla="*/ 2382 h 6865651"/>
              <a:gd name="connsiteX0-279" fmla="*/ 0 w 5222289"/>
              <a:gd name="connsiteY0-280" fmla="*/ 2382 h 6865651"/>
              <a:gd name="connsiteX1-281" fmla="*/ 5149850 w 5222289"/>
              <a:gd name="connsiteY1-282" fmla="*/ 0 h 6865651"/>
              <a:gd name="connsiteX2-283" fmla="*/ 5222264 w 5222289"/>
              <a:gd name="connsiteY2-284" fmla="*/ 4733223 h 6865651"/>
              <a:gd name="connsiteX3-285" fmla="*/ 5108064 w 5222289"/>
              <a:gd name="connsiteY3-286" fmla="*/ 4778656 h 6865651"/>
              <a:gd name="connsiteX4-287" fmla="*/ 1484025 w 5222289"/>
              <a:gd name="connsiteY4-288" fmla="*/ 6865651 h 6865651"/>
              <a:gd name="connsiteX5-289" fmla="*/ 0 w 5222289"/>
              <a:gd name="connsiteY5-290" fmla="*/ 6860382 h 6865651"/>
              <a:gd name="connsiteX6-291" fmla="*/ 0 w 5222289"/>
              <a:gd name="connsiteY6-292" fmla="*/ 2382 h 6865651"/>
              <a:gd name="connsiteX0-293" fmla="*/ 0 w 5154638"/>
              <a:gd name="connsiteY0-294" fmla="*/ 2382 h 6865651"/>
              <a:gd name="connsiteX1-295" fmla="*/ 5149850 w 5154638"/>
              <a:gd name="connsiteY1-296" fmla="*/ 0 h 6865651"/>
              <a:gd name="connsiteX2-297" fmla="*/ 5153182 w 5154638"/>
              <a:gd name="connsiteY2-298" fmla="*/ 4687979 h 6865651"/>
              <a:gd name="connsiteX3-299" fmla="*/ 5108064 w 5154638"/>
              <a:gd name="connsiteY3-300" fmla="*/ 4778656 h 6865651"/>
              <a:gd name="connsiteX4-301" fmla="*/ 1484025 w 5154638"/>
              <a:gd name="connsiteY4-302" fmla="*/ 6865651 h 6865651"/>
              <a:gd name="connsiteX5-303" fmla="*/ 0 w 5154638"/>
              <a:gd name="connsiteY5-304" fmla="*/ 6860382 h 6865651"/>
              <a:gd name="connsiteX6-305" fmla="*/ 0 w 5154638"/>
              <a:gd name="connsiteY6-306" fmla="*/ 2382 h 6865651"/>
              <a:gd name="connsiteX0-307" fmla="*/ 0 w 5154638"/>
              <a:gd name="connsiteY0-308" fmla="*/ 2382 h 6865651"/>
              <a:gd name="connsiteX1-309" fmla="*/ 5149850 w 5154638"/>
              <a:gd name="connsiteY1-310" fmla="*/ 0 h 6865651"/>
              <a:gd name="connsiteX2-311" fmla="*/ 5153182 w 5154638"/>
              <a:gd name="connsiteY2-312" fmla="*/ 4687979 h 6865651"/>
              <a:gd name="connsiteX3-313" fmla="*/ 5108064 w 5154638"/>
              <a:gd name="connsiteY3-314" fmla="*/ 4778656 h 6865651"/>
              <a:gd name="connsiteX4-315" fmla="*/ 1484025 w 5154638"/>
              <a:gd name="connsiteY4-316" fmla="*/ 6865651 h 6865651"/>
              <a:gd name="connsiteX5-317" fmla="*/ 0 w 5154638"/>
              <a:gd name="connsiteY5-318" fmla="*/ 6860382 h 6865651"/>
              <a:gd name="connsiteX6-319" fmla="*/ 0 w 5154638"/>
              <a:gd name="connsiteY6-320" fmla="*/ 2382 h 6865651"/>
            </a:gdLst>
            <a:rect l="l" t="t" r="r" b="b"/>
            <a:pathLst>
              <a:path w="5154638" h="6865651">
                <a:moveTo>
                  <a:pt x="0" y="2382"/>
                </a:moveTo>
                <a:lnTo>
                  <a:pt x="5149850" y="0"/>
                </a:lnTo>
                <a:cubicBezTo>
                  <a:pt x="5156606" y="1158688"/>
                  <a:pt x="5154691" y="3892029"/>
                  <a:pt x="5153182" y="4687979"/>
                </a:cubicBezTo>
                <a:cubicBezTo>
                  <a:pt x="5154326" y="4743224"/>
                  <a:pt x="5138884" y="4760812"/>
                  <a:pt x="5108064" y="4778656"/>
                </a:cubicBezTo>
                <a:lnTo>
                  <a:pt x="1484025" y="6865651"/>
                </a:lnTo>
                <a:lnTo>
                  <a:pt x="0" y="6860382"/>
                </a:lnTo>
                <a:lnTo>
                  <a:pt x="0" y="2382"/>
                </a:ln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Click icon to add element, or select to remove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 userDrawn="1">
  <p:cSld name="Title Slide3">
    <p:bg>
      <p:bgPr>
        <a:blipFill xmlns:a="http://schemas.openxmlformats.org/drawingml/2006/main" rotWithShape="1">
          <a:blip xmlns:r="http://schemas.openxmlformats.org/officeDocument/2006/relationships" r:embed="Re0b662c5e80d4f8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F946E52-1E3C-4E05-A64D-E246657504D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0000" y="3204000"/>
            <a:ext cx="10752000" cy="1276597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Author(s) and company name (YaHei, 20px, grey)  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EB5F2E-2004-4C4B-86E7-2AAAF10FA9A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1620000"/>
            <a:ext cx="10776600" cy="1224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Presentation Title Here (YaHei Headings, Bold, 50px, grey) </a:t>
            </a:r>
          </a:p>
        </p:txBody>
      </p:sp>
      <p:sp>
        <p:nvSpPr>
          <p:cNvPr id="9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BF97967-0B79-4034-B1A5-B8A796F5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0" y="6449400"/>
            <a:ext cx="3600000" cy="1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preserve="1" userDrawn="1">
  <p:cSld name="1_Contents Slide (Red)">
    <p:bg>
      <p:bgPr>
        <a:blipFill xmlns:a="http://schemas.openxmlformats.org/drawingml/2006/main" rotWithShape="1">
          <a:blip xmlns:r="http://schemas.openxmlformats.org/officeDocument/2006/relationships" r:embed="R8c7628915c65496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C7DE5AA2-5459-48D4-A055-4543401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E259FDF-42B1-4266-8EE7-55D67D5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E4DFDA3F-8408-474E-8E3C-E9E42A1F4EA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tx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9690E95-7846-4AC2-A70D-744B1942D42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 userDrawn="1">
  <p:cSld name="2_Contents Slide (Grey)">
    <p:bg>
      <p:bgPr>
        <a:blipFill xmlns:a="http://schemas.openxmlformats.org/drawingml/2006/main" rotWithShape="1">
          <a:blip xmlns:r="http://schemas.openxmlformats.org/officeDocument/2006/relationships" r:embed="Rfe61b8603d4440f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46FF4DFC-A585-4592-AF15-3DD6FA8B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108AFBEE-46C8-4FFD-BA0B-6391F3FC9F3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bg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23475132-CF76-4862-859A-B32F9DFFC7D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FBC610F-5D26-45C1-BF29-A983E8D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 userDrawn="1">
  <p:cSld name="3_Contents Slide (Yellow)">
    <p:bg>
      <p:bgPr>
        <a:blipFill xmlns:a="http://schemas.openxmlformats.org/drawingml/2006/main" rotWithShape="1">
          <a:blip xmlns:r="http://schemas.openxmlformats.org/officeDocument/2006/relationships" r:embed="Rd10a9f5e35524b3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DD8146B1-6A88-401A-8DC7-9EAF9466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1551DC8D-680B-4E90-B32F-3A5EBCC3401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1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2E542700-8CDC-43A0-B6AB-591197E113F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932C8C6-DACC-427C-84B8-FA0C6A8D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 userDrawn="1">
  <p:cSld name="4_Contents Slide (Purple)">
    <p:bg>
      <p:bgPr>
        <a:blipFill xmlns:a="http://schemas.openxmlformats.org/drawingml/2006/main" rotWithShape="1">
          <a:blip xmlns:r="http://schemas.openxmlformats.org/officeDocument/2006/relationships" r:embed="R9ee2fe64c3604e4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2F8BCB0D-2F33-4CA7-8DEB-F703286A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3E2D1B36-1D6F-41E9-A7E6-79BCB20EB4A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2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E4454CE-5D06-478C-96AE-16629917CF8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6F78084-F023-4074-AB8E-81216656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 userDrawn="1">
  <p:cSld name="5_Contents Slide (Blue)">
    <p:bg>
      <p:bgPr>
        <a:blipFill xmlns:a="http://schemas.openxmlformats.org/drawingml/2006/main" rotWithShape="1">
          <a:blip xmlns:r="http://schemas.openxmlformats.org/officeDocument/2006/relationships" r:embed="R104fed319bd64c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DA6792E0-0E77-4DF9-8CE7-DBC22C2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AB91B7B8-CE51-45E6-97B0-A6924F98ED8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3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DF3303DA-D45A-4B08-9637-7C48138CFBA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34DF48F-E431-4436-81CB-B33A1C38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 userDrawn="1">
  <p:cSld name="6_Contents Slide (Orange)">
    <p:bg>
      <p:bgPr>
        <a:blipFill xmlns:a="http://schemas.openxmlformats.org/drawingml/2006/main" rotWithShape="1">
          <a:blip xmlns:r="http://schemas.openxmlformats.org/officeDocument/2006/relationships" r:embed="Ra2fc13ac9fd140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0D6FE6E8-E84F-4CBF-BB3D-5F21160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82B3CE6F-64F7-4470-B827-DFF44D396E4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4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E6D08994-7206-48A3-8EE1-1EBC5D13F1D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0976ED8-0A29-433E-9606-1173BD2C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 userDrawn="1">
  <p:cSld name="7_Contents Slide (Green)">
    <p:bg>
      <p:bgPr>
        <a:blipFill xmlns:a="http://schemas.openxmlformats.org/drawingml/2006/main" rotWithShape="1">
          <a:blip xmlns:r="http://schemas.openxmlformats.org/officeDocument/2006/relationships" r:embed="R3a8ab899e278480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72A4D199-54A1-476A-8A14-95BE666A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テキスト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2908F9E5-57C2-4C99-86FB-B4D1142F926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20000" y="1008000"/>
            <a:ext cx="10753200" cy="5418000"/>
          </a:xfrm>
        </p:spPr>
        <p:txBody>
          <a:bodyPr xmlns:a="http://schemas.openxmlformats.org/drawingml/2006/main"/>
          <a:lstStyle xmlns:a="http://schemas.openxmlformats.org/drawingml/2006/main">
            <a:lvl1pPr marL="268605" indent="-268605">
              <a:lnSpc>
                <a:spcPct val="100000"/>
              </a:lnSpc>
              <a:buClr>
                <a:schemeClr val="tx2"/>
              </a:buClr>
              <a:buFontTx/>
              <a:buNone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627380" indent="-1714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8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2pPr>
            <a:lvl3pPr marL="1163955" indent="-250825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tabLst>
                <a:tab pos="1163320" algn="l"/>
              </a:tabLst>
              <a:defRPr sz="16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3pPr>
            <a:lvl4pPr marL="1525905" indent="-15113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•"/>
              <a:defRPr sz="14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4pPr>
            <a:lvl5pPr marL="1973580" indent="-146050">
              <a:lnSpc>
                <a:spcPct val="100000"/>
              </a:lnSpc>
              <a:buClr>
                <a:schemeClr val="accent5"/>
              </a:buClr>
              <a:buSzPct val="100000"/>
              <a:buFont typeface="Arial"/>
              <a:buChar char="–"/>
              <a:defRPr sz="1200" baseline="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(YaHei, 18px)</a:t>
            </a:r>
          </a:p>
          <a:p xmlns:a="http://schemas.openxmlformats.org/drawingml/2006/main">
            <a:pPr lvl="1">
              <a:buNone/>
            </a:pPr>
            <a:r>
              <a:t>Click to edit text (YaHei, 18px)</a:t>
            </a:r>
          </a:p>
          <a:p xmlns:a="http://schemas.openxmlformats.org/drawingml/2006/main">
            <a:pPr lvl="2">
              <a:buNone/>
            </a:pPr>
            <a:r>
              <a:t>Click to edit text (YaHei, 16px)</a:t>
            </a:r>
          </a:p>
          <a:p xmlns:a="http://schemas.openxmlformats.org/drawingml/2006/main">
            <a:pPr lvl="3">
              <a:buNone/>
            </a:pPr>
            <a:r>
              <a:t>Click to edit text (YaHei, 14px)</a:t>
            </a:r>
          </a:p>
          <a:p xmlns:a="http://schemas.openxmlformats.org/drawingml/2006/main">
            <a:pPr lvl="4">
              <a:buNone/>
            </a:pPr>
            <a:r>
              <a:t>Click to edit text (YaHei, 12px)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AA15E83F-2DCF-4148-87B5-9C0EBCD26F3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0000" y="360000"/>
            <a:ext cx="9900000" cy="36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Slide Title Here (YaHei, Bold, 30px) </a:t>
            </a: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CC60FD7-DC27-4FDF-A26B-9148EBDB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 userDrawn="1">
  <p:cSld name="Blank Slide">
    <p:bg>
      <p:bgPr>
        <a:blipFill xmlns:a="http://schemas.openxmlformats.org/drawingml/2006/main" rotWithShape="1">
          <a:blip xmlns:r="http://schemas.openxmlformats.org/officeDocument/2006/relationships" r:embed="R1700c20ab9d642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B56D9101-C642-44C4-A0CB-BBAEBA1A600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0"/>
            <a:ext cx="12192000" cy="6426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r>
              <a:t>Click icon to add element, or select to remove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3020548A-04CD-4B4F-94E4-D27B3DE0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3959AC3-A85D-4362-9FDF-9A75F001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 userDrawn="1">
  <p:cSld name="1_Divider Slide (Red)">
    <p:bg>
      <p:bgPr>
        <a:blipFill xmlns:a="http://schemas.openxmlformats.org/drawingml/2006/main" rotWithShape="1">
          <a:blip xmlns:r="http://schemas.openxmlformats.org/officeDocument/2006/relationships" r:embed="R2bcdc12f127943f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6CE0C353-E2C1-4FF1-AA3D-BBDFA8EA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0D46DAA-CE5B-45B6-ACC1-0710068A56C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BC2FDAFD-A3ED-4333-9BCC-2D2C321B8CC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4788C98F-60C5-437F-AA6D-AB29E333680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B4F5917-D910-4841-9DD3-EC9CA8AE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 userDrawn="1">
  <p:cSld name="2_Divider Slide (Grey)">
    <p:bg>
      <p:bgPr>
        <a:blipFill xmlns:a="http://schemas.openxmlformats.org/drawingml/2006/main" rotWithShape="1">
          <a:blip xmlns:r="http://schemas.openxmlformats.org/officeDocument/2006/relationships" r:embed="Re32153636a6a485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9C6306D7-0EA5-4709-850D-3CF73286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FE02765-6105-47D2-9E40-EEDA421AA6F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62A80C73-6B85-4A00-890E-5871E95A505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6F5E274D-6215-4D3B-B7F6-0E4F00EBAF7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84E929B-26BA-4D08-9C61-2F73C1F9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 userDrawn="1">
  <p:cSld name="3_Divider Slide (Yellow)">
    <p:bg>
      <p:bgPr>
        <a:blipFill xmlns:a="http://schemas.openxmlformats.org/drawingml/2006/main" rotWithShape="1">
          <a:blip xmlns:r="http://schemas.openxmlformats.org/officeDocument/2006/relationships" r:embed="Re6f216a043aa4a8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DAA7E800-E674-482E-B38D-74AAA860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210400A-4EC0-4ED3-8B11-9D58E8E193C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3120E8B4-5E7C-41C9-93C2-AEA605A5AED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5EBF605F-39F0-4FAB-AA5A-933D15D0FA9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46E81A8-5C83-41FC-B4EC-C4D2CDE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 userDrawn="1">
  <p:cSld name="4_Divider Slide (Purple)">
    <p:bg>
      <p:bgPr>
        <a:blipFill xmlns:a="http://schemas.openxmlformats.org/drawingml/2006/main" rotWithShape="1">
          <a:blip xmlns:r="http://schemas.openxmlformats.org/officeDocument/2006/relationships" r:embed="R7f7be9a82951490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B6D7D1B5-72D8-4C0E-AA56-065CB902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E0CC2A5-BE2E-4666-A9C9-EAEF058E0C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2B750C15-526B-48D8-B353-A8E8FCD6258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0902441F-5129-448F-AF87-EE496C6275A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D53BB84-CFFA-4960-BB5A-9AF79AE7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 userDrawn="1">
  <p:cSld name="5_Divider Slide (Blue)">
    <p:bg>
      <p:bgPr>
        <a:blipFill xmlns:a="http://schemas.openxmlformats.org/drawingml/2006/main" rotWithShape="1">
          <a:blip xmlns:r="http://schemas.openxmlformats.org/officeDocument/2006/relationships" r:embed="R56f1b51f30ad40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8012600A-6D8E-4858-8A88-5F38CEB6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62B4823-1D95-4A48-AFAD-0D7957A5B52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0BBAB8BC-9B77-4BB5-B8C5-DF8096F5157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2074A657-D690-417E-B7E6-83865EBFEAA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C878A82-D987-4C6F-921E-C5EDA56A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 userDrawn="1">
  <p:cSld name="6_Divider Slide (Orange)">
    <p:bg>
      <p:bgPr>
        <a:blipFill xmlns:a="http://schemas.openxmlformats.org/drawingml/2006/main" rotWithShape="1">
          <a:blip xmlns:r="http://schemas.openxmlformats.org/officeDocument/2006/relationships" r:embed="R6b5b6fbbd7e1483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5A0E8A03-4C5F-4A0E-84CC-4A5C6838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ABC51F9-1321-4335-B9B3-77F3126A2CE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ACAE73DA-8D65-4A0E-AB44-89C2C6F71D2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3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9E764FC0-1708-486A-9526-9D6DD191BB4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6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B8EC5B2C-19F8-4373-9F22-0354176D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 userDrawn="1">
  <p:cSld name="7_Divider Slide (Green)">
    <p:bg>
      <p:bgPr>
        <a:blipFill xmlns:a="http://schemas.openxmlformats.org/drawingml/2006/main" rotWithShape="1">
          <a:blip xmlns:r="http://schemas.openxmlformats.org/officeDocument/2006/relationships" r:embed="R5aef9f89f087405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EF6D76D3-D284-464A-86FF-85ABBAA6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800" y="6641560"/>
            <a:ext cx="216000" cy="1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図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DFA79D0-B903-4831-9987-B82B61159CD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4762" y="-2381"/>
            <a:ext cx="12199143" cy="6431334"/>
          </a:xfrm>
          <a:custGeom xmlns:a="http://schemas.openxmlformats.org/drawingml/2006/main">
            <a:gdLst>
              <a:gd name="connsiteX0" fmla="*/ 0 w 12192000"/>
              <a:gd name="connsiteY0" fmla="*/ 0 h 6381328"/>
              <a:gd name="connsiteX1" fmla="*/ 12192000 w 12192000"/>
              <a:gd name="connsiteY1" fmla="*/ 0 h 6381328"/>
              <a:gd name="connsiteX2" fmla="*/ 12192000 w 12192000"/>
              <a:gd name="connsiteY2" fmla="*/ 6381328 h 6381328"/>
              <a:gd name="connsiteX3" fmla="*/ 0 w 12192000"/>
              <a:gd name="connsiteY3" fmla="*/ 6381328 h 6381328"/>
              <a:gd name="connsiteX4" fmla="*/ 0 w 12192000"/>
              <a:gd name="connsiteY4" fmla="*/ 0 h 6381328"/>
              <a:gd name="connsiteX0-1" fmla="*/ 0 w 12192000"/>
              <a:gd name="connsiteY0-2" fmla="*/ 0 h 6381328"/>
              <a:gd name="connsiteX1-3" fmla="*/ 2543175 w 12192000"/>
              <a:gd name="connsiteY1-4" fmla="*/ 0 h 6381328"/>
              <a:gd name="connsiteX2-5" fmla="*/ 12192000 w 12192000"/>
              <a:gd name="connsiteY2-6" fmla="*/ 0 h 6381328"/>
              <a:gd name="connsiteX3-7" fmla="*/ 12192000 w 12192000"/>
              <a:gd name="connsiteY3-8" fmla="*/ 6381328 h 6381328"/>
              <a:gd name="connsiteX4-9" fmla="*/ 0 w 12192000"/>
              <a:gd name="connsiteY4-10" fmla="*/ 6381328 h 6381328"/>
              <a:gd name="connsiteX5" fmla="*/ 0 w 12192000"/>
              <a:gd name="connsiteY5" fmla="*/ 0 h 6381328"/>
              <a:gd name="connsiteX0-11" fmla="*/ 19050 w 12211050"/>
              <a:gd name="connsiteY0-12" fmla="*/ 0 h 6381328"/>
              <a:gd name="connsiteX1-13" fmla="*/ 2562225 w 12211050"/>
              <a:gd name="connsiteY1-14" fmla="*/ 0 h 6381328"/>
              <a:gd name="connsiteX2-15" fmla="*/ 12211050 w 12211050"/>
              <a:gd name="connsiteY2-16" fmla="*/ 0 h 6381328"/>
              <a:gd name="connsiteX3-17" fmla="*/ 12211050 w 12211050"/>
              <a:gd name="connsiteY3-18" fmla="*/ 6381328 h 6381328"/>
              <a:gd name="connsiteX4-19" fmla="*/ 19050 w 12211050"/>
              <a:gd name="connsiteY4-20" fmla="*/ 6381328 h 6381328"/>
              <a:gd name="connsiteX5-21" fmla="*/ 0 w 12211050"/>
              <a:gd name="connsiteY5-22" fmla="*/ 5591175 h 6381328"/>
              <a:gd name="connsiteX6" fmla="*/ 19050 w 12211050"/>
              <a:gd name="connsiteY6" fmla="*/ 0 h 6381328"/>
              <a:gd name="connsiteX0-23" fmla="*/ 2514600 w 12211050"/>
              <a:gd name="connsiteY0-24" fmla="*/ 4133850 h 6381328"/>
              <a:gd name="connsiteX1-25" fmla="*/ 2562225 w 12211050"/>
              <a:gd name="connsiteY1-26" fmla="*/ 0 h 6381328"/>
              <a:gd name="connsiteX2-27" fmla="*/ 12211050 w 12211050"/>
              <a:gd name="connsiteY2-28" fmla="*/ 0 h 6381328"/>
              <a:gd name="connsiteX3-29" fmla="*/ 12211050 w 12211050"/>
              <a:gd name="connsiteY3-30" fmla="*/ 6381328 h 6381328"/>
              <a:gd name="connsiteX4-31" fmla="*/ 19050 w 12211050"/>
              <a:gd name="connsiteY4-32" fmla="*/ 6381328 h 6381328"/>
              <a:gd name="connsiteX5-33" fmla="*/ 0 w 12211050"/>
              <a:gd name="connsiteY5-34" fmla="*/ 5591175 h 6381328"/>
              <a:gd name="connsiteX6-35" fmla="*/ 2514600 w 12211050"/>
              <a:gd name="connsiteY6-36" fmla="*/ 4133850 h 6381328"/>
              <a:gd name="connsiteX0-37" fmla="*/ 2497931 w 12194381"/>
              <a:gd name="connsiteY0-38" fmla="*/ 4133850 h 6381328"/>
              <a:gd name="connsiteX1-39" fmla="*/ 2545556 w 12194381"/>
              <a:gd name="connsiteY1-40" fmla="*/ 0 h 6381328"/>
              <a:gd name="connsiteX2-41" fmla="*/ 12194381 w 12194381"/>
              <a:gd name="connsiteY2-42" fmla="*/ 0 h 6381328"/>
              <a:gd name="connsiteX3-43" fmla="*/ 12194381 w 12194381"/>
              <a:gd name="connsiteY3-44" fmla="*/ 6381328 h 6381328"/>
              <a:gd name="connsiteX4-45" fmla="*/ 2381 w 12194381"/>
              <a:gd name="connsiteY4-46" fmla="*/ 6381328 h 6381328"/>
              <a:gd name="connsiteX5-47" fmla="*/ 0 w 12194381"/>
              <a:gd name="connsiteY5-48" fmla="*/ 5567362 h 6381328"/>
              <a:gd name="connsiteX6-49" fmla="*/ 2497931 w 12194381"/>
              <a:gd name="connsiteY6-50" fmla="*/ 4133850 h 6381328"/>
              <a:gd name="connsiteX0-51" fmla="*/ 2505075 w 12194381"/>
              <a:gd name="connsiteY0-52" fmla="*/ 4124325 h 6381328"/>
              <a:gd name="connsiteX1-53" fmla="*/ 2545556 w 12194381"/>
              <a:gd name="connsiteY1-54" fmla="*/ 0 h 6381328"/>
              <a:gd name="connsiteX2-55" fmla="*/ 12194381 w 12194381"/>
              <a:gd name="connsiteY2-56" fmla="*/ 0 h 6381328"/>
              <a:gd name="connsiteX3-57" fmla="*/ 12194381 w 12194381"/>
              <a:gd name="connsiteY3-58" fmla="*/ 6381328 h 6381328"/>
              <a:gd name="connsiteX4-59" fmla="*/ 2381 w 12194381"/>
              <a:gd name="connsiteY4-60" fmla="*/ 6381328 h 6381328"/>
              <a:gd name="connsiteX5-61" fmla="*/ 0 w 12194381"/>
              <a:gd name="connsiteY5-62" fmla="*/ 5567362 h 6381328"/>
              <a:gd name="connsiteX6-63" fmla="*/ 2505075 w 12194381"/>
              <a:gd name="connsiteY6-64" fmla="*/ 4124325 h 6381328"/>
              <a:gd name="connsiteX0-65" fmla="*/ 2505075 w 12194381"/>
              <a:gd name="connsiteY0-66" fmla="*/ 4126706 h 6383709"/>
              <a:gd name="connsiteX1-67" fmla="*/ 2495549 w 12194381"/>
              <a:gd name="connsiteY1-68" fmla="*/ 0 h 6383709"/>
              <a:gd name="connsiteX2-69" fmla="*/ 12194381 w 12194381"/>
              <a:gd name="connsiteY2-70" fmla="*/ 2381 h 6383709"/>
              <a:gd name="connsiteX3-71" fmla="*/ 12194381 w 12194381"/>
              <a:gd name="connsiteY3-72" fmla="*/ 6383709 h 6383709"/>
              <a:gd name="connsiteX4-73" fmla="*/ 2381 w 12194381"/>
              <a:gd name="connsiteY4-74" fmla="*/ 6383709 h 6383709"/>
              <a:gd name="connsiteX5-75" fmla="*/ 0 w 12194381"/>
              <a:gd name="connsiteY5-76" fmla="*/ 5569743 h 6383709"/>
              <a:gd name="connsiteX6-77" fmla="*/ 2505075 w 12194381"/>
              <a:gd name="connsiteY6-78" fmla="*/ 4126706 h 6383709"/>
              <a:gd name="connsiteX0-79" fmla="*/ 2505075 w 12194381"/>
              <a:gd name="connsiteY0-80" fmla="*/ 4126706 h 6383709"/>
              <a:gd name="connsiteX1-81" fmla="*/ 2495549 w 12194381"/>
              <a:gd name="connsiteY1-82" fmla="*/ 0 h 6383709"/>
              <a:gd name="connsiteX2-83" fmla="*/ 12194381 w 12194381"/>
              <a:gd name="connsiteY2-84" fmla="*/ 2381 h 6383709"/>
              <a:gd name="connsiteX3-85" fmla="*/ 12194381 w 12194381"/>
              <a:gd name="connsiteY3-86" fmla="*/ 6383709 h 6383709"/>
              <a:gd name="connsiteX4-87" fmla="*/ 2381 w 12194381"/>
              <a:gd name="connsiteY4-88" fmla="*/ 6383709 h 6383709"/>
              <a:gd name="connsiteX5-89" fmla="*/ 0 w 12194381"/>
              <a:gd name="connsiteY5-90" fmla="*/ 5569743 h 6383709"/>
              <a:gd name="connsiteX6-91" fmla="*/ 2505075 w 12194381"/>
              <a:gd name="connsiteY6-92" fmla="*/ 4126706 h 6383709"/>
              <a:gd name="connsiteX0-93" fmla="*/ 2643187 w 12194381"/>
              <a:gd name="connsiteY0-94" fmla="*/ 4186237 h 6383709"/>
              <a:gd name="connsiteX1-95" fmla="*/ 2495549 w 12194381"/>
              <a:gd name="connsiteY1-96" fmla="*/ 0 h 6383709"/>
              <a:gd name="connsiteX2-97" fmla="*/ 12194381 w 12194381"/>
              <a:gd name="connsiteY2-98" fmla="*/ 2381 h 6383709"/>
              <a:gd name="connsiteX3-99" fmla="*/ 12194381 w 12194381"/>
              <a:gd name="connsiteY3-100" fmla="*/ 6383709 h 6383709"/>
              <a:gd name="connsiteX4-101" fmla="*/ 2381 w 12194381"/>
              <a:gd name="connsiteY4-102" fmla="*/ 6383709 h 6383709"/>
              <a:gd name="connsiteX5-103" fmla="*/ 0 w 12194381"/>
              <a:gd name="connsiteY5-104" fmla="*/ 5569743 h 6383709"/>
              <a:gd name="connsiteX6-105" fmla="*/ 2643187 w 12194381"/>
              <a:gd name="connsiteY6-106" fmla="*/ 4186237 h 6383709"/>
              <a:gd name="connsiteX0-107" fmla="*/ 2500312 w 12194381"/>
              <a:gd name="connsiteY0-108" fmla="*/ 4129087 h 6383709"/>
              <a:gd name="connsiteX1-109" fmla="*/ 2495549 w 12194381"/>
              <a:gd name="connsiteY1-110" fmla="*/ 0 h 6383709"/>
              <a:gd name="connsiteX2-111" fmla="*/ 12194381 w 12194381"/>
              <a:gd name="connsiteY2-112" fmla="*/ 2381 h 6383709"/>
              <a:gd name="connsiteX3-113" fmla="*/ 12194381 w 12194381"/>
              <a:gd name="connsiteY3-114" fmla="*/ 6383709 h 6383709"/>
              <a:gd name="connsiteX4-115" fmla="*/ 2381 w 12194381"/>
              <a:gd name="connsiteY4-116" fmla="*/ 6383709 h 6383709"/>
              <a:gd name="connsiteX5-117" fmla="*/ 0 w 12194381"/>
              <a:gd name="connsiteY5-118" fmla="*/ 5569743 h 6383709"/>
              <a:gd name="connsiteX6-119" fmla="*/ 2500312 w 12194381"/>
              <a:gd name="connsiteY6-120" fmla="*/ 4129087 h 6383709"/>
              <a:gd name="connsiteX0-121" fmla="*/ 2500312 w 12194381"/>
              <a:gd name="connsiteY0-122" fmla="*/ 4129087 h 6383709"/>
              <a:gd name="connsiteX1-123" fmla="*/ 2495549 w 12194381"/>
              <a:gd name="connsiteY1-124" fmla="*/ 0 h 6383709"/>
              <a:gd name="connsiteX2-125" fmla="*/ 12194381 w 12194381"/>
              <a:gd name="connsiteY2-126" fmla="*/ 2381 h 6383709"/>
              <a:gd name="connsiteX3-127" fmla="*/ 12194381 w 12194381"/>
              <a:gd name="connsiteY3-128" fmla="*/ 6383709 h 6383709"/>
              <a:gd name="connsiteX4-129" fmla="*/ 2381 w 12194381"/>
              <a:gd name="connsiteY4-130" fmla="*/ 6383709 h 6383709"/>
              <a:gd name="connsiteX5-131" fmla="*/ 0 w 12194381"/>
              <a:gd name="connsiteY5-132" fmla="*/ 5569743 h 6383709"/>
              <a:gd name="connsiteX6-133" fmla="*/ 2445544 w 12194381"/>
              <a:gd name="connsiteY6-134" fmla="*/ 4160045 h 6383709"/>
              <a:gd name="connsiteX7" fmla="*/ 2500312 w 12194381"/>
              <a:gd name="connsiteY7" fmla="*/ 4129087 h 6383709"/>
              <a:gd name="connsiteX0-135" fmla="*/ 2500312 w 12194381"/>
              <a:gd name="connsiteY0-136" fmla="*/ 4076700 h 6383709"/>
              <a:gd name="connsiteX1-137" fmla="*/ 2495549 w 12194381"/>
              <a:gd name="connsiteY1-138" fmla="*/ 0 h 6383709"/>
              <a:gd name="connsiteX2-139" fmla="*/ 12194381 w 12194381"/>
              <a:gd name="connsiteY2-140" fmla="*/ 2381 h 6383709"/>
              <a:gd name="connsiteX3-141" fmla="*/ 12194381 w 12194381"/>
              <a:gd name="connsiteY3-142" fmla="*/ 6383709 h 6383709"/>
              <a:gd name="connsiteX4-143" fmla="*/ 2381 w 12194381"/>
              <a:gd name="connsiteY4-144" fmla="*/ 6383709 h 6383709"/>
              <a:gd name="connsiteX5-145" fmla="*/ 0 w 12194381"/>
              <a:gd name="connsiteY5-146" fmla="*/ 5569743 h 6383709"/>
              <a:gd name="connsiteX6-147" fmla="*/ 2445544 w 12194381"/>
              <a:gd name="connsiteY6-148" fmla="*/ 4160045 h 6383709"/>
              <a:gd name="connsiteX7-149" fmla="*/ 2500312 w 12194381"/>
              <a:gd name="connsiteY7-150" fmla="*/ 4076700 h 6383709"/>
              <a:gd name="connsiteX0-151" fmla="*/ 2500312 w 12194381"/>
              <a:gd name="connsiteY0-152" fmla="*/ 4076700 h 6383709"/>
              <a:gd name="connsiteX1-153" fmla="*/ 2495549 w 12194381"/>
              <a:gd name="connsiteY1-154" fmla="*/ 0 h 6383709"/>
              <a:gd name="connsiteX2-155" fmla="*/ 12194381 w 12194381"/>
              <a:gd name="connsiteY2-156" fmla="*/ 2381 h 6383709"/>
              <a:gd name="connsiteX3-157" fmla="*/ 12194381 w 12194381"/>
              <a:gd name="connsiteY3-158" fmla="*/ 6383709 h 6383709"/>
              <a:gd name="connsiteX4-159" fmla="*/ 2381 w 12194381"/>
              <a:gd name="connsiteY4-160" fmla="*/ 6383709 h 6383709"/>
              <a:gd name="connsiteX5-161" fmla="*/ 0 w 12194381"/>
              <a:gd name="connsiteY5-162" fmla="*/ 5569743 h 6383709"/>
              <a:gd name="connsiteX6-163" fmla="*/ 2445544 w 12194381"/>
              <a:gd name="connsiteY6-164" fmla="*/ 4160045 h 6383709"/>
              <a:gd name="connsiteX7-165" fmla="*/ 2500312 w 12194381"/>
              <a:gd name="connsiteY7-166" fmla="*/ 4076700 h 6383709"/>
              <a:gd name="connsiteX0-167" fmla="*/ 2500312 w 12194381"/>
              <a:gd name="connsiteY0-168" fmla="*/ 4076700 h 6383709"/>
              <a:gd name="connsiteX1-169" fmla="*/ 2495549 w 12194381"/>
              <a:gd name="connsiteY1-170" fmla="*/ 0 h 6383709"/>
              <a:gd name="connsiteX2-171" fmla="*/ 12194381 w 12194381"/>
              <a:gd name="connsiteY2-172" fmla="*/ 2381 h 6383709"/>
              <a:gd name="connsiteX3-173" fmla="*/ 12194381 w 12194381"/>
              <a:gd name="connsiteY3-174" fmla="*/ 6383709 h 6383709"/>
              <a:gd name="connsiteX4-175" fmla="*/ 2381 w 12194381"/>
              <a:gd name="connsiteY4-176" fmla="*/ 6383709 h 6383709"/>
              <a:gd name="connsiteX5-177" fmla="*/ 0 w 12194381"/>
              <a:gd name="connsiteY5-178" fmla="*/ 5569743 h 6383709"/>
              <a:gd name="connsiteX6-179" fmla="*/ 2445544 w 12194381"/>
              <a:gd name="connsiteY6-180" fmla="*/ 4160045 h 6383709"/>
              <a:gd name="connsiteX7-181" fmla="*/ 2500312 w 12194381"/>
              <a:gd name="connsiteY7-182" fmla="*/ 4076700 h 6383709"/>
              <a:gd name="connsiteX0-183" fmla="*/ 2500312 w 12194381"/>
              <a:gd name="connsiteY0-184" fmla="*/ 4050506 h 6383709"/>
              <a:gd name="connsiteX1-185" fmla="*/ 2495549 w 12194381"/>
              <a:gd name="connsiteY1-186" fmla="*/ 0 h 6383709"/>
              <a:gd name="connsiteX2-187" fmla="*/ 12194381 w 12194381"/>
              <a:gd name="connsiteY2-188" fmla="*/ 2381 h 6383709"/>
              <a:gd name="connsiteX3-189" fmla="*/ 12194381 w 12194381"/>
              <a:gd name="connsiteY3-190" fmla="*/ 6383709 h 6383709"/>
              <a:gd name="connsiteX4-191" fmla="*/ 2381 w 12194381"/>
              <a:gd name="connsiteY4-192" fmla="*/ 6383709 h 6383709"/>
              <a:gd name="connsiteX5-193" fmla="*/ 0 w 12194381"/>
              <a:gd name="connsiteY5-194" fmla="*/ 5569743 h 6383709"/>
              <a:gd name="connsiteX6-195" fmla="*/ 2445544 w 12194381"/>
              <a:gd name="connsiteY6-196" fmla="*/ 4160045 h 6383709"/>
              <a:gd name="connsiteX7-197" fmla="*/ 2500312 w 12194381"/>
              <a:gd name="connsiteY7-198" fmla="*/ 4050506 h 6383709"/>
              <a:gd name="connsiteX0-199" fmla="*/ 2500312 w 12194381"/>
              <a:gd name="connsiteY0-200" fmla="*/ 4050506 h 6383709"/>
              <a:gd name="connsiteX1-201" fmla="*/ 2495549 w 12194381"/>
              <a:gd name="connsiteY1-202" fmla="*/ 0 h 6383709"/>
              <a:gd name="connsiteX2-203" fmla="*/ 12194381 w 12194381"/>
              <a:gd name="connsiteY2-204" fmla="*/ 2381 h 6383709"/>
              <a:gd name="connsiteX3-205" fmla="*/ 12194381 w 12194381"/>
              <a:gd name="connsiteY3-206" fmla="*/ 6383709 h 6383709"/>
              <a:gd name="connsiteX4-207" fmla="*/ 2381 w 12194381"/>
              <a:gd name="connsiteY4-208" fmla="*/ 6383709 h 6383709"/>
              <a:gd name="connsiteX5-209" fmla="*/ 0 w 12194381"/>
              <a:gd name="connsiteY5-210" fmla="*/ 5569743 h 6383709"/>
              <a:gd name="connsiteX6-211" fmla="*/ 2445544 w 12194381"/>
              <a:gd name="connsiteY6-212" fmla="*/ 4160045 h 6383709"/>
              <a:gd name="connsiteX7-213" fmla="*/ 2500312 w 12194381"/>
              <a:gd name="connsiteY7-214" fmla="*/ 4050506 h 6383709"/>
              <a:gd name="connsiteX0-215" fmla="*/ 2500312 w 12194381"/>
              <a:gd name="connsiteY0-216" fmla="*/ 4052887 h 6383709"/>
              <a:gd name="connsiteX1-217" fmla="*/ 2495549 w 12194381"/>
              <a:gd name="connsiteY1-218" fmla="*/ 0 h 6383709"/>
              <a:gd name="connsiteX2-219" fmla="*/ 12194381 w 12194381"/>
              <a:gd name="connsiteY2-220" fmla="*/ 2381 h 6383709"/>
              <a:gd name="connsiteX3-221" fmla="*/ 12194381 w 12194381"/>
              <a:gd name="connsiteY3-222" fmla="*/ 6383709 h 6383709"/>
              <a:gd name="connsiteX4-223" fmla="*/ 2381 w 12194381"/>
              <a:gd name="connsiteY4-224" fmla="*/ 6383709 h 6383709"/>
              <a:gd name="connsiteX5-225" fmla="*/ 0 w 12194381"/>
              <a:gd name="connsiteY5-226" fmla="*/ 5569743 h 6383709"/>
              <a:gd name="connsiteX6-227" fmla="*/ 2445544 w 12194381"/>
              <a:gd name="connsiteY6-228" fmla="*/ 4160045 h 6383709"/>
              <a:gd name="connsiteX7-229" fmla="*/ 2500312 w 12194381"/>
              <a:gd name="connsiteY7-230" fmla="*/ 4052887 h 6383709"/>
              <a:gd name="connsiteX0-231" fmla="*/ 2528887 w 12222956"/>
              <a:gd name="connsiteY0-232" fmla="*/ 4052887 h 6383709"/>
              <a:gd name="connsiteX1-233" fmla="*/ 2524124 w 12222956"/>
              <a:gd name="connsiteY1-234" fmla="*/ 0 h 6383709"/>
              <a:gd name="connsiteX2-235" fmla="*/ 12222956 w 12222956"/>
              <a:gd name="connsiteY2-236" fmla="*/ 2381 h 6383709"/>
              <a:gd name="connsiteX3-237" fmla="*/ 12222956 w 12222956"/>
              <a:gd name="connsiteY3-238" fmla="*/ 6383709 h 6383709"/>
              <a:gd name="connsiteX4-239" fmla="*/ 30956 w 12222956"/>
              <a:gd name="connsiteY4-240" fmla="*/ 6383709 h 6383709"/>
              <a:gd name="connsiteX5-241" fmla="*/ 0 w 12222956"/>
              <a:gd name="connsiteY5-242" fmla="*/ 5536405 h 6383709"/>
              <a:gd name="connsiteX6-243" fmla="*/ 2474119 w 12222956"/>
              <a:gd name="connsiteY6-244" fmla="*/ 4160045 h 6383709"/>
              <a:gd name="connsiteX7-245" fmla="*/ 2528887 w 12222956"/>
              <a:gd name="connsiteY7-246" fmla="*/ 4052887 h 6383709"/>
              <a:gd name="connsiteX0-247" fmla="*/ 2502693 w 12196762"/>
              <a:gd name="connsiteY0-248" fmla="*/ 4052887 h 6383709"/>
              <a:gd name="connsiteX1-249" fmla="*/ 2497930 w 12196762"/>
              <a:gd name="connsiteY1-250" fmla="*/ 0 h 6383709"/>
              <a:gd name="connsiteX2-251" fmla="*/ 12196762 w 12196762"/>
              <a:gd name="connsiteY2-252" fmla="*/ 2381 h 6383709"/>
              <a:gd name="connsiteX3-253" fmla="*/ 12196762 w 12196762"/>
              <a:gd name="connsiteY3-254" fmla="*/ 6383709 h 6383709"/>
              <a:gd name="connsiteX4-255" fmla="*/ 4762 w 12196762"/>
              <a:gd name="connsiteY4-256" fmla="*/ 6383709 h 6383709"/>
              <a:gd name="connsiteX5-257" fmla="*/ 0 w 12196762"/>
              <a:gd name="connsiteY5-258" fmla="*/ 5567362 h 6383709"/>
              <a:gd name="connsiteX6-259" fmla="*/ 2447925 w 12196762"/>
              <a:gd name="connsiteY6-260" fmla="*/ 4160045 h 6383709"/>
              <a:gd name="connsiteX7-261" fmla="*/ 2502693 w 12196762"/>
              <a:gd name="connsiteY7-262" fmla="*/ 4052887 h 6383709"/>
              <a:gd name="connsiteX0-263" fmla="*/ 2502693 w 12196762"/>
              <a:gd name="connsiteY0-264" fmla="*/ 4052887 h 6383709"/>
              <a:gd name="connsiteX1-265" fmla="*/ 2497930 w 12196762"/>
              <a:gd name="connsiteY1-266" fmla="*/ 0 h 6383709"/>
              <a:gd name="connsiteX2-267" fmla="*/ 12196762 w 12196762"/>
              <a:gd name="connsiteY2-268" fmla="*/ 2381 h 6383709"/>
              <a:gd name="connsiteX3-269" fmla="*/ 12196762 w 12196762"/>
              <a:gd name="connsiteY3-270" fmla="*/ 6383709 h 6383709"/>
              <a:gd name="connsiteX4-271" fmla="*/ 4762 w 12196762"/>
              <a:gd name="connsiteY4-272" fmla="*/ 6383709 h 6383709"/>
              <a:gd name="connsiteX5-273" fmla="*/ 0 w 12196762"/>
              <a:gd name="connsiteY5-274" fmla="*/ 5567362 h 6383709"/>
              <a:gd name="connsiteX6-275" fmla="*/ 2447925 w 12196762"/>
              <a:gd name="connsiteY6-276" fmla="*/ 4160045 h 6383709"/>
              <a:gd name="connsiteX7-277" fmla="*/ 2502693 w 12196762"/>
              <a:gd name="connsiteY7-278" fmla="*/ 4052887 h 6383709"/>
              <a:gd name="connsiteX0-279" fmla="*/ 2502693 w 12196762"/>
              <a:gd name="connsiteY0-280" fmla="*/ 4052887 h 6383709"/>
              <a:gd name="connsiteX1-281" fmla="*/ 2497930 w 12196762"/>
              <a:gd name="connsiteY1-282" fmla="*/ 0 h 6383709"/>
              <a:gd name="connsiteX2-283" fmla="*/ 12196762 w 12196762"/>
              <a:gd name="connsiteY2-284" fmla="*/ 2381 h 6383709"/>
              <a:gd name="connsiteX3-285" fmla="*/ 12196762 w 12196762"/>
              <a:gd name="connsiteY3-286" fmla="*/ 6383709 h 6383709"/>
              <a:gd name="connsiteX4-287" fmla="*/ 4762 w 12196762"/>
              <a:gd name="connsiteY4-288" fmla="*/ 6383709 h 6383709"/>
              <a:gd name="connsiteX5-289" fmla="*/ 0 w 12196762"/>
              <a:gd name="connsiteY5-290" fmla="*/ 5567362 h 6383709"/>
              <a:gd name="connsiteX6-291" fmla="*/ 2443163 w 12196762"/>
              <a:gd name="connsiteY6-292" fmla="*/ 4160045 h 6383709"/>
              <a:gd name="connsiteX7-293" fmla="*/ 2502693 w 12196762"/>
              <a:gd name="connsiteY7-294" fmla="*/ 4052887 h 6383709"/>
              <a:gd name="connsiteX0-295" fmla="*/ 2502693 w 12196762"/>
              <a:gd name="connsiteY0-296" fmla="*/ 4052887 h 6383709"/>
              <a:gd name="connsiteX1-297" fmla="*/ 2497930 w 12196762"/>
              <a:gd name="connsiteY1-298" fmla="*/ 0 h 6383709"/>
              <a:gd name="connsiteX2-299" fmla="*/ 12196762 w 12196762"/>
              <a:gd name="connsiteY2-300" fmla="*/ 2381 h 6383709"/>
              <a:gd name="connsiteX3-301" fmla="*/ 12196762 w 12196762"/>
              <a:gd name="connsiteY3-302" fmla="*/ 6383709 h 6383709"/>
              <a:gd name="connsiteX4-303" fmla="*/ 4762 w 12196762"/>
              <a:gd name="connsiteY4-304" fmla="*/ 6383709 h 6383709"/>
              <a:gd name="connsiteX5-305" fmla="*/ 0 w 12196762"/>
              <a:gd name="connsiteY5-306" fmla="*/ 5567362 h 6383709"/>
              <a:gd name="connsiteX6-307" fmla="*/ 2443163 w 12196762"/>
              <a:gd name="connsiteY6-308" fmla="*/ 4160045 h 6383709"/>
              <a:gd name="connsiteX7-309" fmla="*/ 2502693 w 12196762"/>
              <a:gd name="connsiteY7-310" fmla="*/ 4052887 h 6383709"/>
              <a:gd name="connsiteX0-311" fmla="*/ 2502693 w 12196762"/>
              <a:gd name="connsiteY0-312" fmla="*/ 4052887 h 6383709"/>
              <a:gd name="connsiteX1-313" fmla="*/ 2497930 w 12196762"/>
              <a:gd name="connsiteY1-314" fmla="*/ 0 h 6383709"/>
              <a:gd name="connsiteX2-315" fmla="*/ 12196762 w 12196762"/>
              <a:gd name="connsiteY2-316" fmla="*/ 2381 h 6383709"/>
              <a:gd name="connsiteX3-317" fmla="*/ 12196762 w 12196762"/>
              <a:gd name="connsiteY3-318" fmla="*/ 6383709 h 6383709"/>
              <a:gd name="connsiteX4-319" fmla="*/ 4762 w 12196762"/>
              <a:gd name="connsiteY4-320" fmla="*/ 6383709 h 6383709"/>
              <a:gd name="connsiteX5-321" fmla="*/ 0 w 12196762"/>
              <a:gd name="connsiteY5-322" fmla="*/ 5567362 h 6383709"/>
              <a:gd name="connsiteX6-323" fmla="*/ 2457450 w 12196762"/>
              <a:gd name="connsiteY6-324" fmla="*/ 4152902 h 6383709"/>
              <a:gd name="connsiteX7-325" fmla="*/ 2502693 w 12196762"/>
              <a:gd name="connsiteY7-326" fmla="*/ 4052887 h 6383709"/>
              <a:gd name="connsiteX0-327" fmla="*/ 2502693 w 12196762"/>
              <a:gd name="connsiteY0-328" fmla="*/ 4052887 h 6428952"/>
              <a:gd name="connsiteX1-329" fmla="*/ 2497930 w 12196762"/>
              <a:gd name="connsiteY1-330" fmla="*/ 0 h 6428952"/>
              <a:gd name="connsiteX2-331" fmla="*/ 12196762 w 12196762"/>
              <a:gd name="connsiteY2-332" fmla="*/ 2381 h 6428952"/>
              <a:gd name="connsiteX3-333" fmla="*/ 12196762 w 12196762"/>
              <a:gd name="connsiteY3-334" fmla="*/ 6383709 h 6428952"/>
              <a:gd name="connsiteX4-335" fmla="*/ 4762 w 12196762"/>
              <a:gd name="connsiteY4-336" fmla="*/ 6428952 h 6428952"/>
              <a:gd name="connsiteX5-337" fmla="*/ 0 w 12196762"/>
              <a:gd name="connsiteY5-338" fmla="*/ 5567362 h 6428952"/>
              <a:gd name="connsiteX6-339" fmla="*/ 2457450 w 12196762"/>
              <a:gd name="connsiteY6-340" fmla="*/ 4152902 h 6428952"/>
              <a:gd name="connsiteX7-341" fmla="*/ 2502693 w 12196762"/>
              <a:gd name="connsiteY7-342" fmla="*/ 4052887 h 6428952"/>
              <a:gd name="connsiteX0-343" fmla="*/ 2502693 w 12199143"/>
              <a:gd name="connsiteY0-344" fmla="*/ 4052887 h 6431334"/>
              <a:gd name="connsiteX1-345" fmla="*/ 2497930 w 12199143"/>
              <a:gd name="connsiteY1-346" fmla="*/ 0 h 6431334"/>
              <a:gd name="connsiteX2-347" fmla="*/ 12196762 w 12199143"/>
              <a:gd name="connsiteY2-348" fmla="*/ 2381 h 6431334"/>
              <a:gd name="connsiteX3-349" fmla="*/ 12199143 w 12199143"/>
              <a:gd name="connsiteY3-350" fmla="*/ 6431334 h 6431334"/>
              <a:gd name="connsiteX4-351" fmla="*/ 4762 w 12199143"/>
              <a:gd name="connsiteY4-352" fmla="*/ 6428952 h 6431334"/>
              <a:gd name="connsiteX5-353" fmla="*/ 0 w 12199143"/>
              <a:gd name="connsiteY5-354" fmla="*/ 5567362 h 6431334"/>
              <a:gd name="connsiteX6-355" fmla="*/ 2457450 w 12199143"/>
              <a:gd name="connsiteY6-356" fmla="*/ 4152902 h 6431334"/>
              <a:gd name="connsiteX7-357" fmla="*/ 2502693 w 12199143"/>
              <a:gd name="connsiteY7-358" fmla="*/ 4052887 h 6431334"/>
            </a:gdLst>
            <a:rect l="l" t="t" r="r" b="b"/>
            <a:pathLst>
              <a:path w="12199143" h="6431334">
                <a:moveTo>
                  <a:pt x="2502693" y="4052887"/>
                </a:moveTo>
                <a:cubicBezTo>
                  <a:pt x="2499518" y="2677318"/>
                  <a:pt x="2496343" y="6350"/>
                  <a:pt x="2497930" y="0"/>
                </a:cubicBezTo>
                <a:lnTo>
                  <a:pt x="12196762" y="2381"/>
                </a:lnTo>
                <a:cubicBezTo>
                  <a:pt x="12197556" y="2145365"/>
                  <a:pt x="12198349" y="4288350"/>
                  <a:pt x="12199143" y="6431334"/>
                </a:cubicBezTo>
                <a:lnTo>
                  <a:pt x="4762" y="6428952"/>
                </a:lnTo>
                <a:cubicBezTo>
                  <a:pt x="3968" y="6157630"/>
                  <a:pt x="794" y="5838684"/>
                  <a:pt x="0" y="5567362"/>
                </a:cubicBezTo>
                <a:cubicBezTo>
                  <a:pt x="1587" y="5572125"/>
                  <a:pt x="2446338" y="4150520"/>
                  <a:pt x="2457450" y="4152902"/>
                </a:cubicBezTo>
                <a:cubicBezTo>
                  <a:pt x="2494756" y="4127501"/>
                  <a:pt x="2498724" y="4121151"/>
                  <a:pt x="2502693" y="4052887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/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 typeface="Arial"/>
              <a:buNone/>
            </a:pPr>
            <a:r>
              <a:t>　　　　　　　　　　　　　　　　　　　　　　Click icon to add element, or select to remove</a:t>
            </a:r>
          </a:p>
        </p:txBody>
      </p:sp>
      <p:sp>
        <p:nvSpPr>
          <p:cNvPr id="22" name="テキスト プレースホルダー 21">
            <a:extLst xmlns:a="http://schemas.openxmlformats.org/drawingml/2006/main">
              <a:ext uri="{FF2B5EF4-FFF2-40B4-BE49-F238E27FC236}">
                <a16:creationId xmlns:a16="http://schemas.microsoft.com/office/drawing/2014/main" id="{F14AD355-3B85-4F08-8C2F-CB2286D135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40000" y="2420888"/>
            <a:ext cx="1476000" cy="1008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#1</a:t>
            </a:r>
          </a:p>
        </p:txBody>
      </p:sp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03ED4979-9806-412A-AE70-F8900313FD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71664" y="2672888"/>
            <a:ext cx="8400336" cy="5040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Divider Slide (YaHei, Bold, 40px) </a:t>
            </a:r>
          </a:p>
        </p:txBody>
      </p:sp>
      <p:sp>
        <p:nvSpPr>
          <p:cNvPr id="3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668D2C4-451A-4725-BD03-43C590B7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 userDrawn="1">
  <p:cSld name="End Slide1">
    <p:bg>
      <p:bgPr>
        <a:blipFill xmlns:a="http://schemas.openxmlformats.org/drawingml/2006/main" rotWithShape="1">
          <a:blip xmlns:r="http://schemas.openxmlformats.org/officeDocument/2006/relationships" r:embed="R63da619c83fb44e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75E1650-4ECE-4CE0-9A24-DE4C5828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 userDrawn="1">
  <p:cSld name="End Slide2">
    <p:bg>
      <p:bgPr>
        <a:blipFill xmlns:a="http://schemas.openxmlformats.org/drawingml/2006/main" rotWithShape="1">
          <a:blip xmlns:r="http://schemas.openxmlformats.org/officeDocument/2006/relationships" r:embed="R882119d20ff145a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タイトル 18">
            <a:extLst xmlns:a="http://schemas.openxmlformats.org/drawingml/2006/main">
              <a:ext uri="{FF2B5EF4-FFF2-40B4-BE49-F238E27FC236}">
                <a16:creationId xmlns:a16="http://schemas.microsoft.com/office/drawing/2014/main" id="{8D25BBCA-9EAF-4BEB-9D20-4DAAF7DEC6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75720" y="2439000"/>
            <a:ext cx="7896280" cy="1980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 b="1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Ending Remarks Here (YaHei, Bold, 40px, grey)  </a:t>
            </a:r>
          </a:p>
        </p:txBody>
      </p:sp>
      <p:sp>
        <p:nvSpPr>
          <p:cNvPr id="2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8D9BC86-36D3-404E-A3E7-2975F789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498000"/>
            <a:ext cx="252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marL="0" algn="l" defTabSz="914400">
              <a:buNone/>
              <a:defRPr sz="800" kern="1200">
                <a:solidFill>
                  <a:schemeClr val="bg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200" b="0" i="0">
                <a:solidFill>
                  <a:schemeClr val="tx2"/>
                </a:solidFill>
                <a:latin typeface="Arial"/>
                <a:ea typeface="Arial"/>
                <a:cs typeface="Arial"/>
              </a:rPr>
              <a:t>Limited Disclosure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dc6cbdfcbd4342" /><Relationship Type="http://schemas.openxmlformats.org/officeDocument/2006/relationships/slideLayout" Target="/ppt/slideLayouts/slideLayout1.xml" Id="R5d411d7bed924e78" /><Relationship Type="http://schemas.openxmlformats.org/officeDocument/2006/relationships/slideLayout" Target="/ppt/slideLayouts/slideLayout2.xml" Id="R02b1caef1a5a444c" /><Relationship Type="http://schemas.openxmlformats.org/officeDocument/2006/relationships/slideLayout" Target="/ppt/slideLayouts/slideLayout3.xml" Id="Rc664e7bec0704e41" /><Relationship Type="http://schemas.openxmlformats.org/officeDocument/2006/relationships/slideLayout" Target="/ppt/slideLayouts/slideLayout4.xml" Id="R47188b753ae94556" /><Relationship Type="http://schemas.openxmlformats.org/officeDocument/2006/relationships/slideLayout" Target="/ppt/slideLayouts/slideLayout5.xml" Id="Rd62c41c1fc0d45f6" /><Relationship Type="http://schemas.openxmlformats.org/officeDocument/2006/relationships/slideLayout" Target="/ppt/slideLayouts/slideLayout6.xml" Id="Rde1ba58a48bb4c52" /><Relationship Type="http://schemas.openxmlformats.org/officeDocument/2006/relationships/slideLayout" Target="/ppt/slideLayouts/slideLayout7.xml" Id="R17af2031be8e40a0" /><Relationship Type="http://schemas.openxmlformats.org/officeDocument/2006/relationships/slideLayout" Target="/ppt/slideLayouts/slideLayout8.xml" Id="R829fdcdf5fbf47db" /><Relationship Type="http://schemas.openxmlformats.org/officeDocument/2006/relationships/slideLayout" Target="/ppt/slideLayouts/slideLayout9.xml" Id="R0a4c6fd9aecc4acd" /><Relationship Type="http://schemas.openxmlformats.org/officeDocument/2006/relationships/slideLayout" Target="/ppt/slideLayouts/slideLayout10.xml" Id="Rd063f8cde48a4d74" /><Relationship Type="http://schemas.openxmlformats.org/officeDocument/2006/relationships/slideLayout" Target="/ppt/slideLayouts/slideLayout11.xml" Id="R15e3102951a54075" /><Relationship Type="http://schemas.openxmlformats.org/officeDocument/2006/relationships/slideLayout" Target="/ppt/slideLayouts/slideLayout12.xml" Id="R2a5aba3baed04066" /><Relationship Type="http://schemas.openxmlformats.org/officeDocument/2006/relationships/slideLayout" Target="/ppt/slideLayouts/slideLayout13.xml" Id="Rb1089da2072840d7" /><Relationship Type="http://schemas.openxmlformats.org/officeDocument/2006/relationships/slideLayout" Target="/ppt/slideLayouts/slideLayout14.xml" Id="Rd378415376c6408b" /><Relationship Type="http://schemas.openxmlformats.org/officeDocument/2006/relationships/slideLayout" Target="/ppt/slideLayouts/slideLayout15.xml" Id="R2343efb0377a4307" /><Relationship Type="http://schemas.openxmlformats.org/officeDocument/2006/relationships/slideLayout" Target="/ppt/slideLayouts/slideLayout16.xml" Id="Rfeadbc2769f94b7b" /><Relationship Type="http://schemas.openxmlformats.org/officeDocument/2006/relationships/slideLayout" Target="/ppt/slideLayouts/slideLayout17.xml" Id="R5b88e2c75b7341d0" /><Relationship Type="http://schemas.openxmlformats.org/officeDocument/2006/relationships/slideLayout" Target="/ppt/slideLayouts/slideLayout18.xml" Id="R640745824c124ba6" /><Relationship Type="http://schemas.openxmlformats.org/officeDocument/2006/relationships/slideLayout" Target="/ppt/slideLayouts/slideLayout19.xml" Id="R9a04ec0cfe35451a" /><Relationship Type="http://schemas.openxmlformats.org/officeDocument/2006/relationships/slideLayout" Target="/ppt/slideLayouts/slideLayout20.xml" Id="Ra1a200ff8f9544f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1def72d8f89418e" /><Relationship Type="http://schemas.openxmlformats.org/officeDocument/2006/relationships/slideLayout" Target="/ppt/slideLayouts/slideLayout21.xml" Id="Ra4df1d173d5c4f9d" /><Relationship Type="http://schemas.openxmlformats.org/officeDocument/2006/relationships/slideLayout" Target="/ppt/slideLayouts/slideLayout22.xml" Id="R979b920345294494" /><Relationship Type="http://schemas.openxmlformats.org/officeDocument/2006/relationships/slideLayout" Target="/ppt/slideLayouts/slideLayout23.xml" Id="Rbe16b0fbe3624aa8" /><Relationship Type="http://schemas.openxmlformats.org/officeDocument/2006/relationships/slideLayout" Target="/ppt/slideLayouts/slideLayout24.xml" Id="R63eec419f18b4ab6" /><Relationship Type="http://schemas.openxmlformats.org/officeDocument/2006/relationships/slideLayout" Target="/ppt/slideLayouts/slideLayout25.xml" Id="Rf2a5f7d89eee4ec2" /><Relationship Type="http://schemas.openxmlformats.org/officeDocument/2006/relationships/slideLayout" Target="/ppt/slideLayouts/slideLayout26.xml" Id="R04d74f8c0d6a4e71" /><Relationship Type="http://schemas.openxmlformats.org/officeDocument/2006/relationships/slideLayout" Target="/ppt/slideLayouts/slideLayout27.xml" Id="R8469e0a1882d4aee" /><Relationship Type="http://schemas.openxmlformats.org/officeDocument/2006/relationships/slideLayout" Target="/ppt/slideLayouts/slideLayout28.xml" Id="Re3d5cb33e1c6471d" /><Relationship Type="http://schemas.openxmlformats.org/officeDocument/2006/relationships/slideLayout" Target="/ppt/slideLayouts/slideLayout29.xml" Id="Rd781c74392f34726" /><Relationship Type="http://schemas.openxmlformats.org/officeDocument/2006/relationships/slideLayout" Target="/ppt/slideLayouts/slideLayout30.xml" Id="R32454e833a1c4f89" /><Relationship Type="http://schemas.openxmlformats.org/officeDocument/2006/relationships/slideLayout" Target="/ppt/slideLayouts/slideLayout31.xml" Id="Rd1fe1e97f89c4456" /><Relationship Type="http://schemas.openxmlformats.org/officeDocument/2006/relationships/slideLayout" Target="/ppt/slideLayouts/slideLayout32.xml" Id="R88fc0a5204584634" /><Relationship Type="http://schemas.openxmlformats.org/officeDocument/2006/relationships/slideLayout" Target="/ppt/slideLayouts/slideLayout33.xml" Id="Rf269a0351c794311" /><Relationship Type="http://schemas.openxmlformats.org/officeDocument/2006/relationships/slideLayout" Target="/ppt/slideLayouts/slideLayout34.xml" Id="R89369191563043fe" /><Relationship Type="http://schemas.openxmlformats.org/officeDocument/2006/relationships/slideLayout" Target="/ppt/slideLayouts/slideLayout35.xml" Id="R2875000b281649bc" /><Relationship Type="http://schemas.openxmlformats.org/officeDocument/2006/relationships/slideLayout" Target="/ppt/slideLayouts/slideLayout36.xml" Id="Rdbb93e0b83064d1c" /><Relationship Type="http://schemas.openxmlformats.org/officeDocument/2006/relationships/slideLayout" Target="/ppt/slideLayouts/slideLayout37.xml" Id="Rd0002da510e048c0" /><Relationship Type="http://schemas.openxmlformats.org/officeDocument/2006/relationships/slideLayout" Target="/ppt/slideLayouts/slideLayout38.xml" Id="R57a6d48cdb834ca2" /><Relationship Type="http://schemas.openxmlformats.org/officeDocument/2006/relationships/slideLayout" Target="/ppt/slideLayouts/slideLayout39.xml" Id="Ra6c315baa5e148dd" /><Relationship Type="http://schemas.openxmlformats.org/officeDocument/2006/relationships/slideLayout" Target="/ppt/slideLayouts/slideLayout40.xml" Id="R1b7c76f7c8844e6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cace3f9a3f44c59" /><Relationship Type="http://schemas.openxmlformats.org/officeDocument/2006/relationships/slideLayout" Target="/ppt/slideLayouts/slideLayout41.xml" Id="R1cabb5f1d809494e" /><Relationship Type="http://schemas.openxmlformats.org/officeDocument/2006/relationships/slideLayout" Target="/ppt/slideLayouts/slideLayout42.xml" Id="R13b37f1b188c490c" /><Relationship Type="http://schemas.openxmlformats.org/officeDocument/2006/relationships/slideLayout" Target="/ppt/slideLayouts/slideLayout43.xml" Id="R64fddd602f45472b" /><Relationship Type="http://schemas.openxmlformats.org/officeDocument/2006/relationships/slideLayout" Target="/ppt/slideLayouts/slideLayout44.xml" Id="R05d3036c11bf4ebf" /><Relationship Type="http://schemas.openxmlformats.org/officeDocument/2006/relationships/slideLayout" Target="/ppt/slideLayouts/slideLayout45.xml" Id="Rbe8ac76f565c431b" /><Relationship Type="http://schemas.openxmlformats.org/officeDocument/2006/relationships/slideLayout" Target="/ppt/slideLayouts/slideLayout46.xml" Id="Rc30fac2f2f424ec2" /><Relationship Type="http://schemas.openxmlformats.org/officeDocument/2006/relationships/slideLayout" Target="/ppt/slideLayouts/slideLayout47.xml" Id="R50fc25318a9546a2" /><Relationship Type="http://schemas.openxmlformats.org/officeDocument/2006/relationships/slideLayout" Target="/ppt/slideLayouts/slideLayout48.xml" Id="R1ff67ad9b9484b12" /><Relationship Type="http://schemas.openxmlformats.org/officeDocument/2006/relationships/slideLayout" Target="/ppt/slideLayouts/slideLayout49.xml" Id="R98f3a8edff994051" /><Relationship Type="http://schemas.openxmlformats.org/officeDocument/2006/relationships/slideLayout" Target="/ppt/slideLayouts/slideLayout50.xml" Id="R7f871a2304954278" /><Relationship Type="http://schemas.openxmlformats.org/officeDocument/2006/relationships/slideLayout" Target="/ppt/slideLayouts/slideLayout51.xml" Id="Ra63dac10153c4f08" /><Relationship Type="http://schemas.openxmlformats.org/officeDocument/2006/relationships/slideLayout" Target="/ppt/slideLayouts/slideLayout52.xml" Id="R00409caf1f5746e5" /><Relationship Type="http://schemas.openxmlformats.org/officeDocument/2006/relationships/slideLayout" Target="/ppt/slideLayouts/slideLayout53.xml" Id="R0e1a61f2917c48ac" /><Relationship Type="http://schemas.openxmlformats.org/officeDocument/2006/relationships/slideLayout" Target="/ppt/slideLayouts/slideLayout54.xml" Id="R609ea7a8ad494877" /><Relationship Type="http://schemas.openxmlformats.org/officeDocument/2006/relationships/slideLayout" Target="/ppt/slideLayouts/slideLayout55.xml" Id="R745559e8b701458e" /><Relationship Type="http://schemas.openxmlformats.org/officeDocument/2006/relationships/slideLayout" Target="/ppt/slideLayouts/slideLayout56.xml" Id="R5e336efc38cd463a" /><Relationship Type="http://schemas.openxmlformats.org/officeDocument/2006/relationships/slideLayout" Target="/ppt/slideLayouts/slideLayout57.xml" Id="Rd9dddfa6d3b5406c" /><Relationship Type="http://schemas.openxmlformats.org/officeDocument/2006/relationships/slideLayout" Target="/ppt/slideLayouts/slideLayout58.xml" Id="R753b3dd038c44893" /><Relationship Type="http://schemas.openxmlformats.org/officeDocument/2006/relationships/slideLayout" Target="/ppt/slideLayouts/slideLayout59.xml" Id="R6c6e635255d641af" /><Relationship Type="http://schemas.openxmlformats.org/officeDocument/2006/relationships/slideLayout" Target="/ppt/slideLayouts/slideLayout60.xml" Id="R9a7bcdb6ae854c7c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5d623383c87e44a6" /><Relationship Type="http://schemas.openxmlformats.org/officeDocument/2006/relationships/slideLayout" Target="/ppt/slideLayouts/slideLayout61.xml" Id="R08ceb4e8058f4320" /><Relationship Type="http://schemas.openxmlformats.org/officeDocument/2006/relationships/slideLayout" Target="/ppt/slideLayouts/slideLayout62.xml" Id="Rb39d73594b164bad" /><Relationship Type="http://schemas.openxmlformats.org/officeDocument/2006/relationships/slideLayout" Target="/ppt/slideLayouts/slideLayout63.xml" Id="R42460dabca55438d" /><Relationship Type="http://schemas.openxmlformats.org/officeDocument/2006/relationships/slideLayout" Target="/ppt/slideLayouts/slideLayout64.xml" Id="R81e8f1a15b714b1c" /><Relationship Type="http://schemas.openxmlformats.org/officeDocument/2006/relationships/slideLayout" Target="/ppt/slideLayouts/slideLayout65.xml" Id="Rccbe82262db941ca" /><Relationship Type="http://schemas.openxmlformats.org/officeDocument/2006/relationships/slideLayout" Target="/ppt/slideLayouts/slideLayout66.xml" Id="R6b67e3d0843c4a32" /><Relationship Type="http://schemas.openxmlformats.org/officeDocument/2006/relationships/slideLayout" Target="/ppt/slideLayouts/slideLayout67.xml" Id="R6d215b5bd1624158" /><Relationship Type="http://schemas.openxmlformats.org/officeDocument/2006/relationships/slideLayout" Target="/ppt/slideLayouts/slideLayout68.xml" Id="Ra5abe769f0ee49c2" /><Relationship Type="http://schemas.openxmlformats.org/officeDocument/2006/relationships/slideLayout" Target="/ppt/slideLayouts/slideLayout69.xml" Id="R9ac8b22fca1b40cd" /><Relationship Type="http://schemas.openxmlformats.org/officeDocument/2006/relationships/slideLayout" Target="/ppt/slideLayouts/slideLayout70.xml" Id="R7d0fd35843dc434b" /><Relationship Type="http://schemas.openxmlformats.org/officeDocument/2006/relationships/slideLayout" Target="/ppt/slideLayouts/slideLayout71.xml" Id="Rc06a22da952444f8" /><Relationship Type="http://schemas.openxmlformats.org/officeDocument/2006/relationships/slideLayout" Target="/ppt/slideLayouts/slideLayout72.xml" Id="Rd0961d0e573e4fd6" /><Relationship Type="http://schemas.openxmlformats.org/officeDocument/2006/relationships/slideLayout" Target="/ppt/slideLayouts/slideLayout73.xml" Id="Rfa251e6a43174f9e" /><Relationship Type="http://schemas.openxmlformats.org/officeDocument/2006/relationships/slideLayout" Target="/ppt/slideLayouts/slideLayout74.xml" Id="R5e8caccd43994d6c" /><Relationship Type="http://schemas.openxmlformats.org/officeDocument/2006/relationships/slideLayout" Target="/ppt/slideLayouts/slideLayout75.xml" Id="R4d1ea36464b84fc1" /><Relationship Type="http://schemas.openxmlformats.org/officeDocument/2006/relationships/slideLayout" Target="/ppt/slideLayouts/slideLayout76.xml" Id="R9e11cc6f1cc84a09" /><Relationship Type="http://schemas.openxmlformats.org/officeDocument/2006/relationships/slideLayout" Target="/ppt/slideLayouts/slideLayout77.xml" Id="R12b2177b347149a5" /><Relationship Type="http://schemas.openxmlformats.org/officeDocument/2006/relationships/slideLayout" Target="/ppt/slideLayouts/slideLayout78.xml" Id="R7c6a79519dab4d0b" /><Relationship Type="http://schemas.openxmlformats.org/officeDocument/2006/relationships/slideLayout" Target="/ppt/slideLayouts/slideLayout79.xml" Id="R5c1601527c56443e" /><Relationship Type="http://schemas.openxmlformats.org/officeDocument/2006/relationships/slideLayout" Target="/ppt/slideLayouts/slideLayout80.xml" Id="R06ed17457dba43b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367DF5AF-003B-4F36-8F16-89DAF8E8F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90BFA9D4-1C81-44A4-8DAE-6E9712D257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2 レベル</a:t>
            </a:r>
          </a:p>
          <a:p xmlns:a="http://schemas.openxmlformats.org/drawingml/2006/main">
            <a:pPr lvl="2">
              <a:buNone/>
            </a:pPr>
            <a:r>
              <a:t>第 3 レベル</a:t>
            </a:r>
          </a:p>
          <a:p xmlns:a="http://schemas.openxmlformats.org/drawingml/2006/main">
            <a:pPr lvl="3">
              <a:buNone/>
            </a:pPr>
            <a:r>
              <a:t>第 4 レベル</a:t>
            </a:r>
          </a:p>
          <a:p xmlns:a="http://schemas.openxmlformats.org/drawingml/2006/main"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A472252-2DE7-4FDB-B36C-78A15CCEA64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D028BDA2-C802-4263-BB91-2097A58215C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E0F49411-4AFC-4B25-BE74-3EACE4961F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11d7bed924e78"/>
    <p:sldLayoutId xmlns:r="http://schemas.openxmlformats.org/officeDocument/2006/relationships" id="2147483650" r:id="R02b1caef1a5a444c"/>
    <p:sldLayoutId xmlns:r="http://schemas.openxmlformats.org/officeDocument/2006/relationships" id="2147483651" r:id="Rc664e7bec0704e41"/>
    <p:sldLayoutId xmlns:r="http://schemas.openxmlformats.org/officeDocument/2006/relationships" id="2147483652" r:id="R47188b753ae94556"/>
    <p:sldLayoutId xmlns:r="http://schemas.openxmlformats.org/officeDocument/2006/relationships" id="2147483653" r:id="Rd62c41c1fc0d45f6"/>
    <p:sldLayoutId xmlns:r="http://schemas.openxmlformats.org/officeDocument/2006/relationships" id="2147483654" r:id="Rde1ba58a48bb4c52"/>
    <p:sldLayoutId xmlns:r="http://schemas.openxmlformats.org/officeDocument/2006/relationships" id="2147483655" r:id="R17af2031be8e40a0"/>
    <p:sldLayoutId xmlns:r="http://schemas.openxmlformats.org/officeDocument/2006/relationships" id="2147483656" r:id="R829fdcdf5fbf47db"/>
    <p:sldLayoutId xmlns:r="http://schemas.openxmlformats.org/officeDocument/2006/relationships" id="2147483657" r:id="R0a4c6fd9aecc4acd"/>
    <p:sldLayoutId xmlns:r="http://schemas.openxmlformats.org/officeDocument/2006/relationships" id="2147483658" r:id="Rd063f8cde48a4d74"/>
    <p:sldLayoutId xmlns:r="http://schemas.openxmlformats.org/officeDocument/2006/relationships" id="2147483659" r:id="R15e3102951a54075"/>
    <p:sldLayoutId xmlns:r="http://schemas.openxmlformats.org/officeDocument/2006/relationships" id="2147483660" r:id="R2a5aba3baed04066"/>
    <p:sldLayoutId xmlns:r="http://schemas.openxmlformats.org/officeDocument/2006/relationships" id="2147483661" r:id="Rb1089da2072840d7"/>
    <p:sldLayoutId xmlns:r="http://schemas.openxmlformats.org/officeDocument/2006/relationships" id="2147483662" r:id="Rd378415376c6408b"/>
    <p:sldLayoutId xmlns:r="http://schemas.openxmlformats.org/officeDocument/2006/relationships" id="2147483663" r:id="R2343efb0377a4307"/>
    <p:sldLayoutId xmlns:r="http://schemas.openxmlformats.org/officeDocument/2006/relationships" id="2147483664" r:id="Rfeadbc2769f94b7b"/>
    <p:sldLayoutId xmlns:r="http://schemas.openxmlformats.org/officeDocument/2006/relationships" id="2147483665" r:id="R5b88e2c75b7341d0"/>
    <p:sldLayoutId xmlns:r="http://schemas.openxmlformats.org/officeDocument/2006/relationships" id="2147483666" r:id="R640745824c124ba6"/>
    <p:sldLayoutId xmlns:r="http://schemas.openxmlformats.org/officeDocument/2006/relationships" id="2147483667" r:id="R9a04ec0cfe35451a"/>
    <p:sldLayoutId xmlns:r="http://schemas.openxmlformats.org/officeDocument/2006/relationships" id="2147483668" r:id="Ra1a200ff8f9544fc"/>
  </p:sldLayoutIdLst>
  <p:hf sldNum="0"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90000"/>
        </a:lnSpc>
        <a:spcBef>
          <a:spcPts val="1000"/>
        </a:spcBef>
        <a:buSzPct val="140000"/>
        <a:buFont typeface="Arial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5D419E07-7879-47C3-B058-48FDCB2DDA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64EEC6F-9B61-4904-829E-695A4C63BA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2 レベル</a:t>
            </a:r>
          </a:p>
          <a:p xmlns:a="http://schemas.openxmlformats.org/drawingml/2006/main">
            <a:pPr lvl="2">
              <a:buNone/>
            </a:pPr>
            <a:r>
              <a:t>第 3 レベル</a:t>
            </a:r>
          </a:p>
          <a:p xmlns:a="http://schemas.openxmlformats.org/drawingml/2006/main">
            <a:pPr lvl="3">
              <a:buNone/>
            </a:pPr>
            <a:r>
              <a:t>第 4 レベル</a:t>
            </a:r>
          </a:p>
          <a:p xmlns:a="http://schemas.openxmlformats.org/drawingml/2006/main"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09242E0-6220-49AC-B89B-A8E790A56BF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94ECC91C-20D2-4D47-8B8C-84AFAD083E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903C6658-9BD0-4253-A84D-A477F2598D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a4df1d173d5c4f9d"/>
    <p:sldLayoutId xmlns:r="http://schemas.openxmlformats.org/officeDocument/2006/relationships" id="2147483671" r:id="R979b920345294494"/>
    <p:sldLayoutId xmlns:r="http://schemas.openxmlformats.org/officeDocument/2006/relationships" id="2147483672" r:id="Rbe16b0fbe3624aa8"/>
    <p:sldLayoutId xmlns:r="http://schemas.openxmlformats.org/officeDocument/2006/relationships" id="2147483673" r:id="R63eec419f18b4ab6"/>
    <p:sldLayoutId xmlns:r="http://schemas.openxmlformats.org/officeDocument/2006/relationships" id="2147483674" r:id="Rf2a5f7d89eee4ec2"/>
    <p:sldLayoutId xmlns:r="http://schemas.openxmlformats.org/officeDocument/2006/relationships" id="2147483675" r:id="R04d74f8c0d6a4e71"/>
    <p:sldLayoutId xmlns:r="http://schemas.openxmlformats.org/officeDocument/2006/relationships" id="2147483676" r:id="R8469e0a1882d4aee"/>
    <p:sldLayoutId xmlns:r="http://schemas.openxmlformats.org/officeDocument/2006/relationships" id="2147483677" r:id="Re3d5cb33e1c6471d"/>
    <p:sldLayoutId xmlns:r="http://schemas.openxmlformats.org/officeDocument/2006/relationships" id="2147483678" r:id="Rd781c74392f34726"/>
    <p:sldLayoutId xmlns:r="http://schemas.openxmlformats.org/officeDocument/2006/relationships" id="2147483679" r:id="R32454e833a1c4f89"/>
    <p:sldLayoutId xmlns:r="http://schemas.openxmlformats.org/officeDocument/2006/relationships" id="2147483680" r:id="Rd1fe1e97f89c4456"/>
    <p:sldLayoutId xmlns:r="http://schemas.openxmlformats.org/officeDocument/2006/relationships" id="2147483681" r:id="R88fc0a5204584634"/>
    <p:sldLayoutId xmlns:r="http://schemas.openxmlformats.org/officeDocument/2006/relationships" id="2147483682" r:id="Rf269a0351c794311"/>
    <p:sldLayoutId xmlns:r="http://schemas.openxmlformats.org/officeDocument/2006/relationships" id="2147483683" r:id="R89369191563043fe"/>
    <p:sldLayoutId xmlns:r="http://schemas.openxmlformats.org/officeDocument/2006/relationships" id="2147483684" r:id="R2875000b281649bc"/>
    <p:sldLayoutId xmlns:r="http://schemas.openxmlformats.org/officeDocument/2006/relationships" id="2147483685" r:id="Rdbb93e0b83064d1c"/>
    <p:sldLayoutId xmlns:r="http://schemas.openxmlformats.org/officeDocument/2006/relationships" id="2147483686" r:id="Rd0002da510e048c0"/>
    <p:sldLayoutId xmlns:r="http://schemas.openxmlformats.org/officeDocument/2006/relationships" id="2147483687" r:id="R57a6d48cdb834ca2"/>
    <p:sldLayoutId xmlns:r="http://schemas.openxmlformats.org/officeDocument/2006/relationships" id="2147483688" r:id="Ra6c315baa5e148dd"/>
    <p:sldLayoutId xmlns:r="http://schemas.openxmlformats.org/officeDocument/2006/relationships" id="2147483689" r:id="R1b7c76f7c8844e65"/>
  </p:sldLayoutIdLst>
  <p:hf sldNum="0"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90000"/>
        </a:lnSpc>
        <a:spcBef>
          <a:spcPts val="1000"/>
        </a:spcBef>
        <a:buSzPct val="140000"/>
        <a:buFont typeface="Arial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4D8785C7-DBF7-4B10-A4A2-586C0BC3A3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F41FA0EF-ADEE-4356-AA2E-A452BCC85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2 レベル</a:t>
            </a:r>
          </a:p>
          <a:p xmlns:a="http://schemas.openxmlformats.org/drawingml/2006/main">
            <a:pPr lvl="2">
              <a:buNone/>
            </a:pPr>
            <a:r>
              <a:t>第 3 レベル</a:t>
            </a:r>
          </a:p>
          <a:p xmlns:a="http://schemas.openxmlformats.org/drawingml/2006/main">
            <a:pPr lvl="3">
              <a:buNone/>
            </a:pPr>
            <a:r>
              <a:t>第 4 レベル</a:t>
            </a:r>
          </a:p>
          <a:p xmlns:a="http://schemas.openxmlformats.org/drawingml/2006/main"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6166CC4-4E27-4418-AFA1-827B76580B6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264A661-35BC-4ADE-A533-3613C122DCF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EFDD596D-DE00-413F-8293-BE417F81E7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1cabb5f1d809494e"/>
    <p:sldLayoutId xmlns:r="http://schemas.openxmlformats.org/officeDocument/2006/relationships" id="2147483692" r:id="R13b37f1b188c490c"/>
    <p:sldLayoutId xmlns:r="http://schemas.openxmlformats.org/officeDocument/2006/relationships" id="2147483693" r:id="R64fddd602f45472b"/>
    <p:sldLayoutId xmlns:r="http://schemas.openxmlformats.org/officeDocument/2006/relationships" id="2147483694" r:id="R05d3036c11bf4ebf"/>
    <p:sldLayoutId xmlns:r="http://schemas.openxmlformats.org/officeDocument/2006/relationships" id="2147483695" r:id="Rbe8ac76f565c431b"/>
    <p:sldLayoutId xmlns:r="http://schemas.openxmlformats.org/officeDocument/2006/relationships" id="2147483696" r:id="Rc30fac2f2f424ec2"/>
    <p:sldLayoutId xmlns:r="http://schemas.openxmlformats.org/officeDocument/2006/relationships" id="2147483697" r:id="R50fc25318a9546a2"/>
    <p:sldLayoutId xmlns:r="http://schemas.openxmlformats.org/officeDocument/2006/relationships" id="2147483698" r:id="R1ff67ad9b9484b12"/>
    <p:sldLayoutId xmlns:r="http://schemas.openxmlformats.org/officeDocument/2006/relationships" id="2147483699" r:id="R98f3a8edff994051"/>
    <p:sldLayoutId xmlns:r="http://schemas.openxmlformats.org/officeDocument/2006/relationships" id="2147483700" r:id="R7f871a2304954278"/>
    <p:sldLayoutId xmlns:r="http://schemas.openxmlformats.org/officeDocument/2006/relationships" id="2147483701" r:id="Ra63dac10153c4f08"/>
    <p:sldLayoutId xmlns:r="http://schemas.openxmlformats.org/officeDocument/2006/relationships" id="2147483702" r:id="R00409caf1f5746e5"/>
    <p:sldLayoutId xmlns:r="http://schemas.openxmlformats.org/officeDocument/2006/relationships" id="2147483703" r:id="R0e1a61f2917c48ac"/>
    <p:sldLayoutId xmlns:r="http://schemas.openxmlformats.org/officeDocument/2006/relationships" id="2147483704" r:id="R609ea7a8ad494877"/>
    <p:sldLayoutId xmlns:r="http://schemas.openxmlformats.org/officeDocument/2006/relationships" id="2147483705" r:id="R745559e8b701458e"/>
    <p:sldLayoutId xmlns:r="http://schemas.openxmlformats.org/officeDocument/2006/relationships" id="2147483706" r:id="R5e336efc38cd463a"/>
    <p:sldLayoutId xmlns:r="http://schemas.openxmlformats.org/officeDocument/2006/relationships" id="2147483707" r:id="Rd9dddfa6d3b5406c"/>
    <p:sldLayoutId xmlns:r="http://schemas.openxmlformats.org/officeDocument/2006/relationships" id="2147483708" r:id="R753b3dd038c44893"/>
    <p:sldLayoutId xmlns:r="http://schemas.openxmlformats.org/officeDocument/2006/relationships" id="2147483709" r:id="R6c6e635255d641af"/>
    <p:sldLayoutId xmlns:r="http://schemas.openxmlformats.org/officeDocument/2006/relationships" id="2147483710" r:id="R9a7bcdb6ae854c7c"/>
  </p:sldLayoutIdLst>
  <p:hf sldNum="0"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90000"/>
        </a:lnSpc>
        <a:spcBef>
          <a:spcPts val="1000"/>
        </a:spcBef>
        <a:buSzPct val="140000"/>
        <a:buFont typeface="Arial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4FA9B052-FBD7-4D84-930C-F2D55942B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07A7917-60A8-47F2-B9D9-AD856FCCF5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2 レベル</a:t>
            </a:r>
          </a:p>
          <a:p xmlns:a="http://schemas.openxmlformats.org/drawingml/2006/main">
            <a:pPr lvl="2">
              <a:buNone/>
            </a:pPr>
            <a:r>
              <a:t>第 3 レベル</a:t>
            </a:r>
          </a:p>
          <a:p xmlns:a="http://schemas.openxmlformats.org/drawingml/2006/main">
            <a:pPr lvl="3">
              <a:buNone/>
            </a:pPr>
            <a:r>
              <a:t>第 4 レベル</a:t>
            </a:r>
          </a:p>
          <a:p xmlns:a="http://schemas.openxmlformats.org/drawingml/2006/main"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EA267A1-403B-4287-87F8-722C147FEF4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900815AE-A5DC-492B-85FC-94A57C23A42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FE887261-557E-4027-A4BC-7F93F28E29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08ceb4e8058f4320"/>
    <p:sldLayoutId xmlns:r="http://schemas.openxmlformats.org/officeDocument/2006/relationships" id="2147483713" r:id="Rb39d73594b164bad"/>
    <p:sldLayoutId xmlns:r="http://schemas.openxmlformats.org/officeDocument/2006/relationships" id="2147483714" r:id="R42460dabca55438d"/>
    <p:sldLayoutId xmlns:r="http://schemas.openxmlformats.org/officeDocument/2006/relationships" id="2147483715" r:id="R81e8f1a15b714b1c"/>
    <p:sldLayoutId xmlns:r="http://schemas.openxmlformats.org/officeDocument/2006/relationships" id="2147483716" r:id="Rccbe82262db941ca"/>
    <p:sldLayoutId xmlns:r="http://schemas.openxmlformats.org/officeDocument/2006/relationships" id="2147483717" r:id="R6b67e3d0843c4a32"/>
    <p:sldLayoutId xmlns:r="http://schemas.openxmlformats.org/officeDocument/2006/relationships" id="2147483718" r:id="R6d215b5bd1624158"/>
    <p:sldLayoutId xmlns:r="http://schemas.openxmlformats.org/officeDocument/2006/relationships" id="2147483719" r:id="Ra5abe769f0ee49c2"/>
    <p:sldLayoutId xmlns:r="http://schemas.openxmlformats.org/officeDocument/2006/relationships" id="2147483720" r:id="R9ac8b22fca1b40cd"/>
    <p:sldLayoutId xmlns:r="http://schemas.openxmlformats.org/officeDocument/2006/relationships" id="2147483721" r:id="R7d0fd35843dc434b"/>
    <p:sldLayoutId xmlns:r="http://schemas.openxmlformats.org/officeDocument/2006/relationships" id="2147483722" r:id="Rc06a22da952444f8"/>
    <p:sldLayoutId xmlns:r="http://schemas.openxmlformats.org/officeDocument/2006/relationships" id="2147483723" r:id="Rd0961d0e573e4fd6"/>
    <p:sldLayoutId xmlns:r="http://schemas.openxmlformats.org/officeDocument/2006/relationships" id="2147483724" r:id="Rfa251e6a43174f9e"/>
    <p:sldLayoutId xmlns:r="http://schemas.openxmlformats.org/officeDocument/2006/relationships" id="2147483725" r:id="R5e8caccd43994d6c"/>
    <p:sldLayoutId xmlns:r="http://schemas.openxmlformats.org/officeDocument/2006/relationships" id="2147483726" r:id="R4d1ea36464b84fc1"/>
    <p:sldLayoutId xmlns:r="http://schemas.openxmlformats.org/officeDocument/2006/relationships" id="2147483727" r:id="R9e11cc6f1cc84a09"/>
    <p:sldLayoutId xmlns:r="http://schemas.openxmlformats.org/officeDocument/2006/relationships" id="2147483728" r:id="R12b2177b347149a5"/>
    <p:sldLayoutId xmlns:r="http://schemas.openxmlformats.org/officeDocument/2006/relationships" id="2147483729" r:id="R7c6a79519dab4d0b"/>
    <p:sldLayoutId xmlns:r="http://schemas.openxmlformats.org/officeDocument/2006/relationships" id="2147483730" r:id="R5c1601527c56443e"/>
    <p:sldLayoutId xmlns:r="http://schemas.openxmlformats.org/officeDocument/2006/relationships" id="2147483731" r:id="R06ed17457dba43b6"/>
  </p:sldLayoutIdLst>
  <p:hf sldNum="0"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14400">
        <a:lnSpc>
          <a:spcPct val="90000"/>
        </a:lnSpc>
        <a:spcBef>
          <a:spcPts val="1000"/>
        </a:spcBef>
        <a:buSzPct val="140000"/>
        <a:buFont typeface="Arial"/>
        <a:buNone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SzPct val="140000"/>
        <a:buFont typeface="Arial"/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Standard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Strictly 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Limited Disclosure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95240b64a38140d2" /><Relationship Type="http://schemas.openxmlformats.org/officeDocument/2006/relationships/image" Target="/ppt/media/image21.png" Id="R3060e08d1a074ea5" /><Relationship Type="http://schemas.openxmlformats.org/officeDocument/2006/relationships/notesSlide" Target="/ppt/notesSlides/notesSlide1.xml" Id="R6dd4600b3cc547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7605182b774349d0" /><Relationship Type="http://schemas.openxmlformats.org/officeDocument/2006/relationships/notesSlide" Target="/ppt/notesSlides/notesSlide2.xml" Id="Rc57083a36e4e4d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cc5b2bc69c774812" /><Relationship Type="http://schemas.openxmlformats.org/officeDocument/2006/relationships/image" Target="/ppt/media/image22.png" Id="R9174278e9b3f40cc" /><Relationship Type="http://schemas.openxmlformats.org/officeDocument/2006/relationships/notesSlide" Target="/ppt/notesSlides/notesSlide3.xml" Id="R588e3b4b153243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5e286cc5494a4909" /><Relationship Type="http://schemas.openxmlformats.org/officeDocument/2006/relationships/image" Target="/ppt/media/image23.png" Id="R6caaf8b3b9b04627" /><Relationship Type="http://schemas.openxmlformats.org/officeDocument/2006/relationships/notesSlide" Target="/ppt/notesSlides/notesSlide4.xml" Id="R17b5c3ca53d843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8efee8428fb4365" /><Relationship Type="http://schemas.openxmlformats.org/officeDocument/2006/relationships/image" Target="/ppt/media/image24.png" Id="R814d5c0754f048f0" /><Relationship Type="http://schemas.openxmlformats.org/officeDocument/2006/relationships/notesSlide" Target="/ppt/notesSlides/notesSlide5.xml" Id="R775b73add4c04a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af1a05179be743a7" /><Relationship Type="http://schemas.openxmlformats.org/officeDocument/2006/relationships/notesSlide" Target="/ppt/notesSlides/notesSlide6.xml" Id="Rd829f1c4bb9048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af52761e9ef94572" /><Relationship Type="http://schemas.openxmlformats.org/officeDocument/2006/relationships/image" Target="/ppt/media/image25.png" Id="R425268b9d0004d64" /><Relationship Type="http://schemas.openxmlformats.org/officeDocument/2006/relationships/hyperlink" Target="file:///C:/Users/WME20901/Desktop/ZBPLC_Projects/WIN_20260722_13_09_46_Pro.mp4" TargetMode="External" Id="R802e0c9ad57f4567" /><Relationship Type="http://schemas.openxmlformats.org/officeDocument/2006/relationships/notesSlide" Target="/ppt/notesSlides/notesSlide7.xml" Id="Re502687bf94841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aea3c1bda0f84da7" /><Relationship Type="http://schemas.openxmlformats.org/officeDocument/2006/relationships/notesSlide" Target="/ppt/notesSlides/notesSlide8.xml" Id="Rdec1b0115ade40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d75d77b9de724fd9" /><Relationship Type="http://schemas.openxmlformats.org/officeDocument/2006/relationships/image" Target="/ppt/media/image26.png" Id="R3183fec12b434672" /><Relationship Type="http://schemas.openxmlformats.org/officeDocument/2006/relationships/notesSlide" Target="/ppt/notesSlides/notesSlide9.xml" Id="R2b13b2807db741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9368996cd33d4109" /><Relationship Type="http://schemas.openxmlformats.org/officeDocument/2006/relationships/notesSlide" Target="/ppt/notesSlides/notesSlide10.xml" Id="R1ece2cb2e5c84d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8c5d3bb94ac34b13" /><Relationship Type="http://schemas.openxmlformats.org/officeDocument/2006/relationships/image" Target="/ppt/media/image27.png" Id="R6a79bad1e2fe4f9b" /><Relationship Type="http://schemas.openxmlformats.org/officeDocument/2006/relationships/notesSlide" Target="/ppt/notesSlides/notesSlide11.xml" Id="Rc573368f519e46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ea6397c9177a4840" /><Relationship Type="http://schemas.openxmlformats.org/officeDocument/2006/relationships/image" Target="/ppt/media/image28.png" Id="R7ed2caaa35e94551" /><Relationship Type="http://schemas.openxmlformats.org/officeDocument/2006/relationships/notesSlide" Target="/ppt/notesSlides/notesSlide12.xml" Id="R8305c1d2e5404d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90a0e0d7e82a4f4e" /><Relationship Type="http://schemas.openxmlformats.org/officeDocument/2006/relationships/notesSlide" Target="/ppt/notesSlides/notesSlide13.xml" Id="Rdd5859b31bbe46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3aedd2fd94184b55" /><Relationship Type="http://schemas.openxmlformats.org/officeDocument/2006/relationships/image" Target="/ppt/media/image29.png" Id="R4b6d3a7dff094939" /><Relationship Type="http://schemas.openxmlformats.org/officeDocument/2006/relationships/notesSlide" Target="/ppt/notesSlides/notesSlide14.xml" Id="Re0aac072ad2a45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6EBC3680-493D-4BD9-993E-C8D8F1F497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40000" y="3528000"/>
            <a:ext cx="7332000" cy="14131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单传感器双角检测动作改造</a:t>
            </a:r>
          </a:p>
          <a:p xmlns:a="http://schemas.openxmlformats.org/drawingml/2006/main">
            <a:r>
              <a:rPr sz="15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张博｜南京理工大学 控制工程</a:t>
            </a:r>
          </a:p>
          <a:p xmlns:a="http://schemas.openxmlformats.org/drawingml/2006/main">
            <a:r>
              <a:rPr sz="15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2026.07.13—2026.08.12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无锡村田电子 · 村田二场｜2026暑期夏令营结业汇报</a:t>
            </a:r>
          </a:p>
        </p:txBody>
      </p:sp>
      <p:sp>
        <p:nvSpPr>
          <p:cNvPr id="4" name="タイトル 3">
            <a:extLst xmlns:a="http://schemas.openxmlformats.org/drawingml/2006/main">
              <a:ext uri="{FF2B5EF4-FFF2-40B4-BE49-F238E27FC236}">
                <a16:creationId xmlns:a16="http://schemas.microsoft.com/office/drawing/2014/main" id="{633AFEB0-1D75-4B99-8558-2FAE7D9FF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把控制知识变成现场动作</a:t>
            </a:r>
          </a:p>
        </p:txBody>
      </p:sp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0e08d1a074ea5"/>
          <a:srcRect xmlns:a="http://schemas.openxmlformats.org/drawingml/2006/main" l="31851" t="0" r="318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359658" cy="5209223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0353E20-70AA-4995-96B0-1903B72B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9320"/>
            <a:ext cx="121889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E9133B5-6B31-487D-B453-1F98B1CE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5332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muRata</a:t>
            </a:r>
          </a:p>
          <a:p xmlns:a="http://schemas.openxmlformats.org/drawingml/2006/main"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Innovator in Electronics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BDFFBB-3603-47DA-A97C-C5A5F8E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053328"/>
            <a:ext cx="1463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2296878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93699EB0-EE50-463E-8C19-A30CB978BDB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723900" y="5467350"/>
            <a:ext cx="10744200" cy="514350"/>
          </a:xfrm>
        </p:spPr>
        <p:txBody>
          <a:bodyPr xmlns:a="http://schemas.openxmlformats.org/drawingml/2006/main">
            <a:normAutofit fontScale="94136"/>
          </a:bodyPr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已完成：低速动作贯通、关键点定位、流程衔接</a:t>
            </a:r>
          </a:p>
          <a:p xmlns:a="http://schemas.openxmlformats.org/drawingml/2006/main">
            <a:r>
              <a:rPr sz="135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待验证：连续运行、节拍影响、样本覆盖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9E16F8D1-33F3-4CB8-BAB7-8720901EA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先说结果：30天，我完成了从理解设备到动作贯通的闭环</a:t>
            </a:r>
          </a:p>
        </p:txBody>
      </p:sp>
      <p:sp>
        <p:nvSpPr>
          <p:cNvPr id="4" name="s02-days">
            <a:extLst xmlns:a="http://schemas.openxmlformats.org/drawingml/2006/main">
              <a:ext uri="{FF2B5EF4-FFF2-40B4-BE49-F238E27FC236}">
                <a16:creationId xmlns:a16="http://schemas.microsoft.com/office/drawing/2014/main" id="{89E6B26D-26ED-4B44-9492-79DB89A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30天</a:t>
            </a:r>
          </a:p>
        </p:txBody>
      </p:sp>
      <p:sp>
        <p:nvSpPr>
          <p:cNvPr id="5" name="s02-date">
            <a:extLst xmlns:a="http://schemas.openxmlformats.org/drawingml/2006/main">
              <a:ext uri="{FF2B5EF4-FFF2-40B4-BE49-F238E27FC236}">
                <a16:creationId xmlns:a16="http://schemas.microsoft.com/office/drawing/2014/main" id="{D055CD43-BD02-43CC-8DD4-D1B8A63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7.13—8.12</a:t>
            </a:r>
          </a:p>
        </p:txBody>
      </p:sp>
      <p:sp>
        <p:nvSpPr>
          <p:cNvPr id="6" name="s02-flow-line">
            <a:extLst xmlns:a="http://schemas.openxmlformats.org/drawingml/2006/main">
              <a:ext uri="{FF2B5EF4-FFF2-40B4-BE49-F238E27FC236}">
                <a16:creationId xmlns:a16="http://schemas.microsoft.com/office/drawing/2014/main" id="{4B206CB7-BE6A-4FF9-B767-2C893485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24150"/>
            <a:ext cx="781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02-01-num">
            <a:extLst xmlns:a="http://schemas.openxmlformats.org/drawingml/2006/main">
              <a:ext uri="{FF2B5EF4-FFF2-40B4-BE49-F238E27FC236}">
                <a16:creationId xmlns:a16="http://schemas.microsoft.com/office/drawing/2014/main" id="{EA91CBCA-58A5-4C95-9E5E-86B1EFA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s02-01-title">
            <a:extLst xmlns:a="http://schemas.openxmlformats.org/drawingml/2006/main">
              <a:ext uri="{FF2B5EF4-FFF2-40B4-BE49-F238E27FC236}">
                <a16:creationId xmlns:a16="http://schemas.microsoft.com/office/drawing/2014/main" id="{C269618D-D4EC-4953-B872-9A2562DB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理解现场</a:t>
            </a:r>
          </a:p>
        </p:txBody>
      </p:sp>
      <p:sp>
        <p:nvSpPr>
          <p:cNvPr id="9" name="s02-01-detail">
            <a:extLst xmlns:a="http://schemas.openxmlformats.org/drawingml/2006/main">
              <a:ext uri="{FF2B5EF4-FFF2-40B4-BE49-F238E27FC236}">
                <a16:creationId xmlns:a16="http://schemas.microsoft.com/office/drawing/2014/main" id="{525C14FC-E108-459E-8B95-EF07109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安全、工艺与设备逻辑</a:t>
            </a:r>
          </a:p>
        </p:txBody>
      </p:sp>
      <p:sp>
        <p:nvSpPr>
          <p:cNvPr id="10" name="s02-02-num">
            <a:extLst xmlns:a="http://schemas.openxmlformats.org/drawingml/2006/main">
              <a:ext uri="{FF2B5EF4-FFF2-40B4-BE49-F238E27FC236}">
                <a16:creationId xmlns:a16="http://schemas.microsoft.com/office/drawing/2014/main" id="{4F3C1CC5-33A8-47EE-8D7D-A2C5A4EA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s02-02-title">
            <a:extLst xmlns:a="http://schemas.openxmlformats.org/drawingml/2006/main">
              <a:ext uri="{FF2B5EF4-FFF2-40B4-BE49-F238E27FC236}">
                <a16:creationId xmlns:a16="http://schemas.microsoft.com/office/drawing/2014/main" id="{9D54631F-0173-4820-A476-78A06424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打通控制链</a:t>
            </a:r>
          </a:p>
        </p:txBody>
      </p:sp>
      <p:sp>
        <p:nvSpPr>
          <p:cNvPr id="12" name="s02-02-detail">
            <a:extLst xmlns:a="http://schemas.openxmlformats.org/drawingml/2006/main">
              <a:ext uri="{FF2B5EF4-FFF2-40B4-BE49-F238E27FC236}">
                <a16:creationId xmlns:a16="http://schemas.microsoft.com/office/drawing/2014/main" id="{6DF15355-31DC-4FDE-A456-7373A244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90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传感器—PLC—通信—机器人</a:t>
            </a:r>
          </a:p>
        </p:txBody>
      </p:sp>
      <p:sp>
        <p:nvSpPr>
          <p:cNvPr id="13" name="s02-03-num">
            <a:extLst xmlns:a="http://schemas.openxmlformats.org/drawingml/2006/main">
              <a:ext uri="{FF2B5EF4-FFF2-40B4-BE49-F238E27FC236}">
                <a16:creationId xmlns:a16="http://schemas.microsoft.com/office/drawing/2014/main" id="{42FA4FA6-86F7-4B10-BA2B-B521B5E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s02-03-title">
            <a:extLst xmlns:a="http://schemas.openxmlformats.org/drawingml/2006/main">
              <a:ext uri="{FF2B5EF4-FFF2-40B4-BE49-F238E27FC236}">
                <a16:creationId xmlns:a16="http://schemas.microsoft.com/office/drawing/2014/main" id="{E83F2C97-5B72-4E73-971D-86BBF845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完成动作贯通</a:t>
            </a:r>
          </a:p>
        </p:txBody>
      </p:sp>
      <p:sp>
        <p:nvSpPr>
          <p:cNvPr id="15" name="s02-03-detail">
            <a:extLst xmlns:a="http://schemas.openxmlformats.org/drawingml/2006/main">
              <a:ext uri="{FF2B5EF4-FFF2-40B4-BE49-F238E27FC236}">
                <a16:creationId xmlns:a16="http://schemas.microsoft.com/office/drawing/2014/main" id="{1EDFD9C0-3488-4DEF-AF85-7596620B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单传感器双角检测动作序列</a:t>
            </a:r>
          </a:p>
        </p:txBody>
      </p:sp>
      <p:sp>
        <p:nvSpPr>
          <p:cNvPr id="16" name="s02-result-rule">
            <a:extLst xmlns:a="http://schemas.openxmlformats.org/drawingml/2006/main">
              <a:ext uri="{FF2B5EF4-FFF2-40B4-BE49-F238E27FC236}">
                <a16:creationId xmlns:a16="http://schemas.microsoft.com/office/drawing/2014/main" id="{BC35C705-3908-4208-8978-97CB240B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02-result">
            <a:extLst xmlns:a="http://schemas.openxmlformats.org/drawingml/2006/main">
              <a:ext uri="{FF2B5EF4-FFF2-40B4-BE49-F238E27FC236}">
                <a16:creationId xmlns:a16="http://schemas.microsoft.com/office/drawing/2014/main" id="{30E73E34-1342-4BF5-BDA1-70750442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1条控制链 · 1个动作单元 · 1条清晰验证边界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2421629-E77E-4A1B-B902-3348998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8B7737E-70F6-4EBD-9DB0-F887E34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32EA85D-7F89-4F7A-AD34-3C2A59FB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5499845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FEDD3489-34C7-4ED1-BDE7-CECD0838046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090535" y="1556792"/>
            <a:ext cx="3333750" cy="257683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企业与安全</a:t>
            </a:r>
          </a:p>
          <a:p xmlns:a="http://schemas.openxmlformats.org/drawingml/2006/main">
            <a:pPr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产业与技术</a:t>
            </a:r>
          </a:p>
          <a:p xmlns:a="http://schemas.openxmlformats.org/drawingml/2006/main">
            <a:pPr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团队与交流</a:t>
            </a:r>
          </a:p>
          <a:p xmlns:a="http://schemas.openxmlformats.org/drawingml/2006/main">
            <a:pPr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成果输出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1B557AA0-9AB8-4B01-BD05-F2E89D3F7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夏令营整体安排｜先建立企业视野</a:t>
            </a:r>
          </a:p>
        </p:txBody>
      </p:sp>
      <p:sp>
        <p:nvSpPr>
          <p:cNvPr id="6" name="s03-tag">
            <a:extLst xmlns:a="http://schemas.openxmlformats.org/drawingml/2006/main">
              <a:ext uri="{FF2B5EF4-FFF2-40B4-BE49-F238E27FC236}">
                <a16:creationId xmlns:a16="http://schemas.microsoft.com/office/drawing/2014/main" id="{31AFB780-AE73-4A45-A2AA-F97E8A4C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61409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夏令营｜视野广度</a:t>
            </a:r>
          </a:p>
        </p:txBody>
      </p:sp>
      <p:sp>
        <p:nvSpPr>
          <p:cNvPr id="7" name="s03-dot-1">
            <a:extLst xmlns:a="http://schemas.openxmlformats.org/drawingml/2006/main">
              <a:ext uri="{FF2B5EF4-FFF2-40B4-BE49-F238E27FC236}">
                <a16:creationId xmlns:a16="http://schemas.microsoft.com/office/drawing/2014/main" id="{50EC0C05-B123-4C20-9D63-068938B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608" y="1777797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8211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s03-dot-2">
            <a:extLst xmlns:a="http://schemas.openxmlformats.org/drawingml/2006/main">
              <a:ext uri="{FF2B5EF4-FFF2-40B4-BE49-F238E27FC236}">
                <a16:creationId xmlns:a16="http://schemas.microsoft.com/office/drawing/2014/main" id="{602B39AA-F5D0-42C6-94D4-6190C8EC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608" y="248032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8211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s03-dot-3">
            <a:extLst xmlns:a="http://schemas.openxmlformats.org/drawingml/2006/main">
              <a:ext uri="{FF2B5EF4-FFF2-40B4-BE49-F238E27FC236}">
                <a16:creationId xmlns:a16="http://schemas.microsoft.com/office/drawing/2014/main" id="{0C9256AB-B583-4E4E-A878-596C4BD6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184" y="3145949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8211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" name="s03-dot-4">
            <a:extLst xmlns:a="http://schemas.openxmlformats.org/drawingml/2006/main">
              <a:ext uri="{FF2B5EF4-FFF2-40B4-BE49-F238E27FC236}">
                <a16:creationId xmlns:a16="http://schemas.microsoft.com/office/drawing/2014/main" id="{A45460B6-A92E-4A77-B038-71C36B0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184" y="379402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78211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" name="s03-callout-line">
            <a:extLst xmlns:a="http://schemas.openxmlformats.org/drawingml/2006/main">
              <a:ext uri="{FF2B5EF4-FFF2-40B4-BE49-F238E27FC236}">
                <a16:creationId xmlns:a16="http://schemas.microsoft.com/office/drawing/2014/main" id="{11656130-9628-4475-8866-00CEA69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73282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03-callout">
            <a:extLst xmlns:a="http://schemas.openxmlformats.org/drawingml/2006/main">
              <a:ext uri="{FF2B5EF4-FFF2-40B4-BE49-F238E27FC236}">
                <a16:creationId xmlns:a16="http://schemas.microsoft.com/office/drawing/2014/main" id="{5246712E-8159-440F-A0CD-E0DF6AB9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824"/>
            <a:ext cx="342900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课程让我先理解一家制造企业为什么这样运转，再思考控制工程可以在哪些环节创造价值</a:t>
            </a:r>
            <a:r>
              <a:rPr sz="15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 xmlns:a="http://schemas.openxmlformats.org/drawingml/2006/main">
            <a:pPr algn="l">
              <a:buNone/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夏令营以开营讲座、产线参观、跨部门交流等形式，建立对企业整体运转的认知</a:t>
            </a: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8579E46-B951-4986-A39B-D267C19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B8CB16F-0405-4DB5-9627-9053FB06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F48FAEF-2324-4667-84B0-A57FBCB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  <p:pic>
        <p:nvPicPr>
          <p:cNvPr id="3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4278e9b3f40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0390" y="825500"/>
            <a:ext cx="6943090" cy="5596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62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66D093A4-FFCB-4AB1-B558-7D583F1BB28C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76300" y="5102696"/>
            <a:ext cx="4476750" cy="990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每一步都为下一步服务：</a:t>
            </a:r>
          </a:p>
          <a:p xmlns:a="http://schemas.openxmlformats.org/drawingml/2006/main"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先理解设备，才能安全、准确地修改动作。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A0111A67-EA45-4B7D-832F-543CA23DA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部门实习计划｜从现场认知走向动作实践</a:t>
            </a:r>
          </a:p>
        </p:txBody>
      </p:sp>
      <p:sp>
        <p:nvSpPr>
          <p:cNvPr id="4" name="s04-stage-line">
            <a:extLst xmlns:a="http://schemas.openxmlformats.org/drawingml/2006/main">
              <a:ext uri="{FF2B5EF4-FFF2-40B4-BE49-F238E27FC236}">
                <a16:creationId xmlns:a16="http://schemas.microsoft.com/office/drawing/2014/main" id="{8DFF65D1-F91F-48D1-B633-FF46CD26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458094"/>
            <a:ext cx="13023" cy="27690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04-stage-1">
            <a:extLst xmlns:a="http://schemas.openxmlformats.org/drawingml/2006/main">
              <a:ext uri="{FF2B5EF4-FFF2-40B4-BE49-F238E27FC236}">
                <a16:creationId xmlns:a16="http://schemas.microsoft.com/office/drawing/2014/main" id="{AF768CC4-F6B2-4F4F-8C5D-C7E4F5B8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6876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s04-title-1">
            <a:extLst xmlns:a="http://schemas.openxmlformats.org/drawingml/2006/main">
              <a:ext uri="{FF2B5EF4-FFF2-40B4-BE49-F238E27FC236}">
                <a16:creationId xmlns:a16="http://schemas.microsoft.com/office/drawing/2014/main" id="{E0308B80-4C79-40EA-BB39-0E26B12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76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现场认知</a:t>
            </a:r>
          </a:p>
        </p:txBody>
      </p:sp>
      <p:sp>
        <p:nvSpPr>
          <p:cNvPr id="7" name="s04-detail-1">
            <a:extLst xmlns:a="http://schemas.openxmlformats.org/drawingml/2006/main">
              <a:ext uri="{FF2B5EF4-FFF2-40B4-BE49-F238E27FC236}">
                <a16:creationId xmlns:a16="http://schemas.microsoft.com/office/drawing/2014/main" id="{C74DE680-390A-4F4F-A4C8-D9E9191C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安全意识｜SUS合理化线｜UV贴膜线</a:t>
            </a:r>
          </a:p>
        </p:txBody>
      </p:sp>
      <p:sp>
        <p:nvSpPr>
          <p:cNvPr id="8" name="s04-stage-2">
            <a:extLst xmlns:a="http://schemas.openxmlformats.org/drawingml/2006/main">
              <a:ext uri="{FF2B5EF4-FFF2-40B4-BE49-F238E27FC236}">
                <a16:creationId xmlns:a16="http://schemas.microsoft.com/office/drawing/2014/main" id="{1FD54F8A-CEF5-462E-B5BF-B12C62B8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82738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s04-title-2">
            <a:extLst xmlns:a="http://schemas.openxmlformats.org/drawingml/2006/main">
              <a:ext uri="{FF2B5EF4-FFF2-40B4-BE49-F238E27FC236}">
                <a16:creationId xmlns:a16="http://schemas.microsoft.com/office/drawing/2014/main" id="{28173F88-8279-4CFB-89D6-BDFF0A3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43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PLC与通信</a:t>
            </a:r>
          </a:p>
        </p:txBody>
      </p:sp>
      <p:sp>
        <p:nvSpPr>
          <p:cNvPr id="10" name="s04-detail-2">
            <a:extLst xmlns:a="http://schemas.openxmlformats.org/drawingml/2006/main">
              <a:ext uri="{FF2B5EF4-FFF2-40B4-BE49-F238E27FC236}">
                <a16:creationId xmlns:a16="http://schemas.microsoft.com/office/drawing/2014/main" id="{39D06B6B-76C6-4D5B-9301-EA87FBD6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47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梯形图｜I/O映射｜ST｜工业以太网</a:t>
            </a:r>
          </a:p>
        </p:txBody>
      </p:sp>
      <p:sp>
        <p:nvSpPr>
          <p:cNvPr id="11" name="s04-stage-3">
            <a:extLst xmlns:a="http://schemas.openxmlformats.org/drawingml/2006/main">
              <a:ext uri="{FF2B5EF4-FFF2-40B4-BE49-F238E27FC236}">
                <a16:creationId xmlns:a16="http://schemas.microsoft.com/office/drawing/2014/main" id="{03AC4263-4ADB-4372-A81A-B86D477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3081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s04-title-3">
            <a:extLst xmlns:a="http://schemas.openxmlformats.org/drawingml/2006/main">
              <a:ext uri="{FF2B5EF4-FFF2-40B4-BE49-F238E27FC236}">
                <a16:creationId xmlns:a16="http://schemas.microsoft.com/office/drawing/2014/main" id="{F42303EA-610A-4E0B-8E29-3181D790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机器人</a:t>
            </a:r>
          </a:p>
        </p:txBody>
      </p:sp>
      <p:sp>
        <p:nvSpPr>
          <p:cNvPr id="13" name="s04-detail-3">
            <a:extLst xmlns:a="http://schemas.openxmlformats.org/drawingml/2006/main">
              <a:ext uri="{FF2B5EF4-FFF2-40B4-BE49-F238E27FC236}">
                <a16:creationId xmlns:a16="http://schemas.microsoft.com/office/drawing/2014/main" id="{07ACDB5D-33CA-4E84-AC67-BAF6B3F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27226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示教器｜坐标系｜低速手动操作</a:t>
            </a:r>
          </a:p>
        </p:txBody>
      </p:sp>
      <p:sp>
        <p:nvSpPr>
          <p:cNvPr id="14" name="s04-stage-4">
            <a:extLst xmlns:a="http://schemas.openxmlformats.org/drawingml/2006/main">
              <a:ext uri="{FF2B5EF4-FFF2-40B4-BE49-F238E27FC236}">
                <a16:creationId xmlns:a16="http://schemas.microsoft.com/office/drawing/2014/main" id="{B68DBB41-E37D-4086-8DA5-AC078833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7888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5" name="s04-title-4">
            <a:extLst xmlns:a="http://schemas.openxmlformats.org/drawingml/2006/main">
              <a:ext uri="{FF2B5EF4-FFF2-40B4-BE49-F238E27FC236}">
                <a16:creationId xmlns:a16="http://schemas.microsoft.com/office/drawing/2014/main" id="{AAE0F51E-36F2-415C-AD7B-77C13B28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实践</a:t>
            </a:r>
          </a:p>
        </p:txBody>
      </p:sp>
      <p:sp>
        <p:nvSpPr>
          <p:cNvPr id="16" name="s04-detail-4">
            <a:extLst xmlns:a="http://schemas.openxmlformats.org/drawingml/2006/main">
              <a:ext uri="{FF2B5EF4-FFF2-40B4-BE49-F238E27FC236}">
                <a16:creationId xmlns:a16="http://schemas.microsoft.com/office/drawing/2014/main" id="{A56ADACD-EC63-4420-AC7C-3EADEF43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吸取、检测与动作衔接</a:t>
            </a:r>
          </a:p>
        </p:txBody>
      </p:sp>
      <p:sp>
        <p:nvSpPr>
          <p:cNvPr id="17" name="s04-stage-5">
            <a:extLst xmlns:a="http://schemas.openxmlformats.org/drawingml/2006/main">
              <a:ext uri="{FF2B5EF4-FFF2-40B4-BE49-F238E27FC236}">
                <a16:creationId xmlns:a16="http://schemas.microsoft.com/office/drawing/2014/main" id="{27E0F03E-9E2A-4B2D-941A-A1F0E0EC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33056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8" name="s04-title-5">
            <a:extLst xmlns:a="http://schemas.openxmlformats.org/drawingml/2006/main">
              <a:ext uri="{FF2B5EF4-FFF2-40B4-BE49-F238E27FC236}">
                <a16:creationId xmlns:a16="http://schemas.microsoft.com/office/drawing/2014/main" id="{497F84A0-3C9F-470A-932D-3D5275E3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成果沉淀</a:t>
            </a:r>
          </a:p>
        </p:txBody>
      </p:sp>
      <p:sp>
        <p:nvSpPr>
          <p:cNvPr id="19" name="s04-detail-5">
            <a:extLst xmlns:a="http://schemas.openxmlformats.org/drawingml/2006/main">
              <a:ext uri="{FF2B5EF4-FFF2-40B4-BE49-F238E27FC236}">
                <a16:creationId xmlns:a16="http://schemas.microsoft.com/office/drawing/2014/main" id="{C5F21E82-F307-494E-B81C-2D7C5267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资料整理与结业汇报</a:t>
            </a:r>
          </a:p>
        </p:txBody>
      </p:sp>
      <p:sp>
        <p:nvSpPr>
          <p:cNvPr id="20" name="s04-plan-frame">
            <a:extLst xmlns:a="http://schemas.openxmlformats.org/drawingml/2006/main">
              <a:ext uri="{FF2B5EF4-FFF2-40B4-BE49-F238E27FC236}">
                <a16:creationId xmlns:a16="http://schemas.microsoft.com/office/drawing/2014/main" id="{39B11C89-990A-406D-B3FC-6EF9CD20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23950"/>
            <a:ext cx="5657850" cy="453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04-image-tag">
            <a:extLst xmlns:a="http://schemas.openxmlformats.org/drawingml/2006/main">
              <a:ext uri="{FF2B5EF4-FFF2-40B4-BE49-F238E27FC236}">
                <a16:creationId xmlns:a16="http://schemas.microsoft.com/office/drawing/2014/main" id="{526B017A-C222-4EBF-919D-3053D854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部门实习计划｜技术深度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23B2A550-1D44-41A7-97F8-C5C0919C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E757866A-E21C-4909-9B39-29B88733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24D12388-F56C-48D1-B158-B0900503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  <p:pic>
        <p:nvPicPr>
          <p:cNvPr id="70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af8b3b9b046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6525" y="765175"/>
            <a:ext cx="6499225" cy="5534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820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d5c0754f048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3175" y="191135"/>
            <a:ext cx="9435465" cy="5303520"/>
          </a:xfrm>
          <a:prstGeom xmlns:a="http://schemas.openxmlformats.org/drawingml/2006/main" prst="rect">
            <a:avLst/>
          </a:prstGeom>
        </p:spPr>
      </p:pic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7371EE46-49B1-4FB1-8EB0-AC7281781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为什么改：单点检测只能提供局部信息</a:t>
            </a:r>
          </a:p>
        </p:txBody>
      </p:sp>
      <p:sp>
        <p:nvSpPr>
          <p:cNvPr id="4" name="s10-label-0">
            <a:extLst xmlns:a="http://schemas.openxmlformats.org/drawingml/2006/main">
              <a:ext uri="{FF2B5EF4-FFF2-40B4-BE49-F238E27FC236}">
                <a16:creationId xmlns:a16="http://schemas.microsoft.com/office/drawing/2014/main" id="{9E12DEBA-7E8D-450D-8D4A-3AFE762A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75" y="1123352"/>
            <a:ext cx="1462151" cy="4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1  </a:t>
            </a: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贴片完成</a:t>
            </a:r>
          </a:p>
        </p:txBody>
      </p:sp>
      <p:sp>
        <p:nvSpPr>
          <p:cNvPr id="5" name="s10-label-1">
            <a:extLst xmlns:a="http://schemas.openxmlformats.org/drawingml/2006/main">
              <a:ext uri="{FF2B5EF4-FFF2-40B4-BE49-F238E27FC236}">
                <a16:creationId xmlns:a16="http://schemas.microsoft.com/office/drawing/2014/main" id="{66733096-43BC-4F2F-8F9A-96CE701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42" y="1123352"/>
            <a:ext cx="1169034" cy="4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  </a:t>
            </a: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激光测高</a:t>
            </a:r>
          </a:p>
        </p:txBody>
      </p:sp>
      <p:sp>
        <p:nvSpPr>
          <p:cNvPr id="6" name="s10-label-2">
            <a:extLst xmlns:a="http://schemas.openxmlformats.org/drawingml/2006/main">
              <a:ext uri="{FF2B5EF4-FFF2-40B4-BE49-F238E27FC236}">
                <a16:creationId xmlns:a16="http://schemas.microsoft.com/office/drawing/2014/main" id="{709EB27B-4E09-4254-8436-A63EC0C1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992" y="1123352"/>
            <a:ext cx="1169036" cy="4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3  </a:t>
            </a: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吸嘴取膜</a:t>
            </a:r>
          </a:p>
        </p:txBody>
      </p:sp>
      <p:sp>
        <p:nvSpPr>
          <p:cNvPr id="7" name="s10-label-3">
            <a:extLst xmlns:a="http://schemas.openxmlformats.org/drawingml/2006/main">
              <a:ext uri="{FF2B5EF4-FFF2-40B4-BE49-F238E27FC236}">
                <a16:creationId xmlns:a16="http://schemas.microsoft.com/office/drawing/2014/main" id="{7183C157-2261-4579-986C-20A7215C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123352"/>
            <a:ext cx="1097280" cy="4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4  </a:t>
            </a:r>
            <a:r>
              <a:rPr sz="16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取膜检测</a:t>
            </a:r>
          </a:p>
        </p:txBody>
      </p:sp>
      <p:sp>
        <p:nvSpPr>
          <p:cNvPr id="8" name="s10-label-4">
            <a:extLst xmlns:a="http://schemas.openxmlformats.org/drawingml/2006/main">
              <a:ext uri="{FF2B5EF4-FFF2-40B4-BE49-F238E27FC236}">
                <a16:creationId xmlns:a16="http://schemas.microsoft.com/office/drawing/2014/main" id="{583F1956-63C9-4385-B139-41B8B29F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940" y="1123352"/>
            <a:ext cx="1240790" cy="4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5  </a:t>
            </a: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膜材贴合</a:t>
            </a:r>
          </a:p>
        </p:txBody>
      </p:sp>
      <p:sp>
        <p:nvSpPr>
          <p:cNvPr id="9" name="s10-label-5">
            <a:extLst xmlns:a="http://schemas.openxmlformats.org/drawingml/2006/main">
              <a:ext uri="{FF2B5EF4-FFF2-40B4-BE49-F238E27FC236}">
                <a16:creationId xmlns:a16="http://schemas.microsoft.com/office/drawing/2014/main" id="{30D6DC24-B1E5-4D1C-90D5-670FB180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046" y="1123352"/>
            <a:ext cx="1169035" cy="4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6  </a:t>
            </a:r>
            <a:r>
              <a:rPr sz="16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进入加压</a:t>
            </a:r>
          </a:p>
        </p:txBody>
      </p:sp>
      <p:sp>
        <p:nvSpPr>
          <p:cNvPr id="11" name="s10-task-line">
            <a:extLst xmlns:a="http://schemas.openxmlformats.org/drawingml/2006/main">
              <a:ext uri="{FF2B5EF4-FFF2-40B4-BE49-F238E27FC236}">
                <a16:creationId xmlns:a16="http://schemas.microsoft.com/office/drawing/2014/main" id="{0CF7D829-D339-4AF2-9D3B-56D2D5CE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90" y="4698077"/>
            <a:ext cx="1216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10-task-tag">
            <a:extLst xmlns:a="http://schemas.openxmlformats.org/drawingml/2006/main">
              <a:ext uri="{FF2B5EF4-FFF2-40B4-BE49-F238E27FC236}">
                <a16:creationId xmlns:a16="http://schemas.microsoft.com/office/drawing/2014/main" id="{080442F6-63EA-42D8-AFD8-3C386377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50740"/>
            <a:ext cx="10607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改造目标：单点 → 双角检测</a:t>
            </a:r>
          </a:p>
        </p:txBody>
      </p:sp>
      <p:sp>
        <p:nvSpPr>
          <p:cNvPr id="13" name="s10-task">
            <a:extLst xmlns:a="http://schemas.openxmlformats.org/drawingml/2006/main">
              <a:ext uri="{FF2B5EF4-FFF2-40B4-BE49-F238E27FC236}">
                <a16:creationId xmlns:a16="http://schemas.microsoft.com/office/drawing/2014/main" id="{B50B25D1-F1FD-450B-8F9F-AA78D970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43475"/>
            <a:ext cx="10607040" cy="344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让膜材两个角依次经过同一固定激光检测点，提高检测覆盖，并保持与原贴膜、加压流程的顺序衔接。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7C5845B-BDFD-4361-9BCC-B553778A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AC9299C-B7F4-4B69-8A0E-4B07F1D6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39EB830-9F5A-4690-BE25-E4367982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  <p:sp>
        <p:nvSpPr>
          <p:cNvPr id="2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FD27C657-DCA8-4DEC-91C3-C6A6A8A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" y="5346700"/>
            <a:ext cx="5111175" cy="955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8EC"/>
          </a:solidFill>
          <a:ln xmlns:a="http://schemas.openxmlformats.org/drawingml/2006/main" w="14288">
            <a:solidFill>
              <a:srgbClr val="F5002F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109728" bIns="73152" anchor="ctr">
            <a:norm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问题｜原流程只检测右上角</a:t>
            </a:r>
          </a:p>
          <a:p xmlns:a="http://schemas.openxmlformats.org/drawingml/2006/main">
            <a:r>
              <a:rPr sz="1275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静电吸附可能导致多张膜叠附，单角信息无法覆盖另一侧状态。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372D21D1-EE68-4B69-A118-134406A1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983" y="5348605"/>
            <a:ext cx="5556121" cy="944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5F5"/>
          </a:solidFill>
          <a:ln xmlns:a="http://schemas.openxmlformats.org/drawingml/2006/main" w="14288">
            <a:solidFill>
              <a:srgbClr val="F5002F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109728" bIns="73152" anchor="ctr">
            <a:norm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目标｜同一传感器检测两个角</a:t>
            </a:r>
          </a:p>
          <a:p xmlns:a="http://schemas.openxmlformats.org/drawingml/2006/main">
            <a:r>
              <a:rPr sz="1275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新增左上角检测，提高双角信息覆盖；是否改善质量仍需通过连续运行与样本验证。</a:t>
            </a:r>
          </a:p>
        </p:txBody>
      </p:sp>
    </p:spTree>
    <p:extLst>
      <p:ext uri="{BB962C8B-B14F-4D97-AF65-F5344CB8AC3E}">
        <p14:creationId xmlns:p14="http://schemas.microsoft.com/office/powerpoint/2010/main" val="1563211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AB4A703B-DA3E-408E-8B91-05C3005D8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怎么改：一个固定检测点，两个角依次经过</a:t>
            </a:r>
          </a:p>
        </p:txBody>
      </p:sp>
      <p:sp>
        <p:nvSpPr>
          <p:cNvPr id="4" name="s11-original-heading">
            <a:extLst xmlns:a="http://schemas.openxmlformats.org/drawingml/2006/main">
              <a:ext uri="{FF2B5EF4-FFF2-40B4-BE49-F238E27FC236}">
                <a16:creationId xmlns:a16="http://schemas.microsoft.com/office/drawing/2014/main" id="{46A22ECF-750D-4FBA-8B75-E0ECA84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62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原流程｜右上角单点检测</a:t>
            </a:r>
          </a:p>
        </p:txBody>
      </p:sp>
      <p:sp>
        <p:nvSpPr>
          <p:cNvPr id="5" name="s11-target-heading">
            <a:extLst xmlns:a="http://schemas.openxmlformats.org/drawingml/2006/main">
              <a:ext uri="{FF2B5EF4-FFF2-40B4-BE49-F238E27FC236}">
                <a16:creationId xmlns:a16="http://schemas.microsoft.com/office/drawing/2014/main" id="{D9951BBD-F1EA-4302-904F-8F180604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62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目标流程｜同一传感器双角检测</a:t>
            </a:r>
          </a:p>
        </p:txBody>
      </p:sp>
      <p:sp>
        <p:nvSpPr>
          <p:cNvPr id="6" name="s11-vline">
            <a:extLst xmlns:a="http://schemas.openxmlformats.org/drawingml/2006/main">
              <a:ext uri="{FF2B5EF4-FFF2-40B4-BE49-F238E27FC236}">
                <a16:creationId xmlns:a16="http://schemas.microsoft.com/office/drawing/2014/main" id="{EAEABE4F-1B10-450D-8BC2-37733DC7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62050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11-o-arrow-0">
            <a:extLst xmlns:a="http://schemas.openxmlformats.org/drawingml/2006/main">
              <a:ext uri="{FF2B5EF4-FFF2-40B4-BE49-F238E27FC236}">
                <a16:creationId xmlns:a16="http://schemas.microsoft.com/office/drawing/2014/main" id="{9B978002-CBD2-4E77-8E3E-6C251C8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33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s11-o-arrow-1">
            <a:extLst xmlns:a="http://schemas.openxmlformats.org/drawingml/2006/main">
              <a:ext uri="{FF2B5EF4-FFF2-40B4-BE49-F238E27FC236}">
                <a16:creationId xmlns:a16="http://schemas.microsoft.com/office/drawing/2014/main" id="{FE4DC33D-A7F5-4EA5-B1C2-57411F98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33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s11-o-node-0">
            <a:extLst xmlns:a="http://schemas.openxmlformats.org/drawingml/2006/main">
              <a:ext uri="{FF2B5EF4-FFF2-40B4-BE49-F238E27FC236}">
                <a16:creationId xmlns:a16="http://schemas.microsoft.com/office/drawing/2014/main" id="{C592A4C8-8AC8-48AB-BC08-136273ED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990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P0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原点</a:t>
            </a:r>
          </a:p>
        </p:txBody>
      </p:sp>
      <p:sp>
        <p:nvSpPr>
          <p:cNvPr id="10" name="s11-o-node-1">
            <a:extLst xmlns:a="http://schemas.openxmlformats.org/drawingml/2006/main">
              <a:ext uri="{FF2B5EF4-FFF2-40B4-BE49-F238E27FC236}">
                <a16:creationId xmlns:a16="http://schemas.microsoft.com/office/drawing/2014/main" id="{12899EB3-0DA1-4746-B43C-27508882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990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5002F"/>
          </a:solidFill>
          <a:ln xmlns:a="http://schemas.openxmlformats.org/drawingml/2006/main" w="9525">
            <a:solidFill>
              <a:srgbClr val="F5002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右上角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单点</a:t>
            </a:r>
          </a:p>
        </p:txBody>
      </p:sp>
      <p:sp>
        <p:nvSpPr>
          <p:cNvPr id="11" name="s11-o-node-2">
            <a:extLst xmlns:a="http://schemas.openxmlformats.org/drawingml/2006/main">
              <a:ext uri="{FF2B5EF4-FFF2-40B4-BE49-F238E27FC236}">
                <a16:creationId xmlns:a16="http://schemas.microsoft.com/office/drawing/2014/main" id="{7C45E4CD-605B-48B1-9455-F3707608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990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后续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12" name="s11-t-arrow-0">
            <a:extLst xmlns:a="http://schemas.openxmlformats.org/drawingml/2006/main">
              <a:ext uri="{FF2B5EF4-FFF2-40B4-BE49-F238E27FC236}">
                <a16:creationId xmlns:a16="http://schemas.microsoft.com/office/drawing/2014/main" id="{5682C040-1675-45AB-BC1C-560C1A4D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s11-t-arrow-1">
            <a:extLst xmlns:a="http://schemas.openxmlformats.org/drawingml/2006/main">
              <a:ext uri="{FF2B5EF4-FFF2-40B4-BE49-F238E27FC236}">
                <a16:creationId xmlns:a16="http://schemas.microsoft.com/office/drawing/2014/main" id="{3EC57614-B0DF-4C99-B1E9-D657E5B3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s11-t-arrow-2">
            <a:extLst xmlns:a="http://schemas.openxmlformats.org/drawingml/2006/main">
              <a:ext uri="{FF2B5EF4-FFF2-40B4-BE49-F238E27FC236}">
                <a16:creationId xmlns:a16="http://schemas.microsoft.com/office/drawing/2014/main" id="{3FFEA0E6-9439-40D8-BC11-24C99AB6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00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s11-t-arrow-3">
            <a:extLst xmlns:a="http://schemas.openxmlformats.org/drawingml/2006/main">
              <a:ext uri="{FF2B5EF4-FFF2-40B4-BE49-F238E27FC236}">
                <a16:creationId xmlns:a16="http://schemas.microsoft.com/office/drawing/2014/main" id="{5057A4D7-AF02-4105-9F85-BA0C0C57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s11-t-node-0">
            <a:extLst xmlns:a="http://schemas.openxmlformats.org/drawingml/2006/main">
              <a:ext uri="{FF2B5EF4-FFF2-40B4-BE49-F238E27FC236}">
                <a16:creationId xmlns:a16="http://schemas.microsoft.com/office/drawing/2014/main" id="{F4000FA2-4499-47C7-9072-7AC0A189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P0</a:t>
            </a:r>
          </a:p>
        </p:txBody>
      </p:sp>
      <p:sp>
        <p:nvSpPr>
          <p:cNvPr id="17" name="s11-t-node-1">
            <a:extLst xmlns:a="http://schemas.openxmlformats.org/drawingml/2006/main">
              <a:ext uri="{FF2B5EF4-FFF2-40B4-BE49-F238E27FC236}">
                <a16:creationId xmlns:a16="http://schemas.microsoft.com/office/drawing/2014/main" id="{A11C2054-8E84-4987-AC44-D159AAC8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002F"/>
          </a:solidFill>
          <a:ln xmlns:a="http://schemas.openxmlformats.org/drawingml/2006/main" w="9525">
            <a:solidFill>
              <a:srgbClr val="F5002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P1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左上角</a:t>
            </a:r>
          </a:p>
        </p:txBody>
      </p:sp>
      <p:sp>
        <p:nvSpPr>
          <p:cNvPr id="18" name="s11-t-node-2">
            <a:extLst xmlns:a="http://schemas.openxmlformats.org/drawingml/2006/main">
              <a:ext uri="{FF2B5EF4-FFF2-40B4-BE49-F238E27FC236}">
                <a16:creationId xmlns:a16="http://schemas.microsoft.com/office/drawing/2014/main" id="{2E3A1B86-2F1B-415B-ADCA-CF660FAD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P0</a:t>
            </a:r>
          </a:p>
        </p:txBody>
      </p:sp>
      <p:sp>
        <p:nvSpPr>
          <p:cNvPr id="19" name="s11-t-node-3">
            <a:extLst xmlns:a="http://schemas.openxmlformats.org/drawingml/2006/main">
              <a:ext uri="{FF2B5EF4-FFF2-40B4-BE49-F238E27FC236}">
                <a16:creationId xmlns:a16="http://schemas.microsoft.com/office/drawing/2014/main" id="{26E11EDB-7B3F-4D94-ADAE-ECD79284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002F"/>
          </a:solidFill>
          <a:ln xmlns:a="http://schemas.openxmlformats.org/drawingml/2006/main" w="9525">
            <a:solidFill>
              <a:srgbClr val="F5002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P2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右上角</a:t>
            </a:r>
          </a:p>
        </p:txBody>
      </p:sp>
      <p:sp>
        <p:nvSpPr>
          <p:cNvPr id="20" name="s11-t-node-4">
            <a:extLst xmlns:a="http://schemas.openxmlformats.org/drawingml/2006/main">
              <a:ext uri="{FF2B5EF4-FFF2-40B4-BE49-F238E27FC236}">
                <a16:creationId xmlns:a16="http://schemas.microsoft.com/office/drawing/2014/main" id="{29075DAE-DBDD-4041-9EB4-97F0DBA7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33600"/>
            <a:ext cx="704850" cy="7810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后续</a:t>
            </a:r>
          </a:p>
        </p:txBody>
      </p:sp>
      <p:sp>
        <p:nvSpPr>
          <p:cNvPr id="21" name="s11-target-detail">
            <a:extLst xmlns:a="http://schemas.openxmlformats.org/drawingml/2006/main">
              <a:ext uri="{FF2B5EF4-FFF2-40B4-BE49-F238E27FC236}">
                <a16:creationId xmlns:a16="http://schemas.microsoft.com/office/drawing/2014/main" id="{08F5FF9D-F471-4FA1-A78F-8801E44D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P0 → P1左上角 → P0 → P2右上角</a:t>
            </a:r>
          </a:p>
        </p:txBody>
      </p:sp>
      <p:sp>
        <p:nvSpPr>
          <p:cNvPr id="22" name="s11-bottom-line">
            <a:extLst xmlns:a="http://schemas.openxmlformats.org/drawingml/2006/main">
              <a:ext uri="{FF2B5EF4-FFF2-40B4-BE49-F238E27FC236}">
                <a16:creationId xmlns:a16="http://schemas.microsoft.com/office/drawing/2014/main" id="{C5F9C7CB-685F-4FA6-89C5-B617BAAA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11-bottom-heading">
            <a:extLst xmlns:a="http://schemas.openxmlformats.org/drawingml/2006/main">
              <a:ext uri="{FF2B5EF4-FFF2-40B4-BE49-F238E27FC236}">
                <a16:creationId xmlns:a16="http://schemas.microsoft.com/office/drawing/2014/main" id="{736EC8CB-AEF7-4E1E-8D11-4A53B34F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改造核心不是增加传感器，而是让膜材经过同一检测点</a:t>
            </a:r>
          </a:p>
        </p:txBody>
      </p:sp>
      <p:sp>
        <p:nvSpPr>
          <p:cNvPr id="24" name="s11-impact-title-0">
            <a:extLst xmlns:a="http://schemas.openxmlformats.org/drawingml/2006/main">
              <a:ext uri="{FF2B5EF4-FFF2-40B4-BE49-F238E27FC236}">
                <a16:creationId xmlns:a16="http://schemas.microsoft.com/office/drawing/2014/main" id="{7F7A8607-C58B-4812-A67E-29FEA94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检测覆盖</a:t>
            </a:r>
          </a:p>
        </p:txBody>
      </p:sp>
      <p:sp>
        <p:nvSpPr>
          <p:cNvPr id="25" name="s11-impact-detail-0">
            <a:extLst xmlns:a="http://schemas.openxmlformats.org/drawingml/2006/main">
              <a:ext uri="{FF2B5EF4-FFF2-40B4-BE49-F238E27FC236}">
                <a16:creationId xmlns:a16="http://schemas.microsoft.com/office/drawing/2014/main" id="{F0E72F52-CAF9-4D81-B4F9-3D781619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由单角信息扩展为双角信息</a:t>
            </a:r>
          </a:p>
        </p:txBody>
      </p:sp>
      <p:sp>
        <p:nvSpPr>
          <p:cNvPr id="26" name="s11-impact-divider-1">
            <a:extLst xmlns:a="http://schemas.openxmlformats.org/drawingml/2006/main">
              <a:ext uri="{FF2B5EF4-FFF2-40B4-BE49-F238E27FC236}">
                <a16:creationId xmlns:a16="http://schemas.microsoft.com/office/drawing/2014/main" id="{B89E1C20-68D5-4206-9A13-6309554E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6" y="470535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11-impact-title-1">
            <a:extLst xmlns:a="http://schemas.openxmlformats.org/drawingml/2006/main">
              <a:ext uri="{FF2B5EF4-FFF2-40B4-BE49-F238E27FC236}">
                <a16:creationId xmlns:a16="http://schemas.microsoft.com/office/drawing/2014/main" id="{E1FE044B-AA37-40D2-8BB3-E2A2F9AD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路径复现</a:t>
            </a:r>
          </a:p>
        </p:txBody>
      </p:sp>
      <p:sp>
        <p:nvSpPr>
          <p:cNvPr id="28" name="s11-impact-detail-1">
            <a:extLst xmlns:a="http://schemas.openxmlformats.org/drawingml/2006/main">
              <a:ext uri="{FF2B5EF4-FFF2-40B4-BE49-F238E27FC236}">
                <a16:creationId xmlns:a16="http://schemas.microsoft.com/office/drawing/2014/main" id="{4F613B28-E910-4F1B-9A49-57EFDCDB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67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以P0作为统一中间位置</a:t>
            </a:r>
          </a:p>
        </p:txBody>
      </p:sp>
      <p:sp>
        <p:nvSpPr>
          <p:cNvPr id="29" name="s11-impact-divider-2">
            <a:extLst xmlns:a="http://schemas.openxmlformats.org/drawingml/2006/main">
              <a:ext uri="{FF2B5EF4-FFF2-40B4-BE49-F238E27FC236}">
                <a16:creationId xmlns:a16="http://schemas.microsoft.com/office/drawing/2014/main" id="{C6B53014-7898-4BB6-B8A2-243A1378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05350"/>
            <a:ext cx="1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11-impact-title-2">
            <a:extLst xmlns:a="http://schemas.openxmlformats.org/drawingml/2006/main">
              <a:ext uri="{FF2B5EF4-FFF2-40B4-BE49-F238E27FC236}">
                <a16:creationId xmlns:a16="http://schemas.microsoft.com/office/drawing/2014/main" id="{D79F77A2-2819-4E6C-8D39-583CD763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流程衔接</a:t>
            </a:r>
          </a:p>
        </p:txBody>
      </p:sp>
      <p:sp>
        <p:nvSpPr>
          <p:cNvPr id="31" name="s11-impact-detail-2">
            <a:extLst xmlns:a="http://schemas.openxmlformats.org/drawingml/2006/main">
              <a:ext uri="{FF2B5EF4-FFF2-40B4-BE49-F238E27FC236}">
                <a16:creationId xmlns:a16="http://schemas.microsoft.com/office/drawing/2014/main" id="{A377C7DF-67FE-4F11-A1AE-026AEAA8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复用原后续贴膜与加压流程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C50B82D-D08A-4572-9C6A-0FBDE56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A90827C-B22A-4906-915F-E82114C0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6FE74AA-7481-46FB-9DA7-6124333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11056234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268b9d0004d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8970" y="916305"/>
            <a:ext cx="8143875" cy="4583430"/>
          </a:xfrm>
          <a:prstGeom xmlns:a="http://schemas.openxmlformats.org/drawingml/2006/main" prst="rect">
            <a:avLst/>
          </a:prstGeom>
        </p:spPr>
      </p:pic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275B0905-1A79-4BE0-8FDD-791C872BF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关键动作：传感器不动，膜材依次经过同一检测点</a:t>
            </a:r>
          </a:p>
        </p:txBody>
      </p:sp>
      <p:sp>
        <p:nvSpPr>
          <p:cNvPr id="8" name="s12-bottom-rule">
            <a:extLst xmlns:a="http://schemas.openxmlformats.org/drawingml/2006/main">
              <a:ext uri="{FF2B5EF4-FFF2-40B4-BE49-F238E27FC236}">
                <a16:creationId xmlns:a16="http://schemas.microsoft.com/office/drawing/2014/main" id="{2887D4B9-9E99-4626-94BB-932333B2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12-bottom">
            <a:extLst xmlns:a="http://schemas.openxmlformats.org/drawingml/2006/main">
              <a:ext uri="{FF2B5EF4-FFF2-40B4-BE49-F238E27FC236}">
                <a16:creationId xmlns:a16="http://schemas.microsoft.com/office/drawing/2014/main" id="{A03B2C73-B216-4366-AEC7-58D81DF0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P0是统一中间位置；同一传感器完成两个角点检测。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2E39C01-523E-462B-A0AA-9025C7BE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590A97D-4CB1-4711-97F9-344CA7D6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EDB21B-C73D-4081-88BE-E413CFF3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  <p:sp>
        <p:nvSpPr>
          <p:cNvPr id="14" name="Rounded Rectangle 13">
            <a:hlinkClick xmlns:r="http://schemas.openxmlformats.org/officeDocument/2006/relationships" xmlns:a="http://schemas.openxmlformats.org/drawingml/2006/main" r:id="R802e0c9ad57f4567" action="ppaction://hlinkfile"/>
            <a:extLst xmlns:a="http://schemas.openxmlformats.org/drawingml/2006/main">
              <a:ext uri="{FF2B5EF4-FFF2-40B4-BE49-F238E27FC236}">
                <a16:creationId xmlns:a16="http://schemas.microsoft.com/office/drawing/2014/main" id="{9FFC53D6-4408-465A-B6D7-50A8AF20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051560"/>
            <a:ext cx="233172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3E8"/>
          </a:solidFill>
          <a:ln xmlns:a="http://schemas.openxmlformats.org/drawingml/2006/main" w="15875">
            <a:solidFill>
              <a:srgbClr val="F5002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09728" tIns="73152" rIns="109728" bIns="73152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▶ 现场动作视频</a:t>
            </a:r>
          </a:p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单传感器双角检测</a:t>
            </a:r>
          </a:p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低速动作演示</a:t>
            </a:r>
          </a:p>
        </p:txBody>
      </p:sp>
    </p:spTree>
    <p:extLst>
      <p:ext uri="{BB962C8B-B14F-4D97-AF65-F5344CB8AC3E}">
        <p14:creationId xmlns:p14="http://schemas.microsoft.com/office/powerpoint/2010/main" val="20192071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63390EB-1789-443B-97FC-C420004250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工程边界：先确认安全、位置与顺序，再谈速度</a:t>
            </a:r>
          </a:p>
        </p:txBody>
      </p:sp>
      <p:sp>
        <p:nvSpPr>
          <p:cNvPr id="4" name="s13-timeline">
            <a:extLst xmlns:a="http://schemas.openxmlformats.org/drawingml/2006/main">
              <a:ext uri="{FF2B5EF4-FFF2-40B4-BE49-F238E27FC236}">
                <a16:creationId xmlns:a16="http://schemas.microsoft.com/office/drawing/2014/main" id="{83158873-FFC5-413B-92E5-7D7DFFDA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371600"/>
            <a:ext cx="9525" cy="3486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13-step-0">
            <a:extLst xmlns:a="http://schemas.openxmlformats.org/drawingml/2006/main">
              <a:ext uri="{FF2B5EF4-FFF2-40B4-BE49-F238E27FC236}">
                <a16:creationId xmlns:a16="http://schemas.microsoft.com/office/drawing/2014/main" id="{85B8430F-409D-45CE-A99A-D08DB2E4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s13-title-0">
            <a:extLst xmlns:a="http://schemas.openxmlformats.org/drawingml/2006/main">
              <a:ext uri="{FF2B5EF4-FFF2-40B4-BE49-F238E27FC236}">
                <a16:creationId xmlns:a16="http://schemas.microsoft.com/office/drawing/2014/main" id="{E1BF1FFE-9642-4966-BF99-5624833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81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明确P0 / P1 / P2</a:t>
            </a:r>
          </a:p>
        </p:txBody>
      </p:sp>
      <p:sp>
        <p:nvSpPr>
          <p:cNvPr id="7" name="s13-detail-0">
            <a:extLst xmlns:a="http://schemas.openxmlformats.org/drawingml/2006/main">
              <a:ext uri="{FF2B5EF4-FFF2-40B4-BE49-F238E27FC236}">
                <a16:creationId xmlns:a16="http://schemas.microsoft.com/office/drawing/2014/main" id="{286EB0DE-3742-4AD1-82A4-CA57A294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先定义统一原点与两个检测位置</a:t>
            </a:r>
          </a:p>
        </p:txBody>
      </p:sp>
      <p:sp>
        <p:nvSpPr>
          <p:cNvPr id="8" name="s13-step-1">
            <a:extLst xmlns:a="http://schemas.openxmlformats.org/drawingml/2006/main">
              <a:ext uri="{FF2B5EF4-FFF2-40B4-BE49-F238E27FC236}">
                <a16:creationId xmlns:a16="http://schemas.microsoft.com/office/drawing/2014/main" id="{9B42B709-FD2A-484E-853A-79203473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s13-title-1">
            <a:extLst xmlns:a="http://schemas.openxmlformats.org/drawingml/2006/main">
              <a:ext uri="{FF2B5EF4-FFF2-40B4-BE49-F238E27FC236}">
                <a16:creationId xmlns:a16="http://schemas.microsoft.com/office/drawing/2014/main" id="{8E62BF3D-7140-4A5C-965B-E413CF2E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低速确认XYZ与姿态</a:t>
            </a:r>
          </a:p>
        </p:txBody>
      </p:sp>
      <p:sp>
        <p:nvSpPr>
          <p:cNvPr id="10" name="s13-detail-1">
            <a:extLst xmlns:a="http://schemas.openxmlformats.org/drawingml/2006/main">
              <a:ext uri="{FF2B5EF4-FFF2-40B4-BE49-F238E27FC236}">
                <a16:creationId xmlns:a16="http://schemas.microsoft.com/office/drawing/2014/main" id="{299C76EF-237C-428D-9369-141A2865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使用示教器检查移动方向</a:t>
            </a:r>
          </a:p>
        </p:txBody>
      </p:sp>
      <p:sp>
        <p:nvSpPr>
          <p:cNvPr id="11" name="s13-step-2">
            <a:extLst xmlns:a="http://schemas.openxmlformats.org/drawingml/2006/main">
              <a:ext uri="{FF2B5EF4-FFF2-40B4-BE49-F238E27FC236}">
                <a16:creationId xmlns:a16="http://schemas.microsoft.com/office/drawing/2014/main" id="{8A4BC691-4C3F-49A5-B56F-CE6CBB7C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s13-title-2">
            <a:extLst xmlns:a="http://schemas.openxmlformats.org/drawingml/2006/main">
              <a:ext uri="{FF2B5EF4-FFF2-40B4-BE49-F238E27FC236}">
                <a16:creationId xmlns:a16="http://schemas.microsoft.com/office/drawing/2014/main" id="{6A79B4A3-D6EB-4DF3-864A-74B3E644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逐段验证三段路径</a:t>
            </a:r>
          </a:p>
        </p:txBody>
      </p:sp>
      <p:sp>
        <p:nvSpPr>
          <p:cNvPr id="13" name="s13-detail-2">
            <a:extLst xmlns:a="http://schemas.openxmlformats.org/drawingml/2006/main">
              <a:ext uri="{FF2B5EF4-FFF2-40B4-BE49-F238E27FC236}">
                <a16:creationId xmlns:a16="http://schemas.microsoft.com/office/drawing/2014/main" id="{823FB12F-79D5-46E9-8AE0-CE1A232B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0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P0→P1、P1→P0、P0→P2</a:t>
            </a:r>
          </a:p>
        </p:txBody>
      </p:sp>
      <p:sp>
        <p:nvSpPr>
          <p:cNvPr id="14" name="s13-step-3">
            <a:extLst xmlns:a="http://schemas.openxmlformats.org/drawingml/2006/main">
              <a:ext uri="{FF2B5EF4-FFF2-40B4-BE49-F238E27FC236}">
                <a16:creationId xmlns:a16="http://schemas.microsoft.com/office/drawing/2014/main" id="{8B0E3577-F464-4BC9-ACE1-B2DD8241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C799C5AB-F57D-4ED9-9942-0D27B971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确认流程衔接</a:t>
            </a:r>
          </a:p>
        </p:txBody>
      </p:sp>
      <p:sp>
        <p:nvSpPr>
          <p:cNvPr id="16" name="s13-detail-3">
            <a:extLst xmlns:a="http://schemas.openxmlformats.org/drawingml/2006/main">
              <a:ext uri="{FF2B5EF4-FFF2-40B4-BE49-F238E27FC236}">
                <a16:creationId xmlns:a16="http://schemas.microsoft.com/office/drawing/2014/main" id="{AC3CA438-F5DD-4DCA-A626-2ABA98A5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检测通过后进入原有后续动作</a:t>
            </a:r>
          </a:p>
        </p:txBody>
      </p:sp>
      <p:sp>
        <p:nvSpPr>
          <p:cNvPr id="17" name="s13-step-4">
            <a:extLst xmlns:a="http://schemas.openxmlformats.org/drawingml/2006/main">
              <a:ext uri="{FF2B5EF4-FFF2-40B4-BE49-F238E27FC236}">
                <a16:creationId xmlns:a16="http://schemas.microsoft.com/office/drawing/2014/main" id="{0AE9EB18-064D-487B-9445-E990CBA7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 w="0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8" name="s13-title-4">
            <a:extLst xmlns:a="http://schemas.openxmlformats.org/drawingml/2006/main">
              <a:ext uri="{FF2B5EF4-FFF2-40B4-BE49-F238E27FC236}">
                <a16:creationId xmlns:a16="http://schemas.microsoft.com/office/drawing/2014/main" id="{5F64E5E4-866E-4ED3-B547-3A190B03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连续观察重复性</a:t>
            </a:r>
          </a:p>
        </p:txBody>
      </p:sp>
      <p:sp>
        <p:nvSpPr>
          <p:cNvPr id="19" name="s13-detail-4">
            <a:extLst xmlns:a="http://schemas.openxmlformats.org/drawingml/2006/main">
              <a:ext uri="{FF2B5EF4-FFF2-40B4-BE49-F238E27FC236}">
                <a16:creationId xmlns:a16="http://schemas.microsoft.com/office/drawing/2014/main" id="{EA26E0C6-4CAE-4FA7-BDE6-5EC53644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从“能动”走向“稳定可复现”</a:t>
            </a:r>
          </a:p>
        </p:txBody>
      </p:sp>
      <p:sp>
        <p:nvSpPr>
          <p:cNvPr id="20" name="s13-divider">
            <a:extLst xmlns:a="http://schemas.openxmlformats.org/drawingml/2006/main">
              <a:ext uri="{FF2B5EF4-FFF2-40B4-BE49-F238E27FC236}">
                <a16:creationId xmlns:a16="http://schemas.microsoft.com/office/drawing/2014/main" id="{A3FF8E39-EF1F-4A71-8B7A-19E2F7B9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81100"/>
            <a:ext cx="9525" cy="445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13-done-tag">
            <a:extLst xmlns:a="http://schemas.openxmlformats.org/drawingml/2006/main">
              <a:ext uri="{FF2B5EF4-FFF2-40B4-BE49-F238E27FC236}">
                <a16:creationId xmlns:a16="http://schemas.microsoft.com/office/drawing/2014/main" id="{53540D54-E25E-4A0A-A85D-5EF6D15C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36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当前已完成（低速）</a:t>
            </a:r>
          </a:p>
        </p:txBody>
      </p:sp>
      <p:sp>
        <p:nvSpPr>
          <p:cNvPr id="22" name="s13-done">
            <a:extLst xmlns:a="http://schemas.openxmlformats.org/drawingml/2006/main">
              <a:ext uri="{FF2B5EF4-FFF2-40B4-BE49-F238E27FC236}">
                <a16:creationId xmlns:a16="http://schemas.microsoft.com/office/drawing/2014/main" id="{EB764F9E-E10D-4C1B-96CD-22B47CCC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36861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双角检测动作序列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P0 / P1 / P2关键点位定位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与原后续动作低速衔接</a:t>
            </a:r>
          </a:p>
        </p:txBody>
      </p:sp>
      <p:sp>
        <p:nvSpPr>
          <p:cNvPr id="23" name="s13-right-mid">
            <a:extLst xmlns:a="http://schemas.openxmlformats.org/drawingml/2006/main">
              <a:ext uri="{FF2B5EF4-FFF2-40B4-BE49-F238E27FC236}">
                <a16:creationId xmlns:a16="http://schemas.microsoft.com/office/drawing/2014/main" id="{17EC687B-38A6-401D-B710-AE88473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1470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13-next-tag">
            <a:extLst xmlns:a="http://schemas.openxmlformats.org/drawingml/2006/main">
              <a:ext uri="{FF2B5EF4-FFF2-40B4-BE49-F238E27FC236}">
                <a16:creationId xmlns:a16="http://schemas.microsoft.com/office/drawing/2014/main" id="{1593BA60-B780-4AAB-BF03-7655ABEB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下一步量化验证</a:t>
            </a:r>
          </a:p>
        </p:txBody>
      </p:sp>
      <p:sp>
        <p:nvSpPr>
          <p:cNvPr id="25" name="s13-next">
            <a:extLst xmlns:a="http://schemas.openxmlformats.org/drawingml/2006/main">
              <a:ext uri="{FF2B5EF4-FFF2-40B4-BE49-F238E27FC236}">
                <a16:creationId xmlns:a16="http://schemas.microsoft.com/office/drawing/2014/main" id="{323FADD8-89CE-4076-BEE0-71CE96EF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762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连续运行次数与成功率</a:t>
            </a:r>
          </a:p>
          <a:p xmlns:a="http://schemas.openxmlformats.org/drawingml/2006/main">
            <a:pPr algn="l">
              <a:buNone/>
              <a:defRPr sz="15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新增动作对节拍的影响</a:t>
            </a:r>
          </a:p>
          <a:p xmlns:a="http://schemas.openxmlformats.org/drawingml/2006/main">
            <a:pPr algn="l">
              <a:buNone/>
              <a:defRPr sz="15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单张 / 多张样本验证</a:t>
            </a:r>
          </a:p>
          <a:p xmlns:a="http://schemas.openxmlformats.org/drawingml/2006/main">
            <a:pPr algn="l">
              <a:buNone/>
              <a:defRPr sz="157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70797A"/>
                </a:solidFill>
                <a:latin typeface="微软雅黑"/>
                <a:ea typeface="微软雅黑"/>
                <a:cs typeface="微软雅黑"/>
              </a:rPr>
              <a:t>异常、报警与流程中断记录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39671F6-831D-45A0-A037-7F472614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38B5387-1068-4B51-BA23-29DF62C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CA00380-1D89-4FBE-BAEA-F3CAAF3B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17682525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BE663931-12F0-490D-9E17-906E632A8DD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38200" y="1714500"/>
            <a:ext cx="2809528" cy="2476500"/>
          </a:xfrm>
        </p:spPr>
        <p:txBody>
          <a:bodyPr xmlns:a="http://schemas.openxmlformats.org/drawingml/2006/main">
            <a:normAutofit fontScale="95486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SUS合理化线</a:t>
            </a:r>
          </a:p>
          <a:p xmlns:a="http://schemas.openxmlformats.org/drawingml/2006/main">
            <a:pPr algn="ctr"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UV贴膜自动化线</a:t>
            </a:r>
          </a:p>
          <a:p xmlns:a="http://schemas.openxmlformats.org/drawingml/2006/main">
            <a:pPr algn="ctr"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常见电气部品</a:t>
            </a:r>
          </a:p>
          <a:p xmlns:a="http://schemas.openxmlformats.org/drawingml/2006/main">
            <a:pPr algn="ctr">
              <a:lnSpc>
                <a:spcPct val="200000"/>
              </a:lnSpc>
              <a:buNone/>
            </a:pPr>
            <a:r>
              <a:rPr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生产线执行元件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FE5F6DB0-201A-4323-8782-B48F8E3D61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先看懂产线：设备不是零件集合，而是一条控制链</a:t>
            </a:r>
          </a:p>
        </p:txBody>
      </p:sp>
      <p:sp>
        <p:nvSpPr>
          <p:cNvPr id="4" name="s06-tag">
            <a:extLst xmlns:a="http://schemas.openxmlformats.org/drawingml/2006/main">
              <a:ext uri="{FF2B5EF4-FFF2-40B4-BE49-F238E27FC236}">
                <a16:creationId xmlns:a16="http://schemas.microsoft.com/office/drawing/2014/main" id="{609D746A-5E53-4035-841A-53992615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280952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现场认知</a:t>
            </a:r>
          </a:p>
        </p:txBody>
      </p:sp>
      <p:sp>
        <p:nvSpPr>
          <p:cNvPr id="5" name="s06-chain-line">
            <a:extLst xmlns:a="http://schemas.openxmlformats.org/drawingml/2006/main">
              <a:ext uri="{FF2B5EF4-FFF2-40B4-BE49-F238E27FC236}">
                <a16:creationId xmlns:a16="http://schemas.microsoft.com/office/drawing/2014/main" id="{4B86A38C-60BE-48B0-A9C7-E6883BCF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320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06-chain">
            <a:extLst xmlns:a="http://schemas.openxmlformats.org/drawingml/2006/main">
              <a:ext uri="{FF2B5EF4-FFF2-40B4-BE49-F238E27FC236}">
                <a16:creationId xmlns:a16="http://schemas.microsoft.com/office/drawing/2014/main" id="{A0EF044D-212E-4A19-95BE-51BD0FAC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感知</a:t>
            </a: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  →  </a:t>
            </a: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控制</a:t>
            </a: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  →  </a:t>
            </a: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7" name="s06-chain-detail">
            <a:extLst xmlns:a="http://schemas.openxmlformats.org/drawingml/2006/main">
              <a:ext uri="{FF2B5EF4-FFF2-40B4-BE49-F238E27FC236}">
                <a16:creationId xmlns:a16="http://schemas.microsoft.com/office/drawing/2014/main" id="{11681902-F459-4A7C-AC20-C3C1128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314950"/>
            <a:ext cx="422378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传感器</a:t>
            </a: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     </a:t>
            </a: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PLC/</a:t>
            </a: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程序</a:t>
            </a: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机构与机器人</a:t>
            </a:r>
          </a:p>
        </p:txBody>
      </p:sp>
      <p:pic>
        <p:nvPicPr>
          <p:cNvPr id="2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3fec12b434672"/>
          <a:srcRect xmlns:a="http://schemas.openxmlformats.org/drawingml/2006/main" l="8881" t="0" r="88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200" y="1104900"/>
            <a:ext cx="6819900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7BD282F-343F-40CB-A847-E859A4ED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D7E6DA7-82F7-418F-A87C-078F4D76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1A29E0D-D973-4ABF-90D9-20CC4269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19196881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A096B426-2BAA-412E-9BF8-757ADE764CC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38200" y="5467350"/>
            <a:ext cx="10287000" cy="4572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变量能够对应设备状态，程序才成为产线行为的说明书。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5A7F9EF5-A2A5-48E5-9562-C2793BCB7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PLC学习的转变：从会写指令，到能解释设备状态</a:t>
            </a:r>
          </a:p>
        </p:txBody>
      </p:sp>
      <p:sp>
        <p:nvSpPr>
          <p:cNvPr id="4" name="s07-day">
            <a:extLst xmlns:a="http://schemas.openxmlformats.org/drawingml/2006/main">
              <a:ext uri="{FF2B5EF4-FFF2-40B4-BE49-F238E27FC236}">
                <a16:creationId xmlns:a16="http://schemas.microsoft.com/office/drawing/2014/main" id="{AE56E8FE-F840-44B3-B876-441AA6C7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1天</a:t>
            </a:r>
          </a:p>
        </p:txBody>
      </p:sp>
      <p:sp>
        <p:nvSpPr>
          <p:cNvPr id="5" name="s07-day-detail">
            <a:extLst xmlns:a="http://schemas.openxmlformats.org/drawingml/2006/main">
              <a:ext uri="{FF2B5EF4-FFF2-40B4-BE49-F238E27FC236}">
                <a16:creationId xmlns:a16="http://schemas.microsoft.com/office/drawing/2014/main" id="{258A6616-4418-4B36-8718-109EC3AF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完成梯形图基础回顾</a:t>
            </a:r>
          </a:p>
        </p:txBody>
      </p:sp>
      <p:sp>
        <p:nvSpPr>
          <p:cNvPr id="6" name="s07-flow">
            <a:extLst xmlns:a="http://schemas.openxmlformats.org/drawingml/2006/main">
              <a:ext uri="{FF2B5EF4-FFF2-40B4-BE49-F238E27FC236}">
                <a16:creationId xmlns:a16="http://schemas.microsoft.com/office/drawing/2014/main" id="{FA063361-E2B7-4A08-8E59-FAC9AB49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781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07-num-0">
            <a:extLst xmlns:a="http://schemas.openxmlformats.org/drawingml/2006/main">
              <a:ext uri="{FF2B5EF4-FFF2-40B4-BE49-F238E27FC236}">
                <a16:creationId xmlns:a16="http://schemas.microsoft.com/office/drawing/2014/main" id="{58F11872-6B33-48B2-8CDD-FC6AEB21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s07-title-0">
            <a:extLst xmlns:a="http://schemas.openxmlformats.org/drawingml/2006/main">
              <a:ext uri="{FF2B5EF4-FFF2-40B4-BE49-F238E27FC236}">
                <a16:creationId xmlns:a16="http://schemas.microsoft.com/office/drawing/2014/main" id="{10F11E9D-46D9-4EA3-A9D9-6017FB51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86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梯形图回顾</a:t>
            </a:r>
          </a:p>
        </p:txBody>
      </p:sp>
      <p:sp>
        <p:nvSpPr>
          <p:cNvPr id="9" name="s07-detail-0">
            <a:extLst xmlns:a="http://schemas.openxmlformats.org/drawingml/2006/main">
              <a:ext uri="{FF2B5EF4-FFF2-40B4-BE49-F238E27FC236}">
                <a16:creationId xmlns:a16="http://schemas.microsoft.com/office/drawing/2014/main" id="{7379D9A5-6019-4244-913B-F5F090CB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004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快速恢复顺序控制语感</a:t>
            </a:r>
          </a:p>
        </p:txBody>
      </p:sp>
      <p:sp>
        <p:nvSpPr>
          <p:cNvPr id="10" name="s07-num-1">
            <a:extLst xmlns:a="http://schemas.openxmlformats.org/drawingml/2006/main">
              <a:ext uri="{FF2B5EF4-FFF2-40B4-BE49-F238E27FC236}">
                <a16:creationId xmlns:a16="http://schemas.microsoft.com/office/drawing/2014/main" id="{9E26BFFA-4B2F-49E6-BB90-1FC7756C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s07-title-1">
            <a:extLst xmlns:a="http://schemas.openxmlformats.org/drawingml/2006/main">
              <a:ext uri="{FF2B5EF4-FFF2-40B4-BE49-F238E27FC236}">
                <a16:creationId xmlns:a16="http://schemas.microsoft.com/office/drawing/2014/main" id="{02B9E949-E367-4C52-AB76-DD67036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86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I/O映射</a:t>
            </a:r>
          </a:p>
        </p:txBody>
      </p:sp>
      <p:sp>
        <p:nvSpPr>
          <p:cNvPr id="12" name="s07-detail-1">
            <a:extLst xmlns:a="http://schemas.openxmlformats.org/drawingml/2006/main">
              <a:ext uri="{FF2B5EF4-FFF2-40B4-BE49-F238E27FC236}">
                <a16:creationId xmlns:a16="http://schemas.microsoft.com/office/drawing/2014/main" id="{D05B5FC2-7D09-4B38-9EBB-966E5C45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004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变量与真实设备一一对应</a:t>
            </a:r>
          </a:p>
        </p:txBody>
      </p:sp>
      <p:sp>
        <p:nvSpPr>
          <p:cNvPr id="13" name="s07-num-2">
            <a:extLst xmlns:a="http://schemas.openxmlformats.org/drawingml/2006/main">
              <a:ext uri="{FF2B5EF4-FFF2-40B4-BE49-F238E27FC236}">
                <a16:creationId xmlns:a16="http://schemas.microsoft.com/office/drawing/2014/main" id="{370C3D19-F848-47B1-9079-78CEBCCC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s07-title-2">
            <a:extLst xmlns:a="http://schemas.openxmlformats.org/drawingml/2006/main">
              <a:ext uri="{FF2B5EF4-FFF2-40B4-BE49-F238E27FC236}">
                <a16:creationId xmlns:a16="http://schemas.microsoft.com/office/drawing/2014/main" id="{B785ED04-FEF5-476F-B481-BFFFA923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ST编程</a:t>
            </a:r>
          </a:p>
        </p:txBody>
      </p:sp>
      <p:sp>
        <p:nvSpPr>
          <p:cNvPr id="15" name="s07-detail-2">
            <a:extLst xmlns:a="http://schemas.openxmlformats.org/drawingml/2006/main">
              <a:ext uri="{FF2B5EF4-FFF2-40B4-BE49-F238E27FC236}">
                <a16:creationId xmlns:a16="http://schemas.microsoft.com/office/drawing/2014/main" id="{BEB77ABC-5473-40FD-BA2A-D1FC382B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结构化表达复杂逻辑</a:t>
            </a:r>
          </a:p>
        </p:txBody>
      </p:sp>
      <p:sp>
        <p:nvSpPr>
          <p:cNvPr id="16" name="s07-num-3">
            <a:extLst xmlns:a="http://schemas.openxmlformats.org/drawingml/2006/main">
              <a:ext uri="{FF2B5EF4-FFF2-40B4-BE49-F238E27FC236}">
                <a16:creationId xmlns:a16="http://schemas.microsoft.com/office/drawing/2014/main" id="{D55804F0-9AB0-49AB-9C18-78F14409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s07-title-3">
            <a:extLst xmlns:a="http://schemas.openxmlformats.org/drawingml/2006/main">
              <a:ext uri="{FF2B5EF4-FFF2-40B4-BE49-F238E27FC236}">
                <a16:creationId xmlns:a16="http://schemas.microsoft.com/office/drawing/2014/main" id="{0576ED96-5755-4115-84F7-DB7C1888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86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激光测距读取</a:t>
            </a:r>
          </a:p>
        </p:txBody>
      </p:sp>
      <p:sp>
        <p:nvSpPr>
          <p:cNvPr id="18" name="s07-detail-3">
            <a:extLst xmlns:a="http://schemas.openxmlformats.org/drawingml/2006/main">
              <a:ext uri="{FF2B5EF4-FFF2-40B4-BE49-F238E27FC236}">
                <a16:creationId xmlns:a16="http://schemas.microsoft.com/office/drawing/2014/main" id="{A2458B1E-C6DF-4348-A79D-F1C702A0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00450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让传感信息成为动作依据</a:t>
            </a:r>
          </a:p>
        </p:txBody>
      </p:sp>
      <p:sp>
        <p:nvSpPr>
          <p:cNvPr id="19" name="s07-result-line">
            <a:extLst xmlns:a="http://schemas.openxmlformats.org/drawingml/2006/main">
              <a:ext uri="{FF2B5EF4-FFF2-40B4-BE49-F238E27FC236}">
                <a16:creationId xmlns:a16="http://schemas.microsoft.com/office/drawing/2014/main" id="{B8FF297F-6D94-4120-94CE-C9C0E667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CF8B2E7-B443-4600-87F2-3021C946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6E6D545-5C06-4E13-B09A-0134D624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F8D2B8-6C5D-4F7A-B096-F566124A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6038713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9bad1e2fe4f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9536" y="1124744"/>
            <a:ext cx="7896225" cy="4444365"/>
          </a:xfrm>
          <a:prstGeom xmlns:a="http://schemas.openxmlformats.org/drawingml/2006/main" prst="rect">
            <a:avLst/>
          </a:prstGeom>
        </p:spPr>
      </p:pic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8F1B2597-7837-4A75-BED2-7360139C2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工业通信把单机控制连接成设备协同</a:t>
            </a:r>
          </a:p>
        </p:txBody>
      </p:sp>
      <p:sp>
        <p:nvSpPr>
          <p:cNvPr id="4" name="s08-p1">
            <a:extLst xmlns:a="http://schemas.openxmlformats.org/drawingml/2006/main">
              <a:ext uri="{FF2B5EF4-FFF2-40B4-BE49-F238E27FC236}">
                <a16:creationId xmlns:a16="http://schemas.microsoft.com/office/drawing/2014/main" id="{6571269C-7271-4812-9A25-ADF96CEB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28699"/>
            <a:ext cx="2517676" cy="78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EtherCAT</a:t>
            </a:r>
          </a:p>
        </p:txBody>
      </p:sp>
      <p:sp>
        <p:nvSpPr>
          <p:cNvPr id="5" name="s08-p2">
            <a:extLst xmlns:a="http://schemas.openxmlformats.org/drawingml/2006/main">
              <a:ext uri="{FF2B5EF4-FFF2-40B4-BE49-F238E27FC236}">
                <a16:creationId xmlns:a16="http://schemas.microsoft.com/office/drawing/2014/main" id="{E5FFDC1E-7DF2-4ED2-AE1D-458614D9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28700"/>
            <a:ext cx="2244080" cy="785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EtherNet</a:t>
            </a:r>
            <a:r>
              <a: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/IP</a:t>
            </a:r>
          </a:p>
        </p:txBody>
      </p:sp>
      <p:sp>
        <p:nvSpPr>
          <p:cNvPr id="6" name="s08-p3">
            <a:extLst xmlns:a="http://schemas.openxmlformats.org/drawingml/2006/main">
              <a:ext uri="{FF2B5EF4-FFF2-40B4-BE49-F238E27FC236}">
                <a16:creationId xmlns:a16="http://schemas.microsoft.com/office/drawing/2014/main" id="{28938669-62F3-4FE7-8FD4-20A93D83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49" y="1028699"/>
            <a:ext cx="2176711" cy="785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Modbus </a:t>
            </a:r>
            <a:r>
              <a:rPr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TCP</a:t>
            </a:r>
          </a:p>
        </p:txBody>
      </p:sp>
      <p:sp>
        <p:nvSpPr>
          <p:cNvPr id="8" name="s08-result-line">
            <a:extLst xmlns:a="http://schemas.openxmlformats.org/drawingml/2006/main">
              <a:ext uri="{FF2B5EF4-FFF2-40B4-BE49-F238E27FC236}">
                <a16:creationId xmlns:a16="http://schemas.microsoft.com/office/drawing/2014/main" id="{6059CB67-8EC2-49CD-AC96-F613AE25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08-result">
            <a:extLst xmlns:a="http://schemas.openxmlformats.org/drawingml/2006/main">
              <a:ext uri="{FF2B5EF4-FFF2-40B4-BE49-F238E27FC236}">
                <a16:creationId xmlns:a16="http://schemas.microsoft.com/office/drawing/2014/main" id="{DA6F50FD-BA1D-44D7-8C21-959B0F5E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传感器给状态，PLC做判断，网络传指令，机器人完成动作。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EBFA1C7-67F9-4FA5-913D-6F9259B1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31F158B-F762-4799-9013-08D8FEB5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B3A708D-DE33-4D3A-A619-BA065AA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18705452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FC03A3A3-CA11-44A8-834B-7B3260A3375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239125" y="1428750"/>
            <a:ext cx="3105150" cy="3333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世界坐标系</a:t>
            </a:r>
          </a:p>
          <a:p xmlns:a="http://schemas.openxmlformats.org/drawingml/2006/main">
            <a:r>
              <a:rPr sz="14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整机运动的统一基准</a:t>
            </a:r>
          </a:p>
          <a:p xmlns:a="http://schemas.openxmlformats.org/drawingml/2006/main"/>
          <a:p xmlns:a="http://schemas.openxmlformats.org/drawingml/2006/main">
            <a:r>
              <a:rPr sz="14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工具坐标系（TCP）</a:t>
            </a:r>
          </a:p>
          <a:p xmlns:a="http://schemas.openxmlformats.org/drawingml/2006/main">
            <a:r>
              <a:rPr sz="14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吸嘴末端的位置与姿态</a:t>
            </a:r>
          </a:p>
          <a:p xmlns:a="http://schemas.openxmlformats.org/drawingml/2006/main"/>
          <a:p xmlns:a="http://schemas.openxmlformats.org/drawingml/2006/main">
            <a:r>
              <a:rPr sz="14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用户坐标系</a:t>
            </a:r>
          </a:p>
          <a:p xmlns:a="http://schemas.openxmlformats.org/drawingml/2006/main">
            <a:r>
              <a:rPr sz="14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面向PCB工作平面的局部基准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6F9456F1-A1EF-4632-86DD-DE170B058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坐标统一后，机器人的动作才能被准确描述</a:t>
            </a:r>
          </a:p>
        </p:txBody>
      </p:sp>
      <p:pic>
        <p:nvPicPr>
          <p:cNvPr id="1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2caaa35e94551"/>
          <a:srcRect xmlns:a="http://schemas.openxmlformats.org/drawingml/2006/main" l="5780" t="0" r="57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143000"/>
            <a:ext cx="7124700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s09-callout-line">
            <a:extLst xmlns:a="http://schemas.openxmlformats.org/drawingml/2006/main">
              <a:ext uri="{FF2B5EF4-FFF2-40B4-BE49-F238E27FC236}">
                <a16:creationId xmlns:a16="http://schemas.microsoft.com/office/drawing/2014/main" id="{3E4B4512-6B0F-4A77-9C77-6A4C9456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8439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09-callout">
            <a:extLst xmlns:a="http://schemas.openxmlformats.org/drawingml/2006/main">
              <a:ext uri="{FF2B5EF4-FFF2-40B4-BE49-F238E27FC236}">
                <a16:creationId xmlns:a16="http://schemas.microsoft.com/office/drawing/2014/main" id="{BDF64A36-04B3-4C99-B4A2-0B21606B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720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惯导研究帮助我快速理解坐标变换；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现场实践补齐工艺基准与安全示教。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C815C80-8783-4DB0-BEBB-9545B2D2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D9103B3-B56E-4A2C-B8C9-4E9441B8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9E18B38-86FE-4355-A256-612BFAD1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12855710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テキスト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2B617BF8-8978-4C25-9458-26076F1E132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857250" y="5476875"/>
            <a:ext cx="10287000" cy="86868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既有经验缩短了上手时间，但现场工艺、安全和设备约束仍需重新学习。</a:t>
            </a:r>
          </a:p>
          <a:p xmlns:a="http://schemas.openxmlformats.org/drawingml/2006/main">
            <a:pPr algn="l">
              <a:buNone/>
            </a:pPr>
            <a:r>
              <a:rPr sz="142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真正的能力迁移，是把过去的知识转化为现场可验证的动作。</a:t>
            </a:r>
          </a:p>
        </p:txBody>
      </p:sp>
      <p:sp>
        <p:nvSpPr>
          <p:cNvPr id="3" name="タイトル 2">
            <a:extLst xmlns:a="http://schemas.openxmlformats.org/drawingml/2006/main">
              <a:ext uri="{FF2B5EF4-FFF2-40B4-BE49-F238E27FC236}">
                <a16:creationId xmlns:a16="http://schemas.microsoft.com/office/drawing/2014/main" id="{92C71D90-C7F5-494D-8BDE-306330D2ED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三段既有经历，帮助我更快进入现场问题</a:t>
            </a:r>
          </a:p>
        </p:txBody>
      </p:sp>
      <p:sp>
        <p:nvSpPr>
          <p:cNvPr id="4" name="s05-leftbar-0">
            <a:extLst xmlns:a="http://schemas.openxmlformats.org/drawingml/2006/main">
              <a:ext uri="{FF2B5EF4-FFF2-40B4-BE49-F238E27FC236}">
                <a16:creationId xmlns:a16="http://schemas.microsoft.com/office/drawing/2014/main" id="{F505FCEC-0DF4-4258-AFCD-0215CDB3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0" cy="867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05-source-0">
            <a:extLst xmlns:a="http://schemas.openxmlformats.org/drawingml/2006/main">
              <a:ext uri="{FF2B5EF4-FFF2-40B4-BE49-F238E27FC236}">
                <a16:creationId xmlns:a16="http://schemas.microsoft.com/office/drawing/2014/main" id="{36F27671-21E4-4EC2-A567-54E629E7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09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本科PLC毕业设计</a:t>
            </a:r>
          </a:p>
        </p:txBody>
      </p:sp>
      <p:sp>
        <p:nvSpPr>
          <p:cNvPr id="6" name="s05-source-detail-0">
            <a:extLst xmlns:a="http://schemas.openxmlformats.org/drawingml/2006/main">
              <a:ext uri="{FF2B5EF4-FFF2-40B4-BE49-F238E27FC236}">
                <a16:creationId xmlns:a16="http://schemas.microsoft.com/office/drawing/2014/main" id="{8122DFB0-8636-4B9A-95E3-2793347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669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紫菜处理与清洗生产线</a:t>
            </a:r>
          </a:p>
        </p:txBody>
      </p:sp>
      <p:sp>
        <p:nvSpPr>
          <p:cNvPr id="7" name="s05-arrow-0">
            <a:extLst xmlns:a="http://schemas.openxmlformats.org/drawingml/2006/main">
              <a:ext uri="{FF2B5EF4-FFF2-40B4-BE49-F238E27FC236}">
                <a16:creationId xmlns:a16="http://schemas.microsoft.com/office/drawing/2014/main" id="{5967F331-546D-4FBF-B1B5-6E45AB28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s05-output-0">
            <a:extLst xmlns:a="http://schemas.openxmlformats.org/drawingml/2006/main">
              <a:ext uri="{FF2B5EF4-FFF2-40B4-BE49-F238E27FC236}">
                <a16:creationId xmlns:a16="http://schemas.microsoft.com/office/drawing/2014/main" id="{5A52AF35-3B49-4A7B-9EB6-7EED8DF3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478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5"/>
          </a:solidFill>
          <a:ln xmlns:a="http://schemas.openxmlformats.org/drawingml/2006/main" w="14288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D22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快速理解梯形图与顺序控制</a:t>
            </a:r>
          </a:p>
        </p:txBody>
      </p:sp>
      <p:sp>
        <p:nvSpPr>
          <p:cNvPr id="9" name="s05-rowline-0">
            <a:extLst xmlns:a="http://schemas.openxmlformats.org/drawingml/2006/main">
              <a:ext uri="{FF2B5EF4-FFF2-40B4-BE49-F238E27FC236}">
                <a16:creationId xmlns:a16="http://schemas.microsoft.com/office/drawing/2014/main" id="{A0C92D61-3141-4FE9-8FD1-9A3B9AD0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05-leftbar-1">
            <a:extLst xmlns:a="http://schemas.openxmlformats.org/drawingml/2006/main">
              <a:ext uri="{FF2B5EF4-FFF2-40B4-BE49-F238E27FC236}">
                <a16:creationId xmlns:a16="http://schemas.microsoft.com/office/drawing/2014/main" id="{3D11F44A-B01D-4F4A-9CB3-81D41046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05-source-1">
            <a:extLst xmlns:a="http://schemas.openxmlformats.org/drawingml/2006/main">
              <a:ext uri="{FF2B5EF4-FFF2-40B4-BE49-F238E27FC236}">
                <a16:creationId xmlns:a16="http://schemas.microsoft.com/office/drawing/2014/main" id="{97E4FB00-083B-4EF8-B491-B0AD13B8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硕士</a:t>
            </a: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期间参与</a:t>
            </a: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国家级项目</a:t>
            </a:r>
          </a:p>
        </p:txBody>
      </p:sp>
      <p:sp>
        <p:nvSpPr>
          <p:cNvPr id="12" name="s05-source-detail-1">
            <a:extLst xmlns:a="http://schemas.openxmlformats.org/drawingml/2006/main">
              <a:ext uri="{FF2B5EF4-FFF2-40B4-BE49-F238E27FC236}">
                <a16:creationId xmlns:a16="http://schemas.microsoft.com/office/drawing/2014/main" id="{B1BAF53C-B6B6-4BB2-94C0-510C7E2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八电机协同控制空间球体</a:t>
            </a:r>
          </a:p>
        </p:txBody>
      </p:sp>
      <p:sp>
        <p:nvSpPr>
          <p:cNvPr id="13" name="s05-arrow-1">
            <a:extLst xmlns:a="http://schemas.openxmlformats.org/drawingml/2006/main">
              <a:ext uri="{FF2B5EF4-FFF2-40B4-BE49-F238E27FC236}">
                <a16:creationId xmlns:a16="http://schemas.microsoft.com/office/drawing/2014/main" id="{128252E2-C531-4C68-8578-C8399543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s05-output-1">
            <a:extLst xmlns:a="http://schemas.openxmlformats.org/drawingml/2006/main">
              <a:ext uri="{FF2B5EF4-FFF2-40B4-BE49-F238E27FC236}">
                <a16:creationId xmlns:a16="http://schemas.microsoft.com/office/drawing/2014/main" id="{084A8508-2628-4DCF-854B-7DD4155D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5"/>
          </a:solidFill>
          <a:ln xmlns:a="http://schemas.openxmlformats.org/drawingml/2006/main" w="14288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D22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理解多执行器协同与通信</a:t>
            </a:r>
          </a:p>
        </p:txBody>
      </p:sp>
      <p:sp>
        <p:nvSpPr>
          <p:cNvPr id="15" name="s05-rowline-1">
            <a:extLst xmlns:a="http://schemas.openxmlformats.org/drawingml/2006/main">
              <a:ext uri="{FF2B5EF4-FFF2-40B4-BE49-F238E27FC236}">
                <a16:creationId xmlns:a16="http://schemas.microsoft.com/office/drawing/2014/main" id="{675EB2D2-39F4-474E-9540-975761DE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05-leftbar-2">
            <a:extLst xmlns:a="http://schemas.openxmlformats.org/drawingml/2006/main">
              <a:ext uri="{FF2B5EF4-FFF2-40B4-BE49-F238E27FC236}">
                <a16:creationId xmlns:a16="http://schemas.microsoft.com/office/drawing/2014/main" id="{A42ED452-0FD0-4807-A713-4DC0A068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8199" y="4229100"/>
            <a:ext cx="1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5002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05-source-2">
            <a:extLst xmlns:a="http://schemas.openxmlformats.org/drawingml/2006/main">
              <a:ext uri="{FF2B5EF4-FFF2-40B4-BE49-F238E27FC236}">
                <a16:creationId xmlns:a16="http://schemas.microsoft.com/office/drawing/2014/main" id="{DFE2ED00-9CCD-4494-B029-DA27944F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硕士</a:t>
            </a:r>
            <a:r>
              <a:rPr sz="21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研究方向：惯性导航</a:t>
            </a:r>
          </a:p>
        </p:txBody>
      </p:sp>
      <p:sp>
        <p:nvSpPr>
          <p:cNvPr id="18" name="s05-source-detail-2">
            <a:extLst xmlns:a="http://schemas.openxmlformats.org/drawingml/2006/main">
              <a:ext uri="{FF2B5EF4-FFF2-40B4-BE49-F238E27FC236}">
                <a16:creationId xmlns:a16="http://schemas.microsoft.com/office/drawing/2014/main" id="{A59D2A77-1FFA-4F70-AC00-C6FE2DEC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7D8687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7D8687"/>
                </a:solidFill>
                <a:latin typeface="微软雅黑"/>
                <a:ea typeface="微软雅黑"/>
                <a:cs typeface="微软雅黑"/>
              </a:rPr>
              <a:t>坐标变换与姿态表达</a:t>
            </a:r>
          </a:p>
        </p:txBody>
      </p:sp>
      <p:sp>
        <p:nvSpPr>
          <p:cNvPr id="19" name="s05-arrow-2">
            <a:extLst xmlns:a="http://schemas.openxmlformats.org/drawingml/2006/main">
              <a:ext uri="{FF2B5EF4-FFF2-40B4-BE49-F238E27FC236}">
                <a16:creationId xmlns:a16="http://schemas.microsoft.com/office/drawing/2014/main" id="{EA6AD8AF-63DA-4E73-A762-3263E173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s05-output-2">
            <a:extLst xmlns:a="http://schemas.openxmlformats.org/drawingml/2006/main">
              <a:ext uri="{FF2B5EF4-FFF2-40B4-BE49-F238E27FC236}">
                <a16:creationId xmlns:a16="http://schemas.microsoft.com/office/drawing/2014/main" id="{0754F45E-01C1-4318-8A0E-EA7D96F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672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5"/>
          </a:solidFill>
          <a:ln xmlns:a="http://schemas.openxmlformats.org/drawingml/2006/main" w="14288">
            <a:solidFill>
              <a:srgbClr val="F5002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D22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快速理解TCP / 用户坐标系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C76A597-8F2D-4C40-9907-4A4D5D13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"/>
            <a:ext cx="11887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889247F-FA30-4495-9528-2CCD4D43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088"/>
            <a:ext cx="11274552" cy="27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128EC90-453B-4BF9-9F42-DD4FFB0C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7772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muRata  |  Innovator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15151626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13C7E69C-024A-4C73-9296-E07C92D026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40000" y="3528000"/>
            <a:ext cx="7332000" cy="15571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参观者 → 学习者 → 参与改进者</a:t>
            </a:r>
          </a:p>
          <a:p xmlns:a="http://schemas.openxmlformats.org/drawingml/2006/main">
            <a:r>
              <a:rPr sz="15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理解工艺｜定义状态｜安全验证｜数据闭环</a:t>
            </a:r>
          </a:p>
          <a:p xmlns:a="http://schemas.openxmlformats.org/drawingml/2006/main">
            <a:r>
              <a:rPr sz="15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感谢各位指导老师与部门前辈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rgbClr val="525B5C"/>
                </a:solidFill>
                <a:latin typeface="微软雅黑"/>
                <a:ea typeface="微软雅黑"/>
                <a:cs typeface="微软雅黑"/>
              </a:rPr>
              <a:t>希望继续把控制工程能力转化为可量化的现场价值</a:t>
            </a:r>
          </a:p>
        </p:txBody>
      </p:sp>
      <p:sp>
        <p:nvSpPr>
          <p:cNvPr id="4" name="タイトル 3">
            <a:extLst xmlns:a="http://schemas.openxmlformats.org/drawingml/2006/main">
              <a:ext uri="{FF2B5EF4-FFF2-40B4-BE49-F238E27FC236}">
                <a16:creationId xmlns:a16="http://schemas.microsoft.com/office/drawing/2014/main" id="{B3AAF5FC-81D9-4E41-9E9C-8D62C922E5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F5002F"/>
                </a:solidFill>
                <a:latin typeface="微软雅黑"/>
                <a:ea typeface="微软雅黑"/>
                <a:cs typeface="微软雅黑"/>
              </a:rPr>
              <a:t>结业，是新的起点</a:t>
            </a:r>
          </a:p>
        </p:txBody>
      </p:sp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d3a7dff094939"/>
          <a:srcRect xmlns:a="http://schemas.openxmlformats.org/drawingml/2006/main" l="31851" t="0" r="318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359658" cy="5209223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94F27F-3990-4B88-B3EE-7A570533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89320"/>
            <a:ext cx="12188952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002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91B30A-2C94-49A7-B12C-3A667230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53328"/>
            <a:ext cx="10515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muRata</a:t>
            </a:r>
          </a:p>
          <a:p xmlns:a="http://schemas.openxmlformats.org/drawingml/2006/main"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Innovator in Electronics · 感谢各位指导老师与团队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C0A09F4-584F-4C7D-9B7D-2319BEA9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053328"/>
            <a:ext cx="1463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812593996"/>
      </p:ext>
    </p:extLst>
  </p:cSld>
</p:sld>
</file>

<file path=ppt/theme/theme1.xml><?xml version="1.0" encoding="utf-8"?>
<a:theme xmlns:a="http://schemas.openxmlformats.org/drawingml/2006/main" name="Confidential">
  <a:themeElements>
    <a:clrScheme name="ユーザー定義 1">
      <a:dk1>
        <a:srgbClr val="000000"/>
      </a:dk1>
      <a:lt1>
        <a:srgbClr val="FFFFFF"/>
      </a:lt1>
      <a:dk2>
        <a:srgbClr val="F5002F"/>
      </a:dk2>
      <a:lt2>
        <a:srgbClr val="525B5C"/>
      </a:lt2>
      <a:accent1>
        <a:srgbClr val="F5002F"/>
      </a:accent1>
      <a:accent2>
        <a:srgbClr val="6B3077"/>
      </a:accent2>
      <a:accent3>
        <a:srgbClr val="00AFDB"/>
      </a:accent3>
      <a:accent4>
        <a:srgbClr val="FF701A"/>
      </a:accent4>
      <a:accent5>
        <a:srgbClr val="78D64B"/>
      </a:accent5>
      <a:accent6>
        <a:srgbClr val="FFC20F"/>
      </a:accent6>
      <a:hlink>
        <a:srgbClr val="00AFDB"/>
      </a:hlink>
      <a:folHlink>
        <a:srgbClr val="949E9F"/>
      </a:folHlink>
    </a:clrScheme>
    <a:fontScheme name="Murata_ZH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2026-08-04T12:55:37.2640000Z</dcterms:created>
  <dcterms:modified xsi:type="dcterms:W3CDTF">2026-08-04T12:55:37.2640000Z</dcterms:modified>
</coreProperties>
</file>