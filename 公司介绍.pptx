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5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6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7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79" r:id="rId5"/>
    <p:sldMasterId id="2147483737" r:id="rId6"/>
    <p:sldMasterId id="2147483758" r:id="rId7"/>
    <p:sldMasterId id="2147483800" r:id="rId8"/>
    <p:sldMasterId id="2147483822" r:id="rId9"/>
    <p:sldMasterId id="2147483844" r:id="rId10"/>
    <p:sldMasterId id="2147483865" r:id="rId11"/>
  </p:sldMasterIdLst>
  <p:notesMasterIdLst>
    <p:notesMasterId r:id="rId23"/>
  </p:notesMasterIdLst>
  <p:handoutMasterIdLst>
    <p:handoutMasterId r:id="rId24"/>
  </p:handoutMasterIdLst>
  <p:sldIdLst>
    <p:sldId id="2146849096" r:id="rId12"/>
    <p:sldId id="2146849097" r:id="rId13"/>
    <p:sldId id="289" r:id="rId14"/>
    <p:sldId id="2146849093" r:id="rId15"/>
    <p:sldId id="291" r:id="rId16"/>
    <p:sldId id="302" r:id="rId17"/>
    <p:sldId id="303" r:id="rId18"/>
    <p:sldId id="300" r:id="rId19"/>
    <p:sldId id="301" r:id="rId20"/>
    <p:sldId id="304" r:id="rId21"/>
    <p:sldId id="2146849095" r:id="rId22"/>
  </p:sldIdLst>
  <p:sldSz cx="12192000" cy="6858000"/>
  <p:notesSz cx="6807200" cy="9939338"/>
  <p:defaultTextStyle>
    <a:defPPr>
      <a:defRPr lang="ja-JP"/>
    </a:defPPr>
    <a:lvl1pPr marL="0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483" userDrawn="1">
          <p15:clr>
            <a:srgbClr val="A4A3A4"/>
          </p15:clr>
        </p15:guide>
        <p15:guide id="4" pos="7197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6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1241"/>
    <a:srgbClr val="FD9D24"/>
    <a:srgbClr val="FFFFFF"/>
    <a:srgbClr val="DBDFDF"/>
    <a:srgbClr val="FF8099"/>
    <a:srgbClr val="FCB2C0"/>
    <a:srgbClr val="FFCAD4"/>
    <a:srgbClr val="FF607F"/>
    <a:srgbClr val="0000FF"/>
    <a:srgbClr val="CBC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22166-835A-D48E-9001-080B1233486B}" v="28" dt="2026-06-26T07:29:56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0" autoAdjust="0"/>
    <p:restoredTop sz="90597" autoAdjust="0"/>
  </p:normalViewPr>
  <p:slideViewPr>
    <p:cSldViewPr showGuides="1">
      <p:cViewPr varScale="1">
        <p:scale>
          <a:sx n="82" d="100"/>
          <a:sy n="82" d="100"/>
        </p:scale>
        <p:origin x="797" y="72"/>
      </p:cViewPr>
      <p:guideLst>
        <p:guide orient="horz" pos="2160"/>
        <p:guide pos="483"/>
        <p:guide pos="7197"/>
        <p:guide orient="horz" pos="3929"/>
        <p:guide orient="horz" pos="663"/>
      </p:guideLst>
    </p:cSldViewPr>
  </p:slideViewPr>
  <p:outlineViewPr>
    <p:cViewPr>
      <p:scale>
        <a:sx n="33" d="100"/>
        <a:sy n="33" d="100"/>
      </p:scale>
      <p:origin x="0" y="-24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184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A4905DA-1466-026C-9DB2-CFCE18C13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D4DA074-1901-6993-6017-DEA397B3B7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8BF68-8433-45D8-BCE2-63E0FF34CD3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B435493-74B3-1A42-4165-D4A012A7DE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FA3646-007C-7EE6-3935-37E609AE8B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04A28-1AF3-4EF9-8EF4-A2C853C3E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04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D86B0-99DD-4E65-BDC1-4AEC6CC35870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C564F-4A42-44F3-8527-686BE8898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8547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4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66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3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228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014C1539-33CB-95AB-7418-F0569302F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76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テキスト プレースホルダー 7">
            <a:extLst>
              <a:ext uri="{FF2B5EF4-FFF2-40B4-BE49-F238E27FC236}">
                <a16:creationId xmlns:a16="http://schemas.microsoft.com/office/drawing/2014/main" id="{5C2E2A90-7C69-E01B-64FE-8D42B832E9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E4303B7F-DDB3-1B9A-5C83-7ADFCA4BE66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07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1FB5B858-1BF5-556C-5F04-176306F3CE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F9AF0075-4AB2-1B4C-137E-CC0787F70DE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2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F89C5050-7EAD-E35E-4E0E-83BCD10A6B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2273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5AEBE227-3567-C3A8-D480-A31825F649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0799FACF-2D1D-DD2E-DFD9-5E3456E51A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79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3F7E2268-32F2-EF5D-E01F-6CFF6F822B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DC643D12-7D9B-F379-78A4-FA34A2C48818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88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50F55FEF-4518-2F39-4981-D5B22E6024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9EC839B5-BEBB-B1F8-722C-7505F5CCAAC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71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defRPr sz="900" b="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3FFED07-458A-725A-1DC9-901E1E01F27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38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099B2138-A3B6-4730-D274-367F7B3E2C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72FE6D-47FF-EFC4-4076-D7E404E9511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748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381F9C96-D760-C76A-F9B9-82249E64A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1B4A192B-AB35-12CD-FDAE-5DA2EAC9DFB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856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415C3928-EB95-4702-1C2E-41C71E47E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EC44C975-7051-21A3-43B4-515CA163C416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960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CA2E7492-4807-9D69-885E-594591EC10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BA220D82-73DC-B26A-313F-557B826632F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082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F1190FD9-9D6F-988F-8418-4257FCA6C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C1EDEA54-0074-2181-1776-069FD3DD9AD1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483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049FB5A9-83E6-8410-C584-DEAF3B074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5B722548-CB1F-4572-9F24-369408DB9BF1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003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C37A973B-E58F-9899-E0B2-2A93AA34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F46D5F08-DAC5-994E-48EB-58C50FEDB972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512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D045107C-864F-FB12-C300-E1F5F61B6F6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728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(Arial, Bold, 40px, grey)  </a:t>
            </a:r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D8A0F597-6B45-60F9-4F06-974286E4780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877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804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8161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0079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A71526E6-9FA6-6C1D-7DAC-DB5620C460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98824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638C5E49-6553-0BD7-AD4E-8117ABA927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98941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BF23F0BA-AAC9-2E6E-479D-0B4551A2D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4398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74CAFD23-6B70-AC53-530F-8A5869ABF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17278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29DBF1D-FEF9-B035-6FC2-3E6C37728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5131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CFE210D-473E-3CB9-BB56-206013900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19790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81DB5105-FDE0-7CF6-79C6-0669DF8057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50583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3541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702538AF-B2BF-7157-7E02-7A6F0F992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51114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AB0984FF-90E3-82F9-F338-58CFF85C4B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6" name="タイトル 18">
            <a:extLst>
              <a:ext uri="{FF2B5EF4-FFF2-40B4-BE49-F238E27FC236}">
                <a16:creationId xmlns:a16="http://schemas.microsoft.com/office/drawing/2014/main" id="{C36C75A1-10FD-3CA9-1D94-009DBBC19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47471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D0E90B35-24C4-FA42-7F49-2102F0D0EE6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6" name="タイトル 18">
            <a:extLst>
              <a:ext uri="{FF2B5EF4-FFF2-40B4-BE49-F238E27FC236}">
                <a16:creationId xmlns:a16="http://schemas.microsoft.com/office/drawing/2014/main" id="{132A6406-DEB5-09AD-E5AB-D28E762C8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413745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E2096F5E-BDB9-9C5F-F29B-8FABF76349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6" name="タイトル 18">
            <a:extLst>
              <a:ext uri="{FF2B5EF4-FFF2-40B4-BE49-F238E27FC236}">
                <a16:creationId xmlns:a16="http://schemas.microsoft.com/office/drawing/2014/main" id="{78A904A3-1A5D-B38B-F741-7D64CA1E8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98141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36FD5251-9C80-7D42-C5B7-94F7835FF96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6" name="タイトル 18">
            <a:extLst>
              <a:ext uri="{FF2B5EF4-FFF2-40B4-BE49-F238E27FC236}">
                <a16:creationId xmlns:a16="http://schemas.microsoft.com/office/drawing/2014/main" id="{05674495-FC8B-87D8-1906-3A20F2148A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3722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F0EFD8CA-4A6A-3517-1794-103747A10B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6" name="タイトル 18">
            <a:extLst>
              <a:ext uri="{FF2B5EF4-FFF2-40B4-BE49-F238E27FC236}">
                <a16:creationId xmlns:a16="http://schemas.microsoft.com/office/drawing/2014/main" id="{B8162AEB-09D5-9D14-5907-0BC3712A6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9225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D4CA24AD-8EB0-1F43-F2FE-094642A5B73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6" name="タイトル 18">
            <a:extLst>
              <a:ext uri="{FF2B5EF4-FFF2-40B4-BE49-F238E27FC236}">
                <a16:creationId xmlns:a16="http://schemas.microsoft.com/office/drawing/2014/main" id="{A74E3F7A-19A7-1810-0CDE-F32EC1D392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75219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041440B7-ADA1-9444-F82A-D2FB7B5A334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92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(Arial, Bold, 40px, grey)  </a:t>
            </a: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E2BC97CD-4A1A-95D8-7193-A14A1179A0CF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0891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3144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76170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6395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95388725-1FB2-CBAB-CD4B-EDC966DCA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99628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A80B4B12-0F8C-94B1-4ED0-0887BDE7B9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5FA32596-0A06-F507-1257-C3FEFE7A560B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9471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B9EA7EA1-73F9-76FB-E509-7C424DC5E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DA51CE4F-3D07-9946-45C2-08AF243416CB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5429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A5BB9876-A9B9-0123-BB15-2BA0141040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8BF82F97-AE71-5F54-75BE-C1621F43B8A1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3394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C88AF243-AB02-ADF3-648E-86D157CFFC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DA1A1353-99FA-EDA0-9AB0-240ABBDBBA1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9820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95A8ED2E-AF07-001B-6F6C-809DDDDB12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5E26CCFD-D5E6-41B1-E328-5C7A34152875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1102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8D56F7BB-BD24-A10C-0D90-1B22CBEEFD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0DAE9DC9-ADDD-3C72-61A4-1407469FAE1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1416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C1D70B-E445-FB47-E6D3-69866DA6C6D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614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8B59DD59-D924-C9F6-F905-BF8A236FD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C68EEF58-BDBD-ABAF-21CA-DEC33DC9438F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57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2EBCE7A3-AA8D-8AF4-AF52-E6E8964CF0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E7A7106E-676D-FA08-25DB-EE3726CC8FD5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281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4FAE2CF-97F0-84E5-3103-275C0BE8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345492D6-DCFF-F8FC-F91D-613C209A772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0411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02A1B28A-45E0-A230-18D5-9CF527457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3E34A784-7761-3CFC-073B-02AEA5731B59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724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0179B67E-9689-BC54-8554-8372BCCC8F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0D59A04F-9285-A0AF-0A3B-09E8288F1015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1068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861998D-B232-44A4-3AE0-08EFD17EE4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53B87C63-D6D2-3464-86AF-0803F986228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74980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34A902D1-E64B-8603-3F47-E722E728F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A875645E-4420-5293-EE99-832562D40AB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8891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354466E1-2122-D290-87EC-AF853E5B4A2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68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(Arial, Bold, 40px, grey)  </a:t>
            </a:r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140687B9-D157-727F-FE95-F99E792B5EB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Strictly Confidential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7109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720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01656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altLang="ja-JP" dirty="0"/>
              <a:t>Arial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(Arial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95260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D1EB0683-E0F0-3ED3-EF39-02297E7C62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90777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427E6EFD-370D-CBA4-0BC9-50F20AFA9C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526DD5FE-10C3-5780-F312-DD682EBEEFC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32660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EEAC87F4-5DCA-F6DC-2DCA-9C1B393875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9D6C6008-A2D4-CED2-7C69-45EAEEE72D0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49829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87CF1E39-4B59-5370-D72F-4DF2B95D32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718CDFB7-2FFF-A13A-9299-D811F2629902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63652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5ECD2F5-5D3E-5008-B6AC-90D1F06B5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693912AA-D29F-9E82-F62D-0BA07A1F6F2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9321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F1B21103-8070-A580-DC06-8E7C0EB3CF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48F5968B-13FB-3253-565A-D457578D4EE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0612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(Arial,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65AD2D5A-9359-0A5D-303C-022BCDBC8E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(Arial,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(Arial,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(Arial,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(Arial, 12px)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139ED3FF-4983-FA6C-350E-C6072F8B3DF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315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B55BD9-8FC1-40E0-03A6-3DB80402336B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85193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22FFE582-9721-4CB8-0076-31A57BA051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A15ADA45-E99A-50B3-79FC-804ED18F0511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9937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D4C0D41B-A6D9-2E4D-52D1-FA2879F6A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AF1B02D3-5618-2FBC-61DF-69D6A40EC873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258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C8409361-A13E-46CB-4984-5075FED45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CBA1514F-BB7C-6727-F1FC-1F185906F8BC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9404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137D6E23-4416-83B3-2208-1A5C44364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DA92A957-F467-CA60-A36C-CE09482C675F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4939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30CC5A2F-4689-4DDC-A6DC-E0E3B036B3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011CFB7B-4FD6-2A58-0CE3-BCD84925D78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08482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B71F1C0D-4A81-AD95-1340-786199F58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C71987BD-C175-423D-F5F4-C955FA219A2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80152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05BA0B91-56CF-14C9-ECE4-7772615BB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(Arial, Bold, 40px) </a:t>
            </a:r>
            <a:endParaRPr kumimoji="1" lang="ja-JP" altLang="en-US" dirty="0"/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991DF256-8873-023B-B4A1-5C520D337B42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8196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5E2B3EBD-6ED9-4073-96A6-AB34FEA88E5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955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(Arial, Bold, 40px, grey)  </a:t>
            </a:r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CF65CA0A-254B-DD23-C278-37291111DB5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Limited Disclosure</a:t>
            </a:r>
            <a:endParaRPr lang="ja-JP" altLang="en-US" sz="14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2677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7">
            <a:extLst>
              <a:ext uri="{FF2B5EF4-FFF2-40B4-BE49-F238E27FC236}">
                <a16:creationId xmlns:a16="http://schemas.microsoft.com/office/drawing/2014/main" id="{CC76B35A-EFBB-B193-AE5E-930FB6C1A86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4000" y="-5592"/>
            <a:ext cx="3763595" cy="521479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543944 w 3366000"/>
              <a:gd name="connsiteY4" fmla="*/ 3591991 h 5197431"/>
              <a:gd name="connsiteX5" fmla="*/ 0 w 3366000"/>
              <a:gd name="connsiteY5" fmla="*/ 0 h 5197431"/>
              <a:gd name="connsiteX0" fmla="*/ 3734 w 2822056"/>
              <a:gd name="connsiteY0" fmla="*/ 0 h 5217264"/>
              <a:gd name="connsiteX1" fmla="*/ 2822056 w 2822056"/>
              <a:gd name="connsiteY1" fmla="*/ 19833 h 5217264"/>
              <a:gd name="connsiteX2" fmla="*/ 2819151 w 2822056"/>
              <a:gd name="connsiteY2" fmla="*/ 5184375 h 5217264"/>
              <a:gd name="connsiteX3" fmla="*/ 2765994 w 2822056"/>
              <a:gd name="connsiteY3" fmla="*/ 5206196 h 5217264"/>
              <a:gd name="connsiteX4" fmla="*/ 0 w 2822056"/>
              <a:gd name="connsiteY4" fmla="*/ 3611824 h 5217264"/>
              <a:gd name="connsiteX5" fmla="*/ 3734 w 2822056"/>
              <a:gd name="connsiteY5" fmla="*/ 0 h 5217264"/>
              <a:gd name="connsiteX0" fmla="*/ 127 w 2827992"/>
              <a:gd name="connsiteY0" fmla="*/ 0 h 5203008"/>
              <a:gd name="connsiteX1" fmla="*/ 2827992 w 2827992"/>
              <a:gd name="connsiteY1" fmla="*/ 5577 h 5203008"/>
              <a:gd name="connsiteX2" fmla="*/ 2825087 w 2827992"/>
              <a:gd name="connsiteY2" fmla="*/ 5170119 h 5203008"/>
              <a:gd name="connsiteX3" fmla="*/ 2771930 w 2827992"/>
              <a:gd name="connsiteY3" fmla="*/ 5191940 h 5203008"/>
              <a:gd name="connsiteX4" fmla="*/ 5936 w 2827992"/>
              <a:gd name="connsiteY4" fmla="*/ 3597568 h 5203008"/>
              <a:gd name="connsiteX5" fmla="*/ 127 w 2827992"/>
              <a:gd name="connsiteY5" fmla="*/ 0 h 520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27992" h="5203008">
                <a:moveTo>
                  <a:pt x="127" y="0"/>
                </a:moveTo>
                <a:lnTo>
                  <a:pt x="2827992" y="5577"/>
                </a:lnTo>
                <a:cubicBezTo>
                  <a:pt x="2824642" y="1738997"/>
                  <a:pt x="2828437" y="3436699"/>
                  <a:pt x="2825087" y="5170119"/>
                </a:cubicBezTo>
                <a:cubicBezTo>
                  <a:pt x="2820068" y="5211524"/>
                  <a:pt x="2800762" y="5207684"/>
                  <a:pt x="2771930" y="5191940"/>
                </a:cubicBezTo>
                <a:lnTo>
                  <a:pt x="5936" y="3597568"/>
                </a:lnTo>
                <a:cubicBezTo>
                  <a:pt x="7181" y="2393627"/>
                  <a:pt x="-1118" y="1203941"/>
                  <a:pt x="127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lang="ja-JP" altLang="en-US" sz="900" dirty="0"/>
            </a:lvl1pPr>
          </a:lstStyle>
          <a:p>
            <a:r>
              <a:rPr kumimoji="1" lang="ja-JP" altLang="en-US" dirty="0"/>
              <a:t>アイコンをクリックして図を追加 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32A8DF3-B0F8-4CE4-63F9-D4F14B3B6B3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63819" y="3528002"/>
            <a:ext cx="7008181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5" name="タイトル 18">
            <a:extLst>
              <a:ext uri="{FF2B5EF4-FFF2-40B4-BE49-F238E27FC236}">
                <a16:creationId xmlns:a16="http://schemas.microsoft.com/office/drawing/2014/main" id="{FE64DED7-6C22-5798-A900-B7638E800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3819" y="1260000"/>
            <a:ext cx="7008181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45px, grey)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38469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11">
            <a:extLst>
              <a:ext uri="{FF2B5EF4-FFF2-40B4-BE49-F238E27FC236}">
                <a16:creationId xmlns:a16="http://schemas.microsoft.com/office/drawing/2014/main" id="{B967C1F6-8905-90E3-039F-15DB314472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441" y="-5971"/>
            <a:ext cx="5291852" cy="6869239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1179764 w 5154638"/>
              <a:gd name="connsiteY0" fmla="*/ 0 h 6871815"/>
              <a:gd name="connsiteX1" fmla="*/ 5149850 w 5154638"/>
              <a:gd name="connsiteY1" fmla="*/ 6164 h 6871815"/>
              <a:gd name="connsiteX2" fmla="*/ 5153182 w 5154638"/>
              <a:gd name="connsiteY2" fmla="*/ 4694143 h 6871815"/>
              <a:gd name="connsiteX3" fmla="*/ 5108064 w 5154638"/>
              <a:gd name="connsiteY3" fmla="*/ 4784820 h 6871815"/>
              <a:gd name="connsiteX4" fmla="*/ 1484025 w 5154638"/>
              <a:gd name="connsiteY4" fmla="*/ 6871815 h 6871815"/>
              <a:gd name="connsiteX5" fmla="*/ 0 w 5154638"/>
              <a:gd name="connsiteY5" fmla="*/ 6866546 h 6871815"/>
              <a:gd name="connsiteX6" fmla="*/ 1179764 w 5154638"/>
              <a:gd name="connsiteY6" fmla="*/ 0 h 6871815"/>
              <a:gd name="connsiteX0" fmla="*/ 8549 w 3983423"/>
              <a:gd name="connsiteY0" fmla="*/ 0 h 6883637"/>
              <a:gd name="connsiteX1" fmla="*/ 3978635 w 3983423"/>
              <a:gd name="connsiteY1" fmla="*/ 6164 h 6883637"/>
              <a:gd name="connsiteX2" fmla="*/ 3981967 w 3983423"/>
              <a:gd name="connsiteY2" fmla="*/ 4694143 h 6883637"/>
              <a:gd name="connsiteX3" fmla="*/ 3936849 w 3983423"/>
              <a:gd name="connsiteY3" fmla="*/ 4784820 h 6883637"/>
              <a:gd name="connsiteX4" fmla="*/ 312810 w 3983423"/>
              <a:gd name="connsiteY4" fmla="*/ 6871815 h 6883637"/>
              <a:gd name="connsiteX5" fmla="*/ 0 w 3983423"/>
              <a:gd name="connsiteY5" fmla="*/ 6883637 h 6883637"/>
              <a:gd name="connsiteX6" fmla="*/ 8549 w 3983423"/>
              <a:gd name="connsiteY6" fmla="*/ 0 h 6883637"/>
              <a:gd name="connsiteX0" fmla="*/ 72 w 4059979"/>
              <a:gd name="connsiteY0" fmla="*/ 0 h 7043335"/>
              <a:gd name="connsiteX1" fmla="*/ 4055191 w 4059979"/>
              <a:gd name="connsiteY1" fmla="*/ 165862 h 7043335"/>
              <a:gd name="connsiteX2" fmla="*/ 4058523 w 4059979"/>
              <a:gd name="connsiteY2" fmla="*/ 4853841 h 7043335"/>
              <a:gd name="connsiteX3" fmla="*/ 4013405 w 4059979"/>
              <a:gd name="connsiteY3" fmla="*/ 4944518 h 7043335"/>
              <a:gd name="connsiteX4" fmla="*/ 389366 w 4059979"/>
              <a:gd name="connsiteY4" fmla="*/ 7031513 h 7043335"/>
              <a:gd name="connsiteX5" fmla="*/ 76556 w 4059979"/>
              <a:gd name="connsiteY5" fmla="*/ 7043335 h 7043335"/>
              <a:gd name="connsiteX6" fmla="*/ 72 w 4059979"/>
              <a:gd name="connsiteY6" fmla="*/ 0 h 7043335"/>
              <a:gd name="connsiteX0" fmla="*/ 13702 w 3983423"/>
              <a:gd name="connsiteY0" fmla="*/ 0 h 6881061"/>
              <a:gd name="connsiteX1" fmla="*/ 3978635 w 3983423"/>
              <a:gd name="connsiteY1" fmla="*/ 3588 h 6881061"/>
              <a:gd name="connsiteX2" fmla="*/ 3981967 w 3983423"/>
              <a:gd name="connsiteY2" fmla="*/ 4691567 h 6881061"/>
              <a:gd name="connsiteX3" fmla="*/ 3936849 w 3983423"/>
              <a:gd name="connsiteY3" fmla="*/ 4782244 h 6881061"/>
              <a:gd name="connsiteX4" fmla="*/ 312810 w 3983423"/>
              <a:gd name="connsiteY4" fmla="*/ 6869239 h 6881061"/>
              <a:gd name="connsiteX5" fmla="*/ 0 w 3983423"/>
              <a:gd name="connsiteY5" fmla="*/ 6881061 h 6881061"/>
              <a:gd name="connsiteX6" fmla="*/ 13702 w 3983423"/>
              <a:gd name="connsiteY6" fmla="*/ 0 h 6881061"/>
              <a:gd name="connsiteX0" fmla="*/ 57506 w 4027227"/>
              <a:gd name="connsiteY0" fmla="*/ 0 h 6984092"/>
              <a:gd name="connsiteX1" fmla="*/ 4022439 w 4027227"/>
              <a:gd name="connsiteY1" fmla="*/ 3588 h 6984092"/>
              <a:gd name="connsiteX2" fmla="*/ 4025771 w 4027227"/>
              <a:gd name="connsiteY2" fmla="*/ 4691567 h 6984092"/>
              <a:gd name="connsiteX3" fmla="*/ 3980653 w 4027227"/>
              <a:gd name="connsiteY3" fmla="*/ 4782244 h 6984092"/>
              <a:gd name="connsiteX4" fmla="*/ 356614 w 4027227"/>
              <a:gd name="connsiteY4" fmla="*/ 6869239 h 6984092"/>
              <a:gd name="connsiteX5" fmla="*/ 0 w 4027227"/>
              <a:gd name="connsiteY5" fmla="*/ 6984092 h 6984092"/>
              <a:gd name="connsiteX6" fmla="*/ 57506 w 4027227"/>
              <a:gd name="connsiteY6" fmla="*/ 0 h 6984092"/>
              <a:gd name="connsiteX0" fmla="*/ 662 w 3970383"/>
              <a:gd name="connsiteY0" fmla="*/ 0 h 6869239"/>
              <a:gd name="connsiteX1" fmla="*/ 3965595 w 3970383"/>
              <a:gd name="connsiteY1" fmla="*/ 3588 h 6869239"/>
              <a:gd name="connsiteX2" fmla="*/ 3968927 w 3970383"/>
              <a:gd name="connsiteY2" fmla="*/ 4691567 h 6869239"/>
              <a:gd name="connsiteX3" fmla="*/ 3923809 w 3970383"/>
              <a:gd name="connsiteY3" fmla="*/ 4782244 h 6869239"/>
              <a:gd name="connsiteX4" fmla="*/ 299770 w 3970383"/>
              <a:gd name="connsiteY4" fmla="*/ 6869239 h 6869239"/>
              <a:gd name="connsiteX5" fmla="*/ 2420 w 3970383"/>
              <a:gd name="connsiteY5" fmla="*/ 6868182 h 6869239"/>
              <a:gd name="connsiteX6" fmla="*/ 662 w 3970383"/>
              <a:gd name="connsiteY6" fmla="*/ 0 h 6869239"/>
              <a:gd name="connsiteX0" fmla="*/ 662 w 3970383"/>
              <a:gd name="connsiteY0" fmla="*/ 0 h 6912102"/>
              <a:gd name="connsiteX1" fmla="*/ 3965595 w 3970383"/>
              <a:gd name="connsiteY1" fmla="*/ 3588 h 6912102"/>
              <a:gd name="connsiteX2" fmla="*/ 3968927 w 3970383"/>
              <a:gd name="connsiteY2" fmla="*/ 4691567 h 6912102"/>
              <a:gd name="connsiteX3" fmla="*/ 3923809 w 3970383"/>
              <a:gd name="connsiteY3" fmla="*/ 4782244 h 6912102"/>
              <a:gd name="connsiteX4" fmla="*/ 347413 w 3970383"/>
              <a:gd name="connsiteY4" fmla="*/ 6912102 h 6912102"/>
              <a:gd name="connsiteX5" fmla="*/ 2420 w 3970383"/>
              <a:gd name="connsiteY5" fmla="*/ 6868182 h 6912102"/>
              <a:gd name="connsiteX6" fmla="*/ 662 w 3970383"/>
              <a:gd name="connsiteY6" fmla="*/ 0 h 6912102"/>
              <a:gd name="connsiteX0" fmla="*/ 662 w 3970383"/>
              <a:gd name="connsiteY0" fmla="*/ 0 h 6869239"/>
              <a:gd name="connsiteX1" fmla="*/ 3965595 w 3970383"/>
              <a:gd name="connsiteY1" fmla="*/ 3588 h 6869239"/>
              <a:gd name="connsiteX2" fmla="*/ 3968927 w 3970383"/>
              <a:gd name="connsiteY2" fmla="*/ 4691567 h 6869239"/>
              <a:gd name="connsiteX3" fmla="*/ 3923809 w 3970383"/>
              <a:gd name="connsiteY3" fmla="*/ 4782244 h 6869239"/>
              <a:gd name="connsiteX4" fmla="*/ 299770 w 3970383"/>
              <a:gd name="connsiteY4" fmla="*/ 6869239 h 6869239"/>
              <a:gd name="connsiteX5" fmla="*/ 2420 w 3970383"/>
              <a:gd name="connsiteY5" fmla="*/ 6868182 h 6869239"/>
              <a:gd name="connsiteX6" fmla="*/ 662 w 3970383"/>
              <a:gd name="connsiteY6" fmla="*/ 0 h 6869239"/>
              <a:gd name="connsiteX0" fmla="*/ 662 w 3970818"/>
              <a:gd name="connsiteY0" fmla="*/ 0 h 6869239"/>
              <a:gd name="connsiteX1" fmla="*/ 3965595 w 3970818"/>
              <a:gd name="connsiteY1" fmla="*/ 3588 h 6869239"/>
              <a:gd name="connsiteX2" fmla="*/ 3968927 w 3970818"/>
              <a:gd name="connsiteY2" fmla="*/ 4691567 h 6869239"/>
              <a:gd name="connsiteX3" fmla="*/ 3947631 w 3970818"/>
              <a:gd name="connsiteY3" fmla="*/ 4827487 h 6869239"/>
              <a:gd name="connsiteX4" fmla="*/ 299770 w 3970818"/>
              <a:gd name="connsiteY4" fmla="*/ 6869239 h 6869239"/>
              <a:gd name="connsiteX5" fmla="*/ 2420 w 3970818"/>
              <a:gd name="connsiteY5" fmla="*/ 6868182 h 6869239"/>
              <a:gd name="connsiteX6" fmla="*/ 662 w 3970818"/>
              <a:gd name="connsiteY6" fmla="*/ 0 h 6869239"/>
              <a:gd name="connsiteX0" fmla="*/ 662 w 3970383"/>
              <a:gd name="connsiteY0" fmla="*/ 0 h 6869239"/>
              <a:gd name="connsiteX1" fmla="*/ 3965595 w 3970383"/>
              <a:gd name="connsiteY1" fmla="*/ 3588 h 6869239"/>
              <a:gd name="connsiteX2" fmla="*/ 3968927 w 3970383"/>
              <a:gd name="connsiteY2" fmla="*/ 4691567 h 6869239"/>
              <a:gd name="connsiteX3" fmla="*/ 3919046 w 3970383"/>
              <a:gd name="connsiteY3" fmla="*/ 4782244 h 6869239"/>
              <a:gd name="connsiteX4" fmla="*/ 299770 w 3970383"/>
              <a:gd name="connsiteY4" fmla="*/ 6869239 h 6869239"/>
              <a:gd name="connsiteX5" fmla="*/ 2420 w 3970383"/>
              <a:gd name="connsiteY5" fmla="*/ 6868182 h 6869239"/>
              <a:gd name="connsiteX6" fmla="*/ 662 w 3970383"/>
              <a:gd name="connsiteY6" fmla="*/ 0 h 686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0383" h="6869239">
                <a:moveTo>
                  <a:pt x="662" y="0"/>
                </a:moveTo>
                <a:lnTo>
                  <a:pt x="3965595" y="3588"/>
                </a:lnTo>
                <a:cubicBezTo>
                  <a:pt x="3972351" y="1162276"/>
                  <a:pt x="3970436" y="3895617"/>
                  <a:pt x="3968927" y="4691567"/>
                </a:cubicBezTo>
                <a:cubicBezTo>
                  <a:pt x="3970071" y="4746812"/>
                  <a:pt x="3949866" y="4764400"/>
                  <a:pt x="3919046" y="4782244"/>
                </a:cubicBezTo>
                <a:lnTo>
                  <a:pt x="299770" y="6869239"/>
                </a:lnTo>
                <a:lnTo>
                  <a:pt x="2420" y="6868182"/>
                </a:lnTo>
                <a:cubicBezTo>
                  <a:pt x="5270" y="4573636"/>
                  <a:pt x="-2188" y="2294546"/>
                  <a:pt x="662" y="0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アイコンをクリックして図を追加 </a:t>
            </a:r>
          </a:p>
          <a:p>
            <a:endParaRPr kumimoji="1" lang="ja-JP" alt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9CB0381-7F3C-8DC3-B13E-8C76E04055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03979" y="3708000"/>
            <a:ext cx="5568021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6" name="タイトル 18">
            <a:extLst>
              <a:ext uri="{FF2B5EF4-FFF2-40B4-BE49-F238E27FC236}">
                <a16:creationId xmlns:a16="http://schemas.microsoft.com/office/drawing/2014/main" id="{0CF48AD6-B766-2E87-DC3B-A89CBE53C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3979" y="1440000"/>
            <a:ext cx="5952661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(</a:t>
            </a:r>
            <a:r>
              <a:rPr lang="en-US" altLang="ja-JP" dirty="0" err="1"/>
              <a:t>YaHei</a:t>
            </a:r>
            <a:r>
              <a:rPr lang="en-US" altLang="ja-JP" dirty="0"/>
              <a:t>, Bold, 45px, grey)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1406329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E953DA1-5CFD-9AF3-7E80-FD41B13B03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5" name="タイトル 18">
            <a:extLst>
              <a:ext uri="{FF2B5EF4-FFF2-40B4-BE49-F238E27FC236}">
                <a16:creationId xmlns:a16="http://schemas.microsoft.com/office/drawing/2014/main" id="{539702A9-9510-38FE-8B8F-3BEC0EEAB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(</a:t>
            </a:r>
            <a:r>
              <a:rPr lang="en-US" altLang="ja-JP" dirty="0" err="1"/>
              <a:t>YaHei</a:t>
            </a:r>
            <a:r>
              <a:rPr lang="en-US" altLang="ja-JP" dirty="0"/>
              <a:t>, Bold, 50px, grey)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44307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CBD8C1-854D-2039-7D41-1223B8861678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14D6989B-89FF-01F3-0FC3-96C8E9964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408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テキスト プレースホルダー 7">
            <a:extLst>
              <a:ext uri="{FF2B5EF4-FFF2-40B4-BE49-F238E27FC236}">
                <a16:creationId xmlns:a16="http://schemas.microsoft.com/office/drawing/2014/main" id="{6778B6AB-F4C1-B6E4-76BA-2E4F3D97FA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008000"/>
            <a:ext cx="107520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10809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CBD8C1-854D-2039-7D41-1223B8861678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52D27223-133B-A144-B0D1-8800B6909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408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5" name="テキスト プレースホルダー 7">
            <a:extLst>
              <a:ext uri="{FF2B5EF4-FFF2-40B4-BE49-F238E27FC236}">
                <a16:creationId xmlns:a16="http://schemas.microsoft.com/office/drawing/2014/main" id="{8505FF10-F64F-771B-E2A2-89BA81E3EB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20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036829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CBD8C1-854D-2039-7D41-1223B8861678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53B99212-EB5E-A661-6745-3420F04AFA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408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5" name="テキスト プレースホルダー 7">
            <a:extLst>
              <a:ext uri="{FF2B5EF4-FFF2-40B4-BE49-F238E27FC236}">
                <a16:creationId xmlns:a16="http://schemas.microsoft.com/office/drawing/2014/main" id="{027D8373-88D1-13A3-4D55-4F5E281F7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20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083621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CBD8C1-854D-2039-7D41-1223B8861678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57B9EAA-088A-68BB-BAC2-13E495A23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408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5" name="テキスト プレースホルダー 7">
            <a:extLst>
              <a:ext uri="{FF2B5EF4-FFF2-40B4-BE49-F238E27FC236}">
                <a16:creationId xmlns:a16="http://schemas.microsoft.com/office/drawing/2014/main" id="{5C4122ED-6F50-1635-80BB-C82143EA49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20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8016032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CBD8C1-854D-2039-7D41-1223B8861678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A164E466-7130-72D9-DACD-DE6E582FD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408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5" name="テキスト プレースホルダー 7">
            <a:extLst>
              <a:ext uri="{FF2B5EF4-FFF2-40B4-BE49-F238E27FC236}">
                <a16:creationId xmlns:a16="http://schemas.microsoft.com/office/drawing/2014/main" id="{C978A683-B0E3-1E3E-515A-B4370E21C9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20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051702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CBD8C1-854D-2039-7D41-1223B8861678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D2F6E1A-5344-795F-34EA-165A97D926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408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5" name="テキスト プレースホルダー 7">
            <a:extLst>
              <a:ext uri="{FF2B5EF4-FFF2-40B4-BE49-F238E27FC236}">
                <a16:creationId xmlns:a16="http://schemas.microsoft.com/office/drawing/2014/main" id="{FB581009-A586-2A20-D2C1-67EF155305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20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091052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CBD8C1-854D-2039-7D41-1223B8861678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80298F9-2385-6765-8953-523879AF5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408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5" name="テキスト プレースホルダー 7">
            <a:extLst>
              <a:ext uri="{FF2B5EF4-FFF2-40B4-BE49-F238E27FC236}">
                <a16:creationId xmlns:a16="http://schemas.microsoft.com/office/drawing/2014/main" id="{A7B64EAF-9303-1991-3A9B-C743AB62F2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20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1298331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ja-JP" altLang="en-US"/>
              <a:t>アイコンをクリックして図を追加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035404-6819-440D-EC85-57E23ADB62E3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885454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図プレースホルダー 3">
            <a:extLst>
              <a:ext uri="{FF2B5EF4-FFF2-40B4-BE49-F238E27FC236}">
                <a16:creationId xmlns:a16="http://schemas.microsoft.com/office/drawing/2014/main" id="{7D2EFE9C-0593-5DE9-15FD-0A285E094AA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488" y="-3947"/>
            <a:ext cx="12198096" cy="6553163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0508 h 6428955"/>
              <a:gd name="connsiteX1" fmla="*/ 2514114 w 12199143"/>
              <a:gd name="connsiteY1" fmla="*/ 353671 h 6428955"/>
              <a:gd name="connsiteX2" fmla="*/ 12196762 w 12199143"/>
              <a:gd name="connsiteY2" fmla="*/ 2 h 6428955"/>
              <a:gd name="connsiteX3" fmla="*/ 12199143 w 12199143"/>
              <a:gd name="connsiteY3" fmla="*/ 6428955 h 6428955"/>
              <a:gd name="connsiteX4" fmla="*/ 4762 w 12199143"/>
              <a:gd name="connsiteY4" fmla="*/ 6426573 h 6428955"/>
              <a:gd name="connsiteX5" fmla="*/ 0 w 12199143"/>
              <a:gd name="connsiteY5" fmla="*/ 5564983 h 6428955"/>
              <a:gd name="connsiteX6" fmla="*/ 2457450 w 12199143"/>
              <a:gd name="connsiteY6" fmla="*/ 4150523 h 6428955"/>
              <a:gd name="connsiteX7" fmla="*/ 2502693 w 12199143"/>
              <a:gd name="connsiteY7" fmla="*/ 4050508 h 6428955"/>
              <a:gd name="connsiteX0" fmla="*/ 2497933 w 12194383"/>
              <a:gd name="connsiteY0" fmla="*/ 4050508 h 6428955"/>
              <a:gd name="connsiteX1" fmla="*/ 2509354 w 12194383"/>
              <a:gd name="connsiteY1" fmla="*/ 353671 h 6428955"/>
              <a:gd name="connsiteX2" fmla="*/ 12192002 w 12194383"/>
              <a:gd name="connsiteY2" fmla="*/ 2 h 6428955"/>
              <a:gd name="connsiteX3" fmla="*/ 12194383 w 12194383"/>
              <a:gd name="connsiteY3" fmla="*/ 6428955 h 6428955"/>
              <a:gd name="connsiteX4" fmla="*/ 2 w 12194383"/>
              <a:gd name="connsiteY4" fmla="*/ 6426573 h 6428955"/>
              <a:gd name="connsiteX5" fmla="*/ 335106 w 12194383"/>
              <a:gd name="connsiteY5" fmla="*/ 5378866 h 6428955"/>
              <a:gd name="connsiteX6" fmla="*/ 2452690 w 12194383"/>
              <a:gd name="connsiteY6" fmla="*/ 4150523 h 6428955"/>
              <a:gd name="connsiteX7" fmla="*/ 2497933 w 12194383"/>
              <a:gd name="connsiteY7" fmla="*/ 4050508 h 6428955"/>
              <a:gd name="connsiteX0" fmla="*/ 2162827 w 11859277"/>
              <a:gd name="connsiteY0" fmla="*/ 4050508 h 6442758"/>
              <a:gd name="connsiteX1" fmla="*/ 2174248 w 11859277"/>
              <a:gd name="connsiteY1" fmla="*/ 353671 h 6442758"/>
              <a:gd name="connsiteX2" fmla="*/ 11856896 w 11859277"/>
              <a:gd name="connsiteY2" fmla="*/ 2 h 6442758"/>
              <a:gd name="connsiteX3" fmla="*/ 11859277 w 11859277"/>
              <a:gd name="connsiteY3" fmla="*/ 6428955 h 6442758"/>
              <a:gd name="connsiteX4" fmla="*/ 4762 w 11859277"/>
              <a:gd name="connsiteY4" fmla="*/ 6442758 h 6442758"/>
              <a:gd name="connsiteX5" fmla="*/ 0 w 11859277"/>
              <a:gd name="connsiteY5" fmla="*/ 5378866 h 6442758"/>
              <a:gd name="connsiteX6" fmla="*/ 2117584 w 11859277"/>
              <a:gd name="connsiteY6" fmla="*/ 4150523 h 6442758"/>
              <a:gd name="connsiteX7" fmla="*/ 2162827 w 11859277"/>
              <a:gd name="connsiteY7" fmla="*/ 4050508 h 6442758"/>
              <a:gd name="connsiteX0" fmla="*/ 2162827 w 11856896"/>
              <a:gd name="connsiteY0" fmla="*/ 4050508 h 6442758"/>
              <a:gd name="connsiteX1" fmla="*/ 2174248 w 11856896"/>
              <a:gd name="connsiteY1" fmla="*/ 353671 h 6442758"/>
              <a:gd name="connsiteX2" fmla="*/ 11856896 w 11856896"/>
              <a:gd name="connsiteY2" fmla="*/ 2 h 6442758"/>
              <a:gd name="connsiteX3" fmla="*/ 9172721 w 11856896"/>
              <a:gd name="connsiteY3" fmla="*/ 6437048 h 6442758"/>
              <a:gd name="connsiteX4" fmla="*/ 4762 w 11856896"/>
              <a:gd name="connsiteY4" fmla="*/ 6442758 h 6442758"/>
              <a:gd name="connsiteX5" fmla="*/ 0 w 11856896"/>
              <a:gd name="connsiteY5" fmla="*/ 5378866 h 6442758"/>
              <a:gd name="connsiteX6" fmla="*/ 2117584 w 11856896"/>
              <a:gd name="connsiteY6" fmla="*/ 4150523 h 6442758"/>
              <a:gd name="connsiteX7" fmla="*/ 2162827 w 11856896"/>
              <a:gd name="connsiteY7" fmla="*/ 4050508 h 6442758"/>
              <a:gd name="connsiteX0" fmla="*/ 2162827 w 9186553"/>
              <a:gd name="connsiteY0" fmla="*/ 3710640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2827 w 9186553"/>
              <a:gd name="connsiteY7" fmla="*/ 3710640 h 6102890"/>
              <a:gd name="connsiteX0" fmla="*/ 2210452 w 9186553"/>
              <a:gd name="connsiteY0" fmla="*/ 3701115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210452 w 9186553"/>
              <a:gd name="connsiteY7" fmla="*/ 3701115 h 6102890"/>
              <a:gd name="connsiteX0" fmla="*/ 2165208 w 9186553"/>
              <a:gd name="connsiteY0" fmla="*/ 3705878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5208 w 9186553"/>
              <a:gd name="connsiteY7" fmla="*/ 3705878 h 6102890"/>
              <a:gd name="connsiteX0" fmla="*/ 2167590 w 9186553"/>
              <a:gd name="connsiteY0" fmla="*/ 3715403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46844 h 6134331"/>
              <a:gd name="connsiteX1" fmla="*/ 2176629 w 9186553"/>
              <a:gd name="connsiteY1" fmla="*/ 0 h 6134331"/>
              <a:gd name="connsiteX2" fmla="*/ 9186524 w 9186553"/>
              <a:gd name="connsiteY2" fmla="*/ 31441 h 6134331"/>
              <a:gd name="connsiteX3" fmla="*/ 9172721 w 9186553"/>
              <a:gd name="connsiteY3" fmla="*/ 6128621 h 6134331"/>
              <a:gd name="connsiteX4" fmla="*/ 4762 w 9186553"/>
              <a:gd name="connsiteY4" fmla="*/ 6134331 h 6134331"/>
              <a:gd name="connsiteX5" fmla="*/ 0 w 9186553"/>
              <a:gd name="connsiteY5" fmla="*/ 5070439 h 6134331"/>
              <a:gd name="connsiteX6" fmla="*/ 2117584 w 9186553"/>
              <a:gd name="connsiteY6" fmla="*/ 3842096 h 6134331"/>
              <a:gd name="connsiteX7" fmla="*/ 2167590 w 9186553"/>
              <a:gd name="connsiteY7" fmla="*/ 3746844 h 6134331"/>
              <a:gd name="connsiteX0" fmla="*/ 2167590 w 9186553"/>
              <a:gd name="connsiteY0" fmla="*/ 3715403 h 6102890"/>
              <a:gd name="connsiteX1" fmla="*/ 2231398 w 9186553"/>
              <a:gd name="connsiteY1" fmla="*/ 104291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2341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214728 w 9186553"/>
              <a:gd name="connsiteY1" fmla="*/ 20947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4722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72721"/>
              <a:gd name="connsiteY0" fmla="*/ 3701115 h 6088602"/>
              <a:gd name="connsiteX1" fmla="*/ 2164722 w 9172721"/>
              <a:gd name="connsiteY1" fmla="*/ 4278 h 6088602"/>
              <a:gd name="connsiteX2" fmla="*/ 9167474 w 9172721"/>
              <a:gd name="connsiteY2" fmla="*/ 0 h 6088602"/>
              <a:gd name="connsiteX3" fmla="*/ 9172721 w 9172721"/>
              <a:gd name="connsiteY3" fmla="*/ 6082892 h 6088602"/>
              <a:gd name="connsiteX4" fmla="*/ 4762 w 9172721"/>
              <a:gd name="connsiteY4" fmla="*/ 6088602 h 6088602"/>
              <a:gd name="connsiteX5" fmla="*/ 0 w 9172721"/>
              <a:gd name="connsiteY5" fmla="*/ 5024710 h 6088602"/>
              <a:gd name="connsiteX6" fmla="*/ 2117584 w 9172721"/>
              <a:gd name="connsiteY6" fmla="*/ 3796367 h 6088602"/>
              <a:gd name="connsiteX7" fmla="*/ 2167590 w 9172721"/>
              <a:gd name="connsiteY7" fmla="*/ 3701115 h 6088602"/>
              <a:gd name="connsiteX0" fmla="*/ 2167590 w 9170340"/>
              <a:gd name="connsiteY0" fmla="*/ 3701115 h 6088602"/>
              <a:gd name="connsiteX1" fmla="*/ 2164722 w 9170340"/>
              <a:gd name="connsiteY1" fmla="*/ 4278 h 6088602"/>
              <a:gd name="connsiteX2" fmla="*/ 9167474 w 9170340"/>
              <a:gd name="connsiteY2" fmla="*/ 0 h 6088602"/>
              <a:gd name="connsiteX3" fmla="*/ 9170340 w 9170340"/>
              <a:gd name="connsiteY3" fmla="*/ 6082892 h 6088602"/>
              <a:gd name="connsiteX4" fmla="*/ 4762 w 9170340"/>
              <a:gd name="connsiteY4" fmla="*/ 6088602 h 6088602"/>
              <a:gd name="connsiteX5" fmla="*/ 0 w 9170340"/>
              <a:gd name="connsiteY5" fmla="*/ 5024710 h 6088602"/>
              <a:gd name="connsiteX6" fmla="*/ 2117584 w 9170340"/>
              <a:gd name="connsiteY6" fmla="*/ 3796367 h 6088602"/>
              <a:gd name="connsiteX7" fmla="*/ 2167590 w 9170340"/>
              <a:gd name="connsiteY7" fmla="*/ 3701115 h 6088602"/>
              <a:gd name="connsiteX0" fmla="*/ 2162835 w 9165585"/>
              <a:gd name="connsiteY0" fmla="*/ 3701115 h 6088602"/>
              <a:gd name="connsiteX1" fmla="*/ 2159967 w 9165585"/>
              <a:gd name="connsiteY1" fmla="*/ 4278 h 6088602"/>
              <a:gd name="connsiteX2" fmla="*/ 9162719 w 9165585"/>
              <a:gd name="connsiteY2" fmla="*/ 0 h 6088602"/>
              <a:gd name="connsiteX3" fmla="*/ 9165585 w 9165585"/>
              <a:gd name="connsiteY3" fmla="*/ 6082892 h 6088602"/>
              <a:gd name="connsiteX4" fmla="*/ 7 w 9165585"/>
              <a:gd name="connsiteY4" fmla="*/ 6088602 h 6088602"/>
              <a:gd name="connsiteX5" fmla="*/ 69064 w 9165585"/>
              <a:gd name="connsiteY5" fmla="*/ 5036616 h 6088602"/>
              <a:gd name="connsiteX6" fmla="*/ 2112829 w 9165585"/>
              <a:gd name="connsiteY6" fmla="*/ 3796367 h 6088602"/>
              <a:gd name="connsiteX7" fmla="*/ 2162835 w 9165585"/>
              <a:gd name="connsiteY7" fmla="*/ 3701115 h 6088602"/>
              <a:gd name="connsiteX0" fmla="*/ 2162856 w 9165606"/>
              <a:gd name="connsiteY0" fmla="*/ 3701115 h 6088602"/>
              <a:gd name="connsiteX1" fmla="*/ 2159988 w 9165606"/>
              <a:gd name="connsiteY1" fmla="*/ 4278 h 6088602"/>
              <a:gd name="connsiteX2" fmla="*/ 9162740 w 9165606"/>
              <a:gd name="connsiteY2" fmla="*/ 0 h 6088602"/>
              <a:gd name="connsiteX3" fmla="*/ 9165606 w 9165606"/>
              <a:gd name="connsiteY3" fmla="*/ 6082892 h 6088602"/>
              <a:gd name="connsiteX4" fmla="*/ 28 w 9165606"/>
              <a:gd name="connsiteY4" fmla="*/ 6088602 h 6088602"/>
              <a:gd name="connsiteX5" fmla="*/ 14316 w 9165606"/>
              <a:gd name="connsiteY5" fmla="*/ 5003279 h 6088602"/>
              <a:gd name="connsiteX6" fmla="*/ 2112850 w 9165606"/>
              <a:gd name="connsiteY6" fmla="*/ 3796367 h 6088602"/>
              <a:gd name="connsiteX7" fmla="*/ 2162856 w 9165606"/>
              <a:gd name="connsiteY7" fmla="*/ 3701115 h 6088602"/>
              <a:gd name="connsiteX0" fmla="*/ 2148573 w 9151323"/>
              <a:gd name="connsiteY0" fmla="*/ 3701115 h 6432107"/>
              <a:gd name="connsiteX1" fmla="*/ 2145705 w 9151323"/>
              <a:gd name="connsiteY1" fmla="*/ 4278 h 6432107"/>
              <a:gd name="connsiteX2" fmla="*/ 9148457 w 9151323"/>
              <a:gd name="connsiteY2" fmla="*/ 0 h 6432107"/>
              <a:gd name="connsiteX3" fmla="*/ 9151323 w 9151323"/>
              <a:gd name="connsiteY3" fmla="*/ 6082892 h 6432107"/>
              <a:gd name="connsiteX4" fmla="*/ 259 w 9151323"/>
              <a:gd name="connsiteY4" fmla="*/ 6432107 h 6432107"/>
              <a:gd name="connsiteX5" fmla="*/ 33 w 9151323"/>
              <a:gd name="connsiteY5" fmla="*/ 5003279 h 6432107"/>
              <a:gd name="connsiteX6" fmla="*/ 2098567 w 9151323"/>
              <a:gd name="connsiteY6" fmla="*/ 3796367 h 6432107"/>
              <a:gd name="connsiteX7" fmla="*/ 2148573 w 915132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5003279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50922 w 9150922"/>
              <a:gd name="connsiteY0" fmla="*/ 3701115 h 6432107"/>
              <a:gd name="connsiteX1" fmla="*/ 2148054 w 9150922"/>
              <a:gd name="connsiteY1" fmla="*/ 4278 h 6432107"/>
              <a:gd name="connsiteX2" fmla="*/ 9150806 w 9150922"/>
              <a:gd name="connsiteY2" fmla="*/ 0 h 6432107"/>
              <a:gd name="connsiteX3" fmla="*/ 9148834 w 9150922"/>
              <a:gd name="connsiteY3" fmla="*/ 6431235 h 6432107"/>
              <a:gd name="connsiteX4" fmla="*/ 2608 w 9150922"/>
              <a:gd name="connsiteY4" fmla="*/ 6432107 h 6432107"/>
              <a:gd name="connsiteX5" fmla="*/ 0 w 9150922"/>
              <a:gd name="connsiteY5" fmla="*/ 4996135 h 6432107"/>
              <a:gd name="connsiteX6" fmla="*/ 2100916 w 9150922"/>
              <a:gd name="connsiteY6" fmla="*/ 3796367 h 6432107"/>
              <a:gd name="connsiteX7" fmla="*/ 2150922 w 9150922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48573 w 9148573"/>
              <a:gd name="connsiteY7" fmla="*/ 3701115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730176 h 6477836"/>
              <a:gd name="connsiteX1" fmla="*/ 2093317 w 9148573"/>
              <a:gd name="connsiteY1" fmla="*/ 0 h 6477836"/>
              <a:gd name="connsiteX2" fmla="*/ 9148457 w 9148573"/>
              <a:gd name="connsiteY2" fmla="*/ 45729 h 6477836"/>
              <a:gd name="connsiteX3" fmla="*/ 9146485 w 9148573"/>
              <a:gd name="connsiteY3" fmla="*/ 6476964 h 6477836"/>
              <a:gd name="connsiteX4" fmla="*/ 259 w 9148573"/>
              <a:gd name="connsiteY4" fmla="*/ 6477836 h 6477836"/>
              <a:gd name="connsiteX5" fmla="*/ 33 w 9148573"/>
              <a:gd name="connsiteY5" fmla="*/ 5034721 h 6477836"/>
              <a:gd name="connsiteX6" fmla="*/ 2098567 w 9148573"/>
              <a:gd name="connsiteY6" fmla="*/ 3832571 h 6477836"/>
              <a:gd name="connsiteX7" fmla="*/ 2136667 w 9148573"/>
              <a:gd name="connsiteY7" fmla="*/ 3730176 h 6477836"/>
              <a:gd name="connsiteX0" fmla="*/ 2136667 w 9148573"/>
              <a:gd name="connsiteY0" fmla="*/ 3684447 h 6432107"/>
              <a:gd name="connsiteX1" fmla="*/ 2188567 w 9148573"/>
              <a:gd name="connsiteY1" fmla="*/ 399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0942 w 9148573"/>
              <a:gd name="connsiteY1" fmla="*/ 18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931 h 6432591"/>
              <a:gd name="connsiteX1" fmla="*/ 2138561 w 9148573"/>
              <a:gd name="connsiteY1" fmla="*/ 0 h 6432591"/>
              <a:gd name="connsiteX2" fmla="*/ 9148457 w 9148573"/>
              <a:gd name="connsiteY2" fmla="*/ 484 h 6432591"/>
              <a:gd name="connsiteX3" fmla="*/ 9146485 w 9148573"/>
              <a:gd name="connsiteY3" fmla="*/ 6431719 h 6432591"/>
              <a:gd name="connsiteX4" fmla="*/ 259 w 9148573"/>
              <a:gd name="connsiteY4" fmla="*/ 6432591 h 6432591"/>
              <a:gd name="connsiteX5" fmla="*/ 33 w 9148573"/>
              <a:gd name="connsiteY5" fmla="*/ 4989476 h 6432591"/>
              <a:gd name="connsiteX6" fmla="*/ 2098567 w 9148573"/>
              <a:gd name="connsiteY6" fmla="*/ 3787326 h 6432591"/>
              <a:gd name="connsiteX7" fmla="*/ 2136667 w 9148573"/>
              <a:gd name="connsiteY7" fmla="*/ 3684931 h 6432591"/>
              <a:gd name="connsiteX0" fmla="*/ 2136667 w 9148573"/>
              <a:gd name="connsiteY0" fmla="*/ 3684931 h 6622003"/>
              <a:gd name="connsiteX1" fmla="*/ 2138561 w 9148573"/>
              <a:gd name="connsiteY1" fmla="*/ 0 h 6622003"/>
              <a:gd name="connsiteX2" fmla="*/ 9148457 w 9148573"/>
              <a:gd name="connsiteY2" fmla="*/ 484 h 6622003"/>
              <a:gd name="connsiteX3" fmla="*/ 9146485 w 9148573"/>
              <a:gd name="connsiteY3" fmla="*/ 6431719 h 6622003"/>
              <a:gd name="connsiteX4" fmla="*/ 259 w 9148573"/>
              <a:gd name="connsiteY4" fmla="*/ 6622003 h 6622003"/>
              <a:gd name="connsiteX5" fmla="*/ 33 w 9148573"/>
              <a:gd name="connsiteY5" fmla="*/ 4989476 h 6622003"/>
              <a:gd name="connsiteX6" fmla="*/ 2098567 w 9148573"/>
              <a:gd name="connsiteY6" fmla="*/ 3787326 h 6622003"/>
              <a:gd name="connsiteX7" fmla="*/ 2136667 w 9148573"/>
              <a:gd name="connsiteY7" fmla="*/ 3684931 h 6622003"/>
              <a:gd name="connsiteX0" fmla="*/ 2136667 w 9148573"/>
              <a:gd name="connsiteY0" fmla="*/ 3684931 h 6569751"/>
              <a:gd name="connsiteX1" fmla="*/ 2138561 w 9148573"/>
              <a:gd name="connsiteY1" fmla="*/ 0 h 6569751"/>
              <a:gd name="connsiteX2" fmla="*/ 9148457 w 9148573"/>
              <a:gd name="connsiteY2" fmla="*/ 484 h 6569751"/>
              <a:gd name="connsiteX3" fmla="*/ 9146485 w 9148573"/>
              <a:gd name="connsiteY3" fmla="*/ 6431719 h 6569751"/>
              <a:gd name="connsiteX4" fmla="*/ 259 w 9148573"/>
              <a:gd name="connsiteY4" fmla="*/ 6569751 h 6569751"/>
              <a:gd name="connsiteX5" fmla="*/ 33 w 9148573"/>
              <a:gd name="connsiteY5" fmla="*/ 4989476 h 6569751"/>
              <a:gd name="connsiteX6" fmla="*/ 2098567 w 9148573"/>
              <a:gd name="connsiteY6" fmla="*/ 3787326 h 6569751"/>
              <a:gd name="connsiteX7" fmla="*/ 2136667 w 9148573"/>
              <a:gd name="connsiteY7" fmla="*/ 3684931 h 6569751"/>
              <a:gd name="connsiteX0" fmla="*/ 2136667 w 9148573"/>
              <a:gd name="connsiteY0" fmla="*/ 3684931 h 6530563"/>
              <a:gd name="connsiteX1" fmla="*/ 2138561 w 9148573"/>
              <a:gd name="connsiteY1" fmla="*/ 0 h 6530563"/>
              <a:gd name="connsiteX2" fmla="*/ 9148457 w 9148573"/>
              <a:gd name="connsiteY2" fmla="*/ 484 h 6530563"/>
              <a:gd name="connsiteX3" fmla="*/ 9146485 w 9148573"/>
              <a:gd name="connsiteY3" fmla="*/ 6431719 h 6530563"/>
              <a:gd name="connsiteX4" fmla="*/ 259 w 9148573"/>
              <a:gd name="connsiteY4" fmla="*/ 6530563 h 6530563"/>
              <a:gd name="connsiteX5" fmla="*/ 33 w 9148573"/>
              <a:gd name="connsiteY5" fmla="*/ 4989476 h 6530563"/>
              <a:gd name="connsiteX6" fmla="*/ 2098567 w 9148573"/>
              <a:gd name="connsiteY6" fmla="*/ 3787326 h 6530563"/>
              <a:gd name="connsiteX7" fmla="*/ 2136667 w 9148573"/>
              <a:gd name="connsiteY7" fmla="*/ 3684931 h 6530563"/>
              <a:gd name="connsiteX0" fmla="*/ 2136634 w 9148540"/>
              <a:gd name="connsiteY0" fmla="*/ 3684931 h 6544850"/>
              <a:gd name="connsiteX1" fmla="*/ 2138528 w 9148540"/>
              <a:gd name="connsiteY1" fmla="*/ 0 h 6544850"/>
              <a:gd name="connsiteX2" fmla="*/ 9148424 w 9148540"/>
              <a:gd name="connsiteY2" fmla="*/ 484 h 6544850"/>
              <a:gd name="connsiteX3" fmla="*/ 9146452 w 9148540"/>
              <a:gd name="connsiteY3" fmla="*/ 6431719 h 6544850"/>
              <a:gd name="connsiteX4" fmla="*/ 2607 w 9148540"/>
              <a:gd name="connsiteY4" fmla="*/ 6544850 h 6544850"/>
              <a:gd name="connsiteX5" fmla="*/ 0 w 9148540"/>
              <a:gd name="connsiteY5" fmla="*/ 4989476 h 6544850"/>
              <a:gd name="connsiteX6" fmla="*/ 2098534 w 9148540"/>
              <a:gd name="connsiteY6" fmla="*/ 3787326 h 6544850"/>
              <a:gd name="connsiteX7" fmla="*/ 2136634 w 9148540"/>
              <a:gd name="connsiteY7" fmla="*/ 3684931 h 6544850"/>
              <a:gd name="connsiteX0" fmla="*/ 2136666 w 9148572"/>
              <a:gd name="connsiteY0" fmla="*/ 3684931 h 6551993"/>
              <a:gd name="connsiteX1" fmla="*/ 2138560 w 9148572"/>
              <a:gd name="connsiteY1" fmla="*/ 0 h 6551993"/>
              <a:gd name="connsiteX2" fmla="*/ 9148456 w 9148572"/>
              <a:gd name="connsiteY2" fmla="*/ 484 h 6551993"/>
              <a:gd name="connsiteX3" fmla="*/ 9146484 w 9148572"/>
              <a:gd name="connsiteY3" fmla="*/ 6431719 h 6551993"/>
              <a:gd name="connsiteX4" fmla="*/ 258 w 9148572"/>
              <a:gd name="connsiteY4" fmla="*/ 6551993 h 6551993"/>
              <a:gd name="connsiteX5" fmla="*/ 32 w 9148572"/>
              <a:gd name="connsiteY5" fmla="*/ 4989476 h 6551993"/>
              <a:gd name="connsiteX6" fmla="*/ 2098566 w 9148572"/>
              <a:gd name="connsiteY6" fmla="*/ 3787326 h 6551993"/>
              <a:gd name="connsiteX7" fmla="*/ 2136666 w 9148572"/>
              <a:gd name="connsiteY7" fmla="*/ 3684931 h 655199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572" h="6553163">
                <a:moveTo>
                  <a:pt x="2136666" y="3684931"/>
                </a:moveTo>
                <a:cubicBezTo>
                  <a:pt x="2133491" y="2309362"/>
                  <a:pt x="2136973" y="6350"/>
                  <a:pt x="2138560" y="0"/>
                </a:cubicBezTo>
                <a:lnTo>
                  <a:pt x="9148456" y="484"/>
                </a:lnTo>
                <a:cubicBezTo>
                  <a:pt x="9149250" y="2143468"/>
                  <a:pt x="9145690" y="4410179"/>
                  <a:pt x="9146484" y="6553163"/>
                </a:cubicBezTo>
                <a:lnTo>
                  <a:pt x="258" y="6551993"/>
                </a:lnTo>
                <a:cubicBezTo>
                  <a:pt x="-536" y="6280671"/>
                  <a:pt x="826" y="5260798"/>
                  <a:pt x="32" y="4989476"/>
                </a:cubicBezTo>
                <a:cubicBezTo>
                  <a:pt x="1619" y="4994239"/>
                  <a:pt x="2087454" y="3784944"/>
                  <a:pt x="2098566" y="3787326"/>
                </a:cubicBezTo>
                <a:cubicBezTo>
                  <a:pt x="2135872" y="3761925"/>
                  <a:pt x="2132697" y="3753195"/>
                  <a:pt x="2136666" y="3684931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F6646-1FE3-92F8-87C4-3803D18EC383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1EBC2415-3600-B30D-73F6-CDF1EEF34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000" y="2196000"/>
            <a:ext cx="1824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B56E7B4A-17B1-E514-71F8-8D9E217B08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600" y="2196000"/>
            <a:ext cx="8030400" cy="1008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sz="4000" dirty="0"/>
              <a:t>Divider Slide (</a:t>
            </a:r>
            <a:r>
              <a:rPr lang="en-US" altLang="ja-JP" sz="4000" dirty="0" err="1"/>
              <a:t>YaHei</a:t>
            </a:r>
            <a:r>
              <a:rPr lang="en-US" altLang="ja-JP" sz="4000" dirty="0"/>
              <a:t>, Bold, 40px, grey)  </a:t>
            </a:r>
          </a:p>
        </p:txBody>
      </p:sp>
    </p:spTree>
    <p:extLst>
      <p:ext uri="{BB962C8B-B14F-4D97-AF65-F5344CB8AC3E}">
        <p14:creationId xmlns:p14="http://schemas.microsoft.com/office/powerpoint/2010/main" val="27139782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">
            <a:extLst>
              <a:ext uri="{FF2B5EF4-FFF2-40B4-BE49-F238E27FC236}">
                <a16:creationId xmlns:a16="http://schemas.microsoft.com/office/drawing/2014/main" id="{AD3B6DCC-8704-5DC3-B779-893645D0B6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488" y="-3947"/>
            <a:ext cx="12198096" cy="6553163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0508 h 6428955"/>
              <a:gd name="connsiteX1" fmla="*/ 2514114 w 12199143"/>
              <a:gd name="connsiteY1" fmla="*/ 353671 h 6428955"/>
              <a:gd name="connsiteX2" fmla="*/ 12196762 w 12199143"/>
              <a:gd name="connsiteY2" fmla="*/ 2 h 6428955"/>
              <a:gd name="connsiteX3" fmla="*/ 12199143 w 12199143"/>
              <a:gd name="connsiteY3" fmla="*/ 6428955 h 6428955"/>
              <a:gd name="connsiteX4" fmla="*/ 4762 w 12199143"/>
              <a:gd name="connsiteY4" fmla="*/ 6426573 h 6428955"/>
              <a:gd name="connsiteX5" fmla="*/ 0 w 12199143"/>
              <a:gd name="connsiteY5" fmla="*/ 5564983 h 6428955"/>
              <a:gd name="connsiteX6" fmla="*/ 2457450 w 12199143"/>
              <a:gd name="connsiteY6" fmla="*/ 4150523 h 6428955"/>
              <a:gd name="connsiteX7" fmla="*/ 2502693 w 12199143"/>
              <a:gd name="connsiteY7" fmla="*/ 4050508 h 6428955"/>
              <a:gd name="connsiteX0" fmla="*/ 2497933 w 12194383"/>
              <a:gd name="connsiteY0" fmla="*/ 4050508 h 6428955"/>
              <a:gd name="connsiteX1" fmla="*/ 2509354 w 12194383"/>
              <a:gd name="connsiteY1" fmla="*/ 353671 h 6428955"/>
              <a:gd name="connsiteX2" fmla="*/ 12192002 w 12194383"/>
              <a:gd name="connsiteY2" fmla="*/ 2 h 6428955"/>
              <a:gd name="connsiteX3" fmla="*/ 12194383 w 12194383"/>
              <a:gd name="connsiteY3" fmla="*/ 6428955 h 6428955"/>
              <a:gd name="connsiteX4" fmla="*/ 2 w 12194383"/>
              <a:gd name="connsiteY4" fmla="*/ 6426573 h 6428955"/>
              <a:gd name="connsiteX5" fmla="*/ 335106 w 12194383"/>
              <a:gd name="connsiteY5" fmla="*/ 5378866 h 6428955"/>
              <a:gd name="connsiteX6" fmla="*/ 2452690 w 12194383"/>
              <a:gd name="connsiteY6" fmla="*/ 4150523 h 6428955"/>
              <a:gd name="connsiteX7" fmla="*/ 2497933 w 12194383"/>
              <a:gd name="connsiteY7" fmla="*/ 4050508 h 6428955"/>
              <a:gd name="connsiteX0" fmla="*/ 2162827 w 11859277"/>
              <a:gd name="connsiteY0" fmla="*/ 4050508 h 6442758"/>
              <a:gd name="connsiteX1" fmla="*/ 2174248 w 11859277"/>
              <a:gd name="connsiteY1" fmla="*/ 353671 h 6442758"/>
              <a:gd name="connsiteX2" fmla="*/ 11856896 w 11859277"/>
              <a:gd name="connsiteY2" fmla="*/ 2 h 6442758"/>
              <a:gd name="connsiteX3" fmla="*/ 11859277 w 11859277"/>
              <a:gd name="connsiteY3" fmla="*/ 6428955 h 6442758"/>
              <a:gd name="connsiteX4" fmla="*/ 4762 w 11859277"/>
              <a:gd name="connsiteY4" fmla="*/ 6442758 h 6442758"/>
              <a:gd name="connsiteX5" fmla="*/ 0 w 11859277"/>
              <a:gd name="connsiteY5" fmla="*/ 5378866 h 6442758"/>
              <a:gd name="connsiteX6" fmla="*/ 2117584 w 11859277"/>
              <a:gd name="connsiteY6" fmla="*/ 4150523 h 6442758"/>
              <a:gd name="connsiteX7" fmla="*/ 2162827 w 11859277"/>
              <a:gd name="connsiteY7" fmla="*/ 4050508 h 6442758"/>
              <a:gd name="connsiteX0" fmla="*/ 2162827 w 11856896"/>
              <a:gd name="connsiteY0" fmla="*/ 4050508 h 6442758"/>
              <a:gd name="connsiteX1" fmla="*/ 2174248 w 11856896"/>
              <a:gd name="connsiteY1" fmla="*/ 353671 h 6442758"/>
              <a:gd name="connsiteX2" fmla="*/ 11856896 w 11856896"/>
              <a:gd name="connsiteY2" fmla="*/ 2 h 6442758"/>
              <a:gd name="connsiteX3" fmla="*/ 9172721 w 11856896"/>
              <a:gd name="connsiteY3" fmla="*/ 6437048 h 6442758"/>
              <a:gd name="connsiteX4" fmla="*/ 4762 w 11856896"/>
              <a:gd name="connsiteY4" fmla="*/ 6442758 h 6442758"/>
              <a:gd name="connsiteX5" fmla="*/ 0 w 11856896"/>
              <a:gd name="connsiteY5" fmla="*/ 5378866 h 6442758"/>
              <a:gd name="connsiteX6" fmla="*/ 2117584 w 11856896"/>
              <a:gd name="connsiteY6" fmla="*/ 4150523 h 6442758"/>
              <a:gd name="connsiteX7" fmla="*/ 2162827 w 11856896"/>
              <a:gd name="connsiteY7" fmla="*/ 4050508 h 6442758"/>
              <a:gd name="connsiteX0" fmla="*/ 2162827 w 9186553"/>
              <a:gd name="connsiteY0" fmla="*/ 3710640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2827 w 9186553"/>
              <a:gd name="connsiteY7" fmla="*/ 3710640 h 6102890"/>
              <a:gd name="connsiteX0" fmla="*/ 2210452 w 9186553"/>
              <a:gd name="connsiteY0" fmla="*/ 3701115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210452 w 9186553"/>
              <a:gd name="connsiteY7" fmla="*/ 3701115 h 6102890"/>
              <a:gd name="connsiteX0" fmla="*/ 2165208 w 9186553"/>
              <a:gd name="connsiteY0" fmla="*/ 3705878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5208 w 9186553"/>
              <a:gd name="connsiteY7" fmla="*/ 3705878 h 6102890"/>
              <a:gd name="connsiteX0" fmla="*/ 2167590 w 9186553"/>
              <a:gd name="connsiteY0" fmla="*/ 3715403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46844 h 6134331"/>
              <a:gd name="connsiteX1" fmla="*/ 2176629 w 9186553"/>
              <a:gd name="connsiteY1" fmla="*/ 0 h 6134331"/>
              <a:gd name="connsiteX2" fmla="*/ 9186524 w 9186553"/>
              <a:gd name="connsiteY2" fmla="*/ 31441 h 6134331"/>
              <a:gd name="connsiteX3" fmla="*/ 9172721 w 9186553"/>
              <a:gd name="connsiteY3" fmla="*/ 6128621 h 6134331"/>
              <a:gd name="connsiteX4" fmla="*/ 4762 w 9186553"/>
              <a:gd name="connsiteY4" fmla="*/ 6134331 h 6134331"/>
              <a:gd name="connsiteX5" fmla="*/ 0 w 9186553"/>
              <a:gd name="connsiteY5" fmla="*/ 5070439 h 6134331"/>
              <a:gd name="connsiteX6" fmla="*/ 2117584 w 9186553"/>
              <a:gd name="connsiteY6" fmla="*/ 3842096 h 6134331"/>
              <a:gd name="connsiteX7" fmla="*/ 2167590 w 9186553"/>
              <a:gd name="connsiteY7" fmla="*/ 3746844 h 6134331"/>
              <a:gd name="connsiteX0" fmla="*/ 2167590 w 9186553"/>
              <a:gd name="connsiteY0" fmla="*/ 3715403 h 6102890"/>
              <a:gd name="connsiteX1" fmla="*/ 2231398 w 9186553"/>
              <a:gd name="connsiteY1" fmla="*/ 104291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2341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214728 w 9186553"/>
              <a:gd name="connsiteY1" fmla="*/ 20947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4722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72721"/>
              <a:gd name="connsiteY0" fmla="*/ 3701115 h 6088602"/>
              <a:gd name="connsiteX1" fmla="*/ 2164722 w 9172721"/>
              <a:gd name="connsiteY1" fmla="*/ 4278 h 6088602"/>
              <a:gd name="connsiteX2" fmla="*/ 9167474 w 9172721"/>
              <a:gd name="connsiteY2" fmla="*/ 0 h 6088602"/>
              <a:gd name="connsiteX3" fmla="*/ 9172721 w 9172721"/>
              <a:gd name="connsiteY3" fmla="*/ 6082892 h 6088602"/>
              <a:gd name="connsiteX4" fmla="*/ 4762 w 9172721"/>
              <a:gd name="connsiteY4" fmla="*/ 6088602 h 6088602"/>
              <a:gd name="connsiteX5" fmla="*/ 0 w 9172721"/>
              <a:gd name="connsiteY5" fmla="*/ 5024710 h 6088602"/>
              <a:gd name="connsiteX6" fmla="*/ 2117584 w 9172721"/>
              <a:gd name="connsiteY6" fmla="*/ 3796367 h 6088602"/>
              <a:gd name="connsiteX7" fmla="*/ 2167590 w 9172721"/>
              <a:gd name="connsiteY7" fmla="*/ 3701115 h 6088602"/>
              <a:gd name="connsiteX0" fmla="*/ 2167590 w 9170340"/>
              <a:gd name="connsiteY0" fmla="*/ 3701115 h 6088602"/>
              <a:gd name="connsiteX1" fmla="*/ 2164722 w 9170340"/>
              <a:gd name="connsiteY1" fmla="*/ 4278 h 6088602"/>
              <a:gd name="connsiteX2" fmla="*/ 9167474 w 9170340"/>
              <a:gd name="connsiteY2" fmla="*/ 0 h 6088602"/>
              <a:gd name="connsiteX3" fmla="*/ 9170340 w 9170340"/>
              <a:gd name="connsiteY3" fmla="*/ 6082892 h 6088602"/>
              <a:gd name="connsiteX4" fmla="*/ 4762 w 9170340"/>
              <a:gd name="connsiteY4" fmla="*/ 6088602 h 6088602"/>
              <a:gd name="connsiteX5" fmla="*/ 0 w 9170340"/>
              <a:gd name="connsiteY5" fmla="*/ 5024710 h 6088602"/>
              <a:gd name="connsiteX6" fmla="*/ 2117584 w 9170340"/>
              <a:gd name="connsiteY6" fmla="*/ 3796367 h 6088602"/>
              <a:gd name="connsiteX7" fmla="*/ 2167590 w 9170340"/>
              <a:gd name="connsiteY7" fmla="*/ 3701115 h 6088602"/>
              <a:gd name="connsiteX0" fmla="*/ 2162835 w 9165585"/>
              <a:gd name="connsiteY0" fmla="*/ 3701115 h 6088602"/>
              <a:gd name="connsiteX1" fmla="*/ 2159967 w 9165585"/>
              <a:gd name="connsiteY1" fmla="*/ 4278 h 6088602"/>
              <a:gd name="connsiteX2" fmla="*/ 9162719 w 9165585"/>
              <a:gd name="connsiteY2" fmla="*/ 0 h 6088602"/>
              <a:gd name="connsiteX3" fmla="*/ 9165585 w 9165585"/>
              <a:gd name="connsiteY3" fmla="*/ 6082892 h 6088602"/>
              <a:gd name="connsiteX4" fmla="*/ 7 w 9165585"/>
              <a:gd name="connsiteY4" fmla="*/ 6088602 h 6088602"/>
              <a:gd name="connsiteX5" fmla="*/ 69064 w 9165585"/>
              <a:gd name="connsiteY5" fmla="*/ 5036616 h 6088602"/>
              <a:gd name="connsiteX6" fmla="*/ 2112829 w 9165585"/>
              <a:gd name="connsiteY6" fmla="*/ 3796367 h 6088602"/>
              <a:gd name="connsiteX7" fmla="*/ 2162835 w 9165585"/>
              <a:gd name="connsiteY7" fmla="*/ 3701115 h 6088602"/>
              <a:gd name="connsiteX0" fmla="*/ 2162856 w 9165606"/>
              <a:gd name="connsiteY0" fmla="*/ 3701115 h 6088602"/>
              <a:gd name="connsiteX1" fmla="*/ 2159988 w 9165606"/>
              <a:gd name="connsiteY1" fmla="*/ 4278 h 6088602"/>
              <a:gd name="connsiteX2" fmla="*/ 9162740 w 9165606"/>
              <a:gd name="connsiteY2" fmla="*/ 0 h 6088602"/>
              <a:gd name="connsiteX3" fmla="*/ 9165606 w 9165606"/>
              <a:gd name="connsiteY3" fmla="*/ 6082892 h 6088602"/>
              <a:gd name="connsiteX4" fmla="*/ 28 w 9165606"/>
              <a:gd name="connsiteY4" fmla="*/ 6088602 h 6088602"/>
              <a:gd name="connsiteX5" fmla="*/ 14316 w 9165606"/>
              <a:gd name="connsiteY5" fmla="*/ 5003279 h 6088602"/>
              <a:gd name="connsiteX6" fmla="*/ 2112850 w 9165606"/>
              <a:gd name="connsiteY6" fmla="*/ 3796367 h 6088602"/>
              <a:gd name="connsiteX7" fmla="*/ 2162856 w 9165606"/>
              <a:gd name="connsiteY7" fmla="*/ 3701115 h 6088602"/>
              <a:gd name="connsiteX0" fmla="*/ 2148573 w 9151323"/>
              <a:gd name="connsiteY0" fmla="*/ 3701115 h 6432107"/>
              <a:gd name="connsiteX1" fmla="*/ 2145705 w 9151323"/>
              <a:gd name="connsiteY1" fmla="*/ 4278 h 6432107"/>
              <a:gd name="connsiteX2" fmla="*/ 9148457 w 9151323"/>
              <a:gd name="connsiteY2" fmla="*/ 0 h 6432107"/>
              <a:gd name="connsiteX3" fmla="*/ 9151323 w 9151323"/>
              <a:gd name="connsiteY3" fmla="*/ 6082892 h 6432107"/>
              <a:gd name="connsiteX4" fmla="*/ 259 w 9151323"/>
              <a:gd name="connsiteY4" fmla="*/ 6432107 h 6432107"/>
              <a:gd name="connsiteX5" fmla="*/ 33 w 9151323"/>
              <a:gd name="connsiteY5" fmla="*/ 5003279 h 6432107"/>
              <a:gd name="connsiteX6" fmla="*/ 2098567 w 9151323"/>
              <a:gd name="connsiteY6" fmla="*/ 3796367 h 6432107"/>
              <a:gd name="connsiteX7" fmla="*/ 2148573 w 915132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5003279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50922 w 9150922"/>
              <a:gd name="connsiteY0" fmla="*/ 3701115 h 6432107"/>
              <a:gd name="connsiteX1" fmla="*/ 2148054 w 9150922"/>
              <a:gd name="connsiteY1" fmla="*/ 4278 h 6432107"/>
              <a:gd name="connsiteX2" fmla="*/ 9150806 w 9150922"/>
              <a:gd name="connsiteY2" fmla="*/ 0 h 6432107"/>
              <a:gd name="connsiteX3" fmla="*/ 9148834 w 9150922"/>
              <a:gd name="connsiteY3" fmla="*/ 6431235 h 6432107"/>
              <a:gd name="connsiteX4" fmla="*/ 2608 w 9150922"/>
              <a:gd name="connsiteY4" fmla="*/ 6432107 h 6432107"/>
              <a:gd name="connsiteX5" fmla="*/ 0 w 9150922"/>
              <a:gd name="connsiteY5" fmla="*/ 4996135 h 6432107"/>
              <a:gd name="connsiteX6" fmla="*/ 2100916 w 9150922"/>
              <a:gd name="connsiteY6" fmla="*/ 3796367 h 6432107"/>
              <a:gd name="connsiteX7" fmla="*/ 2150922 w 9150922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48573 w 9148573"/>
              <a:gd name="connsiteY7" fmla="*/ 3701115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730176 h 6477836"/>
              <a:gd name="connsiteX1" fmla="*/ 2093317 w 9148573"/>
              <a:gd name="connsiteY1" fmla="*/ 0 h 6477836"/>
              <a:gd name="connsiteX2" fmla="*/ 9148457 w 9148573"/>
              <a:gd name="connsiteY2" fmla="*/ 45729 h 6477836"/>
              <a:gd name="connsiteX3" fmla="*/ 9146485 w 9148573"/>
              <a:gd name="connsiteY3" fmla="*/ 6476964 h 6477836"/>
              <a:gd name="connsiteX4" fmla="*/ 259 w 9148573"/>
              <a:gd name="connsiteY4" fmla="*/ 6477836 h 6477836"/>
              <a:gd name="connsiteX5" fmla="*/ 33 w 9148573"/>
              <a:gd name="connsiteY5" fmla="*/ 5034721 h 6477836"/>
              <a:gd name="connsiteX6" fmla="*/ 2098567 w 9148573"/>
              <a:gd name="connsiteY6" fmla="*/ 3832571 h 6477836"/>
              <a:gd name="connsiteX7" fmla="*/ 2136667 w 9148573"/>
              <a:gd name="connsiteY7" fmla="*/ 3730176 h 6477836"/>
              <a:gd name="connsiteX0" fmla="*/ 2136667 w 9148573"/>
              <a:gd name="connsiteY0" fmla="*/ 3684447 h 6432107"/>
              <a:gd name="connsiteX1" fmla="*/ 2188567 w 9148573"/>
              <a:gd name="connsiteY1" fmla="*/ 399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0942 w 9148573"/>
              <a:gd name="connsiteY1" fmla="*/ 18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931 h 6432591"/>
              <a:gd name="connsiteX1" fmla="*/ 2138561 w 9148573"/>
              <a:gd name="connsiteY1" fmla="*/ 0 h 6432591"/>
              <a:gd name="connsiteX2" fmla="*/ 9148457 w 9148573"/>
              <a:gd name="connsiteY2" fmla="*/ 484 h 6432591"/>
              <a:gd name="connsiteX3" fmla="*/ 9146485 w 9148573"/>
              <a:gd name="connsiteY3" fmla="*/ 6431719 h 6432591"/>
              <a:gd name="connsiteX4" fmla="*/ 259 w 9148573"/>
              <a:gd name="connsiteY4" fmla="*/ 6432591 h 6432591"/>
              <a:gd name="connsiteX5" fmla="*/ 33 w 9148573"/>
              <a:gd name="connsiteY5" fmla="*/ 4989476 h 6432591"/>
              <a:gd name="connsiteX6" fmla="*/ 2098567 w 9148573"/>
              <a:gd name="connsiteY6" fmla="*/ 3787326 h 6432591"/>
              <a:gd name="connsiteX7" fmla="*/ 2136667 w 9148573"/>
              <a:gd name="connsiteY7" fmla="*/ 3684931 h 6432591"/>
              <a:gd name="connsiteX0" fmla="*/ 2136667 w 9148573"/>
              <a:gd name="connsiteY0" fmla="*/ 3684931 h 6622003"/>
              <a:gd name="connsiteX1" fmla="*/ 2138561 w 9148573"/>
              <a:gd name="connsiteY1" fmla="*/ 0 h 6622003"/>
              <a:gd name="connsiteX2" fmla="*/ 9148457 w 9148573"/>
              <a:gd name="connsiteY2" fmla="*/ 484 h 6622003"/>
              <a:gd name="connsiteX3" fmla="*/ 9146485 w 9148573"/>
              <a:gd name="connsiteY3" fmla="*/ 6431719 h 6622003"/>
              <a:gd name="connsiteX4" fmla="*/ 259 w 9148573"/>
              <a:gd name="connsiteY4" fmla="*/ 6622003 h 6622003"/>
              <a:gd name="connsiteX5" fmla="*/ 33 w 9148573"/>
              <a:gd name="connsiteY5" fmla="*/ 4989476 h 6622003"/>
              <a:gd name="connsiteX6" fmla="*/ 2098567 w 9148573"/>
              <a:gd name="connsiteY6" fmla="*/ 3787326 h 6622003"/>
              <a:gd name="connsiteX7" fmla="*/ 2136667 w 9148573"/>
              <a:gd name="connsiteY7" fmla="*/ 3684931 h 6622003"/>
              <a:gd name="connsiteX0" fmla="*/ 2136667 w 9148573"/>
              <a:gd name="connsiteY0" fmla="*/ 3684931 h 6569751"/>
              <a:gd name="connsiteX1" fmla="*/ 2138561 w 9148573"/>
              <a:gd name="connsiteY1" fmla="*/ 0 h 6569751"/>
              <a:gd name="connsiteX2" fmla="*/ 9148457 w 9148573"/>
              <a:gd name="connsiteY2" fmla="*/ 484 h 6569751"/>
              <a:gd name="connsiteX3" fmla="*/ 9146485 w 9148573"/>
              <a:gd name="connsiteY3" fmla="*/ 6431719 h 6569751"/>
              <a:gd name="connsiteX4" fmla="*/ 259 w 9148573"/>
              <a:gd name="connsiteY4" fmla="*/ 6569751 h 6569751"/>
              <a:gd name="connsiteX5" fmla="*/ 33 w 9148573"/>
              <a:gd name="connsiteY5" fmla="*/ 4989476 h 6569751"/>
              <a:gd name="connsiteX6" fmla="*/ 2098567 w 9148573"/>
              <a:gd name="connsiteY6" fmla="*/ 3787326 h 6569751"/>
              <a:gd name="connsiteX7" fmla="*/ 2136667 w 9148573"/>
              <a:gd name="connsiteY7" fmla="*/ 3684931 h 6569751"/>
              <a:gd name="connsiteX0" fmla="*/ 2136667 w 9148573"/>
              <a:gd name="connsiteY0" fmla="*/ 3684931 h 6530563"/>
              <a:gd name="connsiteX1" fmla="*/ 2138561 w 9148573"/>
              <a:gd name="connsiteY1" fmla="*/ 0 h 6530563"/>
              <a:gd name="connsiteX2" fmla="*/ 9148457 w 9148573"/>
              <a:gd name="connsiteY2" fmla="*/ 484 h 6530563"/>
              <a:gd name="connsiteX3" fmla="*/ 9146485 w 9148573"/>
              <a:gd name="connsiteY3" fmla="*/ 6431719 h 6530563"/>
              <a:gd name="connsiteX4" fmla="*/ 259 w 9148573"/>
              <a:gd name="connsiteY4" fmla="*/ 6530563 h 6530563"/>
              <a:gd name="connsiteX5" fmla="*/ 33 w 9148573"/>
              <a:gd name="connsiteY5" fmla="*/ 4989476 h 6530563"/>
              <a:gd name="connsiteX6" fmla="*/ 2098567 w 9148573"/>
              <a:gd name="connsiteY6" fmla="*/ 3787326 h 6530563"/>
              <a:gd name="connsiteX7" fmla="*/ 2136667 w 9148573"/>
              <a:gd name="connsiteY7" fmla="*/ 3684931 h 6530563"/>
              <a:gd name="connsiteX0" fmla="*/ 2136634 w 9148540"/>
              <a:gd name="connsiteY0" fmla="*/ 3684931 h 6544850"/>
              <a:gd name="connsiteX1" fmla="*/ 2138528 w 9148540"/>
              <a:gd name="connsiteY1" fmla="*/ 0 h 6544850"/>
              <a:gd name="connsiteX2" fmla="*/ 9148424 w 9148540"/>
              <a:gd name="connsiteY2" fmla="*/ 484 h 6544850"/>
              <a:gd name="connsiteX3" fmla="*/ 9146452 w 9148540"/>
              <a:gd name="connsiteY3" fmla="*/ 6431719 h 6544850"/>
              <a:gd name="connsiteX4" fmla="*/ 2607 w 9148540"/>
              <a:gd name="connsiteY4" fmla="*/ 6544850 h 6544850"/>
              <a:gd name="connsiteX5" fmla="*/ 0 w 9148540"/>
              <a:gd name="connsiteY5" fmla="*/ 4989476 h 6544850"/>
              <a:gd name="connsiteX6" fmla="*/ 2098534 w 9148540"/>
              <a:gd name="connsiteY6" fmla="*/ 3787326 h 6544850"/>
              <a:gd name="connsiteX7" fmla="*/ 2136634 w 9148540"/>
              <a:gd name="connsiteY7" fmla="*/ 3684931 h 6544850"/>
              <a:gd name="connsiteX0" fmla="*/ 2136666 w 9148572"/>
              <a:gd name="connsiteY0" fmla="*/ 3684931 h 6551993"/>
              <a:gd name="connsiteX1" fmla="*/ 2138560 w 9148572"/>
              <a:gd name="connsiteY1" fmla="*/ 0 h 6551993"/>
              <a:gd name="connsiteX2" fmla="*/ 9148456 w 9148572"/>
              <a:gd name="connsiteY2" fmla="*/ 484 h 6551993"/>
              <a:gd name="connsiteX3" fmla="*/ 9146484 w 9148572"/>
              <a:gd name="connsiteY3" fmla="*/ 6431719 h 6551993"/>
              <a:gd name="connsiteX4" fmla="*/ 258 w 9148572"/>
              <a:gd name="connsiteY4" fmla="*/ 6551993 h 6551993"/>
              <a:gd name="connsiteX5" fmla="*/ 32 w 9148572"/>
              <a:gd name="connsiteY5" fmla="*/ 4989476 h 6551993"/>
              <a:gd name="connsiteX6" fmla="*/ 2098566 w 9148572"/>
              <a:gd name="connsiteY6" fmla="*/ 3787326 h 6551993"/>
              <a:gd name="connsiteX7" fmla="*/ 2136666 w 9148572"/>
              <a:gd name="connsiteY7" fmla="*/ 3684931 h 655199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572" h="6553163">
                <a:moveTo>
                  <a:pt x="2136666" y="3684931"/>
                </a:moveTo>
                <a:cubicBezTo>
                  <a:pt x="2133491" y="2309362"/>
                  <a:pt x="2136973" y="6350"/>
                  <a:pt x="2138560" y="0"/>
                </a:cubicBezTo>
                <a:lnTo>
                  <a:pt x="9148456" y="484"/>
                </a:lnTo>
                <a:cubicBezTo>
                  <a:pt x="9149250" y="2143468"/>
                  <a:pt x="9145690" y="4410179"/>
                  <a:pt x="9146484" y="6553163"/>
                </a:cubicBezTo>
                <a:lnTo>
                  <a:pt x="258" y="6551993"/>
                </a:lnTo>
                <a:cubicBezTo>
                  <a:pt x="-536" y="6280671"/>
                  <a:pt x="826" y="5260798"/>
                  <a:pt x="32" y="4989476"/>
                </a:cubicBezTo>
                <a:cubicBezTo>
                  <a:pt x="1619" y="4994239"/>
                  <a:pt x="2087454" y="3784944"/>
                  <a:pt x="2098566" y="3787326"/>
                </a:cubicBezTo>
                <a:cubicBezTo>
                  <a:pt x="2135872" y="3761925"/>
                  <a:pt x="2132697" y="3753195"/>
                  <a:pt x="2136666" y="3684931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F6646-1FE3-92F8-87C4-3803D18EC383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1EBC2415-3600-B30D-73F6-CDF1EEF34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000" y="2196000"/>
            <a:ext cx="1824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001F1AD7-662C-C070-3770-41B8B6E82C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600" y="2196000"/>
            <a:ext cx="8030400" cy="1008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sz="4000" dirty="0"/>
              <a:t>Divider Slide (</a:t>
            </a:r>
            <a:r>
              <a:rPr lang="en-US" altLang="ja-JP" sz="4000" dirty="0" err="1"/>
              <a:t>YaHei</a:t>
            </a:r>
            <a:r>
              <a:rPr lang="en-US" altLang="ja-JP" sz="4000" dirty="0"/>
              <a:t>, Bold, 40px, grey)  </a:t>
            </a:r>
          </a:p>
        </p:txBody>
      </p:sp>
    </p:spTree>
    <p:extLst>
      <p:ext uri="{BB962C8B-B14F-4D97-AF65-F5344CB8AC3E}">
        <p14:creationId xmlns:p14="http://schemas.microsoft.com/office/powerpoint/2010/main" val="109541332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>
            <a:extLst>
              <a:ext uri="{FF2B5EF4-FFF2-40B4-BE49-F238E27FC236}">
                <a16:creationId xmlns:a16="http://schemas.microsoft.com/office/drawing/2014/main" id="{C0A84741-E3DF-750D-A81F-E1817FE150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488" y="-3947"/>
            <a:ext cx="12198096" cy="6553163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0508 h 6428955"/>
              <a:gd name="connsiteX1" fmla="*/ 2514114 w 12199143"/>
              <a:gd name="connsiteY1" fmla="*/ 353671 h 6428955"/>
              <a:gd name="connsiteX2" fmla="*/ 12196762 w 12199143"/>
              <a:gd name="connsiteY2" fmla="*/ 2 h 6428955"/>
              <a:gd name="connsiteX3" fmla="*/ 12199143 w 12199143"/>
              <a:gd name="connsiteY3" fmla="*/ 6428955 h 6428955"/>
              <a:gd name="connsiteX4" fmla="*/ 4762 w 12199143"/>
              <a:gd name="connsiteY4" fmla="*/ 6426573 h 6428955"/>
              <a:gd name="connsiteX5" fmla="*/ 0 w 12199143"/>
              <a:gd name="connsiteY5" fmla="*/ 5564983 h 6428955"/>
              <a:gd name="connsiteX6" fmla="*/ 2457450 w 12199143"/>
              <a:gd name="connsiteY6" fmla="*/ 4150523 h 6428955"/>
              <a:gd name="connsiteX7" fmla="*/ 2502693 w 12199143"/>
              <a:gd name="connsiteY7" fmla="*/ 4050508 h 6428955"/>
              <a:gd name="connsiteX0" fmla="*/ 2497933 w 12194383"/>
              <a:gd name="connsiteY0" fmla="*/ 4050508 h 6428955"/>
              <a:gd name="connsiteX1" fmla="*/ 2509354 w 12194383"/>
              <a:gd name="connsiteY1" fmla="*/ 353671 h 6428955"/>
              <a:gd name="connsiteX2" fmla="*/ 12192002 w 12194383"/>
              <a:gd name="connsiteY2" fmla="*/ 2 h 6428955"/>
              <a:gd name="connsiteX3" fmla="*/ 12194383 w 12194383"/>
              <a:gd name="connsiteY3" fmla="*/ 6428955 h 6428955"/>
              <a:gd name="connsiteX4" fmla="*/ 2 w 12194383"/>
              <a:gd name="connsiteY4" fmla="*/ 6426573 h 6428955"/>
              <a:gd name="connsiteX5" fmla="*/ 335106 w 12194383"/>
              <a:gd name="connsiteY5" fmla="*/ 5378866 h 6428955"/>
              <a:gd name="connsiteX6" fmla="*/ 2452690 w 12194383"/>
              <a:gd name="connsiteY6" fmla="*/ 4150523 h 6428955"/>
              <a:gd name="connsiteX7" fmla="*/ 2497933 w 12194383"/>
              <a:gd name="connsiteY7" fmla="*/ 4050508 h 6428955"/>
              <a:gd name="connsiteX0" fmla="*/ 2162827 w 11859277"/>
              <a:gd name="connsiteY0" fmla="*/ 4050508 h 6442758"/>
              <a:gd name="connsiteX1" fmla="*/ 2174248 w 11859277"/>
              <a:gd name="connsiteY1" fmla="*/ 353671 h 6442758"/>
              <a:gd name="connsiteX2" fmla="*/ 11856896 w 11859277"/>
              <a:gd name="connsiteY2" fmla="*/ 2 h 6442758"/>
              <a:gd name="connsiteX3" fmla="*/ 11859277 w 11859277"/>
              <a:gd name="connsiteY3" fmla="*/ 6428955 h 6442758"/>
              <a:gd name="connsiteX4" fmla="*/ 4762 w 11859277"/>
              <a:gd name="connsiteY4" fmla="*/ 6442758 h 6442758"/>
              <a:gd name="connsiteX5" fmla="*/ 0 w 11859277"/>
              <a:gd name="connsiteY5" fmla="*/ 5378866 h 6442758"/>
              <a:gd name="connsiteX6" fmla="*/ 2117584 w 11859277"/>
              <a:gd name="connsiteY6" fmla="*/ 4150523 h 6442758"/>
              <a:gd name="connsiteX7" fmla="*/ 2162827 w 11859277"/>
              <a:gd name="connsiteY7" fmla="*/ 4050508 h 6442758"/>
              <a:gd name="connsiteX0" fmla="*/ 2162827 w 11856896"/>
              <a:gd name="connsiteY0" fmla="*/ 4050508 h 6442758"/>
              <a:gd name="connsiteX1" fmla="*/ 2174248 w 11856896"/>
              <a:gd name="connsiteY1" fmla="*/ 353671 h 6442758"/>
              <a:gd name="connsiteX2" fmla="*/ 11856896 w 11856896"/>
              <a:gd name="connsiteY2" fmla="*/ 2 h 6442758"/>
              <a:gd name="connsiteX3" fmla="*/ 9172721 w 11856896"/>
              <a:gd name="connsiteY3" fmla="*/ 6437048 h 6442758"/>
              <a:gd name="connsiteX4" fmla="*/ 4762 w 11856896"/>
              <a:gd name="connsiteY4" fmla="*/ 6442758 h 6442758"/>
              <a:gd name="connsiteX5" fmla="*/ 0 w 11856896"/>
              <a:gd name="connsiteY5" fmla="*/ 5378866 h 6442758"/>
              <a:gd name="connsiteX6" fmla="*/ 2117584 w 11856896"/>
              <a:gd name="connsiteY6" fmla="*/ 4150523 h 6442758"/>
              <a:gd name="connsiteX7" fmla="*/ 2162827 w 11856896"/>
              <a:gd name="connsiteY7" fmla="*/ 4050508 h 6442758"/>
              <a:gd name="connsiteX0" fmla="*/ 2162827 w 9186553"/>
              <a:gd name="connsiteY0" fmla="*/ 3710640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2827 w 9186553"/>
              <a:gd name="connsiteY7" fmla="*/ 3710640 h 6102890"/>
              <a:gd name="connsiteX0" fmla="*/ 2210452 w 9186553"/>
              <a:gd name="connsiteY0" fmla="*/ 3701115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210452 w 9186553"/>
              <a:gd name="connsiteY7" fmla="*/ 3701115 h 6102890"/>
              <a:gd name="connsiteX0" fmla="*/ 2165208 w 9186553"/>
              <a:gd name="connsiteY0" fmla="*/ 3705878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5208 w 9186553"/>
              <a:gd name="connsiteY7" fmla="*/ 3705878 h 6102890"/>
              <a:gd name="connsiteX0" fmla="*/ 2167590 w 9186553"/>
              <a:gd name="connsiteY0" fmla="*/ 3715403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46844 h 6134331"/>
              <a:gd name="connsiteX1" fmla="*/ 2176629 w 9186553"/>
              <a:gd name="connsiteY1" fmla="*/ 0 h 6134331"/>
              <a:gd name="connsiteX2" fmla="*/ 9186524 w 9186553"/>
              <a:gd name="connsiteY2" fmla="*/ 31441 h 6134331"/>
              <a:gd name="connsiteX3" fmla="*/ 9172721 w 9186553"/>
              <a:gd name="connsiteY3" fmla="*/ 6128621 h 6134331"/>
              <a:gd name="connsiteX4" fmla="*/ 4762 w 9186553"/>
              <a:gd name="connsiteY4" fmla="*/ 6134331 h 6134331"/>
              <a:gd name="connsiteX5" fmla="*/ 0 w 9186553"/>
              <a:gd name="connsiteY5" fmla="*/ 5070439 h 6134331"/>
              <a:gd name="connsiteX6" fmla="*/ 2117584 w 9186553"/>
              <a:gd name="connsiteY6" fmla="*/ 3842096 h 6134331"/>
              <a:gd name="connsiteX7" fmla="*/ 2167590 w 9186553"/>
              <a:gd name="connsiteY7" fmla="*/ 3746844 h 6134331"/>
              <a:gd name="connsiteX0" fmla="*/ 2167590 w 9186553"/>
              <a:gd name="connsiteY0" fmla="*/ 3715403 h 6102890"/>
              <a:gd name="connsiteX1" fmla="*/ 2231398 w 9186553"/>
              <a:gd name="connsiteY1" fmla="*/ 104291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2341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214728 w 9186553"/>
              <a:gd name="connsiteY1" fmla="*/ 20947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4722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72721"/>
              <a:gd name="connsiteY0" fmla="*/ 3701115 h 6088602"/>
              <a:gd name="connsiteX1" fmla="*/ 2164722 w 9172721"/>
              <a:gd name="connsiteY1" fmla="*/ 4278 h 6088602"/>
              <a:gd name="connsiteX2" fmla="*/ 9167474 w 9172721"/>
              <a:gd name="connsiteY2" fmla="*/ 0 h 6088602"/>
              <a:gd name="connsiteX3" fmla="*/ 9172721 w 9172721"/>
              <a:gd name="connsiteY3" fmla="*/ 6082892 h 6088602"/>
              <a:gd name="connsiteX4" fmla="*/ 4762 w 9172721"/>
              <a:gd name="connsiteY4" fmla="*/ 6088602 h 6088602"/>
              <a:gd name="connsiteX5" fmla="*/ 0 w 9172721"/>
              <a:gd name="connsiteY5" fmla="*/ 5024710 h 6088602"/>
              <a:gd name="connsiteX6" fmla="*/ 2117584 w 9172721"/>
              <a:gd name="connsiteY6" fmla="*/ 3796367 h 6088602"/>
              <a:gd name="connsiteX7" fmla="*/ 2167590 w 9172721"/>
              <a:gd name="connsiteY7" fmla="*/ 3701115 h 6088602"/>
              <a:gd name="connsiteX0" fmla="*/ 2167590 w 9170340"/>
              <a:gd name="connsiteY0" fmla="*/ 3701115 h 6088602"/>
              <a:gd name="connsiteX1" fmla="*/ 2164722 w 9170340"/>
              <a:gd name="connsiteY1" fmla="*/ 4278 h 6088602"/>
              <a:gd name="connsiteX2" fmla="*/ 9167474 w 9170340"/>
              <a:gd name="connsiteY2" fmla="*/ 0 h 6088602"/>
              <a:gd name="connsiteX3" fmla="*/ 9170340 w 9170340"/>
              <a:gd name="connsiteY3" fmla="*/ 6082892 h 6088602"/>
              <a:gd name="connsiteX4" fmla="*/ 4762 w 9170340"/>
              <a:gd name="connsiteY4" fmla="*/ 6088602 h 6088602"/>
              <a:gd name="connsiteX5" fmla="*/ 0 w 9170340"/>
              <a:gd name="connsiteY5" fmla="*/ 5024710 h 6088602"/>
              <a:gd name="connsiteX6" fmla="*/ 2117584 w 9170340"/>
              <a:gd name="connsiteY6" fmla="*/ 3796367 h 6088602"/>
              <a:gd name="connsiteX7" fmla="*/ 2167590 w 9170340"/>
              <a:gd name="connsiteY7" fmla="*/ 3701115 h 6088602"/>
              <a:gd name="connsiteX0" fmla="*/ 2162835 w 9165585"/>
              <a:gd name="connsiteY0" fmla="*/ 3701115 h 6088602"/>
              <a:gd name="connsiteX1" fmla="*/ 2159967 w 9165585"/>
              <a:gd name="connsiteY1" fmla="*/ 4278 h 6088602"/>
              <a:gd name="connsiteX2" fmla="*/ 9162719 w 9165585"/>
              <a:gd name="connsiteY2" fmla="*/ 0 h 6088602"/>
              <a:gd name="connsiteX3" fmla="*/ 9165585 w 9165585"/>
              <a:gd name="connsiteY3" fmla="*/ 6082892 h 6088602"/>
              <a:gd name="connsiteX4" fmla="*/ 7 w 9165585"/>
              <a:gd name="connsiteY4" fmla="*/ 6088602 h 6088602"/>
              <a:gd name="connsiteX5" fmla="*/ 69064 w 9165585"/>
              <a:gd name="connsiteY5" fmla="*/ 5036616 h 6088602"/>
              <a:gd name="connsiteX6" fmla="*/ 2112829 w 9165585"/>
              <a:gd name="connsiteY6" fmla="*/ 3796367 h 6088602"/>
              <a:gd name="connsiteX7" fmla="*/ 2162835 w 9165585"/>
              <a:gd name="connsiteY7" fmla="*/ 3701115 h 6088602"/>
              <a:gd name="connsiteX0" fmla="*/ 2162856 w 9165606"/>
              <a:gd name="connsiteY0" fmla="*/ 3701115 h 6088602"/>
              <a:gd name="connsiteX1" fmla="*/ 2159988 w 9165606"/>
              <a:gd name="connsiteY1" fmla="*/ 4278 h 6088602"/>
              <a:gd name="connsiteX2" fmla="*/ 9162740 w 9165606"/>
              <a:gd name="connsiteY2" fmla="*/ 0 h 6088602"/>
              <a:gd name="connsiteX3" fmla="*/ 9165606 w 9165606"/>
              <a:gd name="connsiteY3" fmla="*/ 6082892 h 6088602"/>
              <a:gd name="connsiteX4" fmla="*/ 28 w 9165606"/>
              <a:gd name="connsiteY4" fmla="*/ 6088602 h 6088602"/>
              <a:gd name="connsiteX5" fmla="*/ 14316 w 9165606"/>
              <a:gd name="connsiteY5" fmla="*/ 5003279 h 6088602"/>
              <a:gd name="connsiteX6" fmla="*/ 2112850 w 9165606"/>
              <a:gd name="connsiteY6" fmla="*/ 3796367 h 6088602"/>
              <a:gd name="connsiteX7" fmla="*/ 2162856 w 9165606"/>
              <a:gd name="connsiteY7" fmla="*/ 3701115 h 6088602"/>
              <a:gd name="connsiteX0" fmla="*/ 2148573 w 9151323"/>
              <a:gd name="connsiteY0" fmla="*/ 3701115 h 6432107"/>
              <a:gd name="connsiteX1" fmla="*/ 2145705 w 9151323"/>
              <a:gd name="connsiteY1" fmla="*/ 4278 h 6432107"/>
              <a:gd name="connsiteX2" fmla="*/ 9148457 w 9151323"/>
              <a:gd name="connsiteY2" fmla="*/ 0 h 6432107"/>
              <a:gd name="connsiteX3" fmla="*/ 9151323 w 9151323"/>
              <a:gd name="connsiteY3" fmla="*/ 6082892 h 6432107"/>
              <a:gd name="connsiteX4" fmla="*/ 259 w 9151323"/>
              <a:gd name="connsiteY4" fmla="*/ 6432107 h 6432107"/>
              <a:gd name="connsiteX5" fmla="*/ 33 w 9151323"/>
              <a:gd name="connsiteY5" fmla="*/ 5003279 h 6432107"/>
              <a:gd name="connsiteX6" fmla="*/ 2098567 w 9151323"/>
              <a:gd name="connsiteY6" fmla="*/ 3796367 h 6432107"/>
              <a:gd name="connsiteX7" fmla="*/ 2148573 w 915132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5003279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50922 w 9150922"/>
              <a:gd name="connsiteY0" fmla="*/ 3701115 h 6432107"/>
              <a:gd name="connsiteX1" fmla="*/ 2148054 w 9150922"/>
              <a:gd name="connsiteY1" fmla="*/ 4278 h 6432107"/>
              <a:gd name="connsiteX2" fmla="*/ 9150806 w 9150922"/>
              <a:gd name="connsiteY2" fmla="*/ 0 h 6432107"/>
              <a:gd name="connsiteX3" fmla="*/ 9148834 w 9150922"/>
              <a:gd name="connsiteY3" fmla="*/ 6431235 h 6432107"/>
              <a:gd name="connsiteX4" fmla="*/ 2608 w 9150922"/>
              <a:gd name="connsiteY4" fmla="*/ 6432107 h 6432107"/>
              <a:gd name="connsiteX5" fmla="*/ 0 w 9150922"/>
              <a:gd name="connsiteY5" fmla="*/ 4996135 h 6432107"/>
              <a:gd name="connsiteX6" fmla="*/ 2100916 w 9150922"/>
              <a:gd name="connsiteY6" fmla="*/ 3796367 h 6432107"/>
              <a:gd name="connsiteX7" fmla="*/ 2150922 w 9150922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48573 w 9148573"/>
              <a:gd name="connsiteY7" fmla="*/ 3701115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730176 h 6477836"/>
              <a:gd name="connsiteX1" fmla="*/ 2093317 w 9148573"/>
              <a:gd name="connsiteY1" fmla="*/ 0 h 6477836"/>
              <a:gd name="connsiteX2" fmla="*/ 9148457 w 9148573"/>
              <a:gd name="connsiteY2" fmla="*/ 45729 h 6477836"/>
              <a:gd name="connsiteX3" fmla="*/ 9146485 w 9148573"/>
              <a:gd name="connsiteY3" fmla="*/ 6476964 h 6477836"/>
              <a:gd name="connsiteX4" fmla="*/ 259 w 9148573"/>
              <a:gd name="connsiteY4" fmla="*/ 6477836 h 6477836"/>
              <a:gd name="connsiteX5" fmla="*/ 33 w 9148573"/>
              <a:gd name="connsiteY5" fmla="*/ 5034721 h 6477836"/>
              <a:gd name="connsiteX6" fmla="*/ 2098567 w 9148573"/>
              <a:gd name="connsiteY6" fmla="*/ 3832571 h 6477836"/>
              <a:gd name="connsiteX7" fmla="*/ 2136667 w 9148573"/>
              <a:gd name="connsiteY7" fmla="*/ 3730176 h 6477836"/>
              <a:gd name="connsiteX0" fmla="*/ 2136667 w 9148573"/>
              <a:gd name="connsiteY0" fmla="*/ 3684447 h 6432107"/>
              <a:gd name="connsiteX1" fmla="*/ 2188567 w 9148573"/>
              <a:gd name="connsiteY1" fmla="*/ 399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0942 w 9148573"/>
              <a:gd name="connsiteY1" fmla="*/ 18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931 h 6432591"/>
              <a:gd name="connsiteX1" fmla="*/ 2138561 w 9148573"/>
              <a:gd name="connsiteY1" fmla="*/ 0 h 6432591"/>
              <a:gd name="connsiteX2" fmla="*/ 9148457 w 9148573"/>
              <a:gd name="connsiteY2" fmla="*/ 484 h 6432591"/>
              <a:gd name="connsiteX3" fmla="*/ 9146485 w 9148573"/>
              <a:gd name="connsiteY3" fmla="*/ 6431719 h 6432591"/>
              <a:gd name="connsiteX4" fmla="*/ 259 w 9148573"/>
              <a:gd name="connsiteY4" fmla="*/ 6432591 h 6432591"/>
              <a:gd name="connsiteX5" fmla="*/ 33 w 9148573"/>
              <a:gd name="connsiteY5" fmla="*/ 4989476 h 6432591"/>
              <a:gd name="connsiteX6" fmla="*/ 2098567 w 9148573"/>
              <a:gd name="connsiteY6" fmla="*/ 3787326 h 6432591"/>
              <a:gd name="connsiteX7" fmla="*/ 2136667 w 9148573"/>
              <a:gd name="connsiteY7" fmla="*/ 3684931 h 6432591"/>
              <a:gd name="connsiteX0" fmla="*/ 2136667 w 9148573"/>
              <a:gd name="connsiteY0" fmla="*/ 3684931 h 6622003"/>
              <a:gd name="connsiteX1" fmla="*/ 2138561 w 9148573"/>
              <a:gd name="connsiteY1" fmla="*/ 0 h 6622003"/>
              <a:gd name="connsiteX2" fmla="*/ 9148457 w 9148573"/>
              <a:gd name="connsiteY2" fmla="*/ 484 h 6622003"/>
              <a:gd name="connsiteX3" fmla="*/ 9146485 w 9148573"/>
              <a:gd name="connsiteY3" fmla="*/ 6431719 h 6622003"/>
              <a:gd name="connsiteX4" fmla="*/ 259 w 9148573"/>
              <a:gd name="connsiteY4" fmla="*/ 6622003 h 6622003"/>
              <a:gd name="connsiteX5" fmla="*/ 33 w 9148573"/>
              <a:gd name="connsiteY5" fmla="*/ 4989476 h 6622003"/>
              <a:gd name="connsiteX6" fmla="*/ 2098567 w 9148573"/>
              <a:gd name="connsiteY6" fmla="*/ 3787326 h 6622003"/>
              <a:gd name="connsiteX7" fmla="*/ 2136667 w 9148573"/>
              <a:gd name="connsiteY7" fmla="*/ 3684931 h 6622003"/>
              <a:gd name="connsiteX0" fmla="*/ 2136667 w 9148573"/>
              <a:gd name="connsiteY0" fmla="*/ 3684931 h 6569751"/>
              <a:gd name="connsiteX1" fmla="*/ 2138561 w 9148573"/>
              <a:gd name="connsiteY1" fmla="*/ 0 h 6569751"/>
              <a:gd name="connsiteX2" fmla="*/ 9148457 w 9148573"/>
              <a:gd name="connsiteY2" fmla="*/ 484 h 6569751"/>
              <a:gd name="connsiteX3" fmla="*/ 9146485 w 9148573"/>
              <a:gd name="connsiteY3" fmla="*/ 6431719 h 6569751"/>
              <a:gd name="connsiteX4" fmla="*/ 259 w 9148573"/>
              <a:gd name="connsiteY4" fmla="*/ 6569751 h 6569751"/>
              <a:gd name="connsiteX5" fmla="*/ 33 w 9148573"/>
              <a:gd name="connsiteY5" fmla="*/ 4989476 h 6569751"/>
              <a:gd name="connsiteX6" fmla="*/ 2098567 w 9148573"/>
              <a:gd name="connsiteY6" fmla="*/ 3787326 h 6569751"/>
              <a:gd name="connsiteX7" fmla="*/ 2136667 w 9148573"/>
              <a:gd name="connsiteY7" fmla="*/ 3684931 h 6569751"/>
              <a:gd name="connsiteX0" fmla="*/ 2136667 w 9148573"/>
              <a:gd name="connsiteY0" fmla="*/ 3684931 h 6530563"/>
              <a:gd name="connsiteX1" fmla="*/ 2138561 w 9148573"/>
              <a:gd name="connsiteY1" fmla="*/ 0 h 6530563"/>
              <a:gd name="connsiteX2" fmla="*/ 9148457 w 9148573"/>
              <a:gd name="connsiteY2" fmla="*/ 484 h 6530563"/>
              <a:gd name="connsiteX3" fmla="*/ 9146485 w 9148573"/>
              <a:gd name="connsiteY3" fmla="*/ 6431719 h 6530563"/>
              <a:gd name="connsiteX4" fmla="*/ 259 w 9148573"/>
              <a:gd name="connsiteY4" fmla="*/ 6530563 h 6530563"/>
              <a:gd name="connsiteX5" fmla="*/ 33 w 9148573"/>
              <a:gd name="connsiteY5" fmla="*/ 4989476 h 6530563"/>
              <a:gd name="connsiteX6" fmla="*/ 2098567 w 9148573"/>
              <a:gd name="connsiteY6" fmla="*/ 3787326 h 6530563"/>
              <a:gd name="connsiteX7" fmla="*/ 2136667 w 9148573"/>
              <a:gd name="connsiteY7" fmla="*/ 3684931 h 6530563"/>
              <a:gd name="connsiteX0" fmla="*/ 2136634 w 9148540"/>
              <a:gd name="connsiteY0" fmla="*/ 3684931 h 6544850"/>
              <a:gd name="connsiteX1" fmla="*/ 2138528 w 9148540"/>
              <a:gd name="connsiteY1" fmla="*/ 0 h 6544850"/>
              <a:gd name="connsiteX2" fmla="*/ 9148424 w 9148540"/>
              <a:gd name="connsiteY2" fmla="*/ 484 h 6544850"/>
              <a:gd name="connsiteX3" fmla="*/ 9146452 w 9148540"/>
              <a:gd name="connsiteY3" fmla="*/ 6431719 h 6544850"/>
              <a:gd name="connsiteX4" fmla="*/ 2607 w 9148540"/>
              <a:gd name="connsiteY4" fmla="*/ 6544850 h 6544850"/>
              <a:gd name="connsiteX5" fmla="*/ 0 w 9148540"/>
              <a:gd name="connsiteY5" fmla="*/ 4989476 h 6544850"/>
              <a:gd name="connsiteX6" fmla="*/ 2098534 w 9148540"/>
              <a:gd name="connsiteY6" fmla="*/ 3787326 h 6544850"/>
              <a:gd name="connsiteX7" fmla="*/ 2136634 w 9148540"/>
              <a:gd name="connsiteY7" fmla="*/ 3684931 h 6544850"/>
              <a:gd name="connsiteX0" fmla="*/ 2136666 w 9148572"/>
              <a:gd name="connsiteY0" fmla="*/ 3684931 h 6551993"/>
              <a:gd name="connsiteX1" fmla="*/ 2138560 w 9148572"/>
              <a:gd name="connsiteY1" fmla="*/ 0 h 6551993"/>
              <a:gd name="connsiteX2" fmla="*/ 9148456 w 9148572"/>
              <a:gd name="connsiteY2" fmla="*/ 484 h 6551993"/>
              <a:gd name="connsiteX3" fmla="*/ 9146484 w 9148572"/>
              <a:gd name="connsiteY3" fmla="*/ 6431719 h 6551993"/>
              <a:gd name="connsiteX4" fmla="*/ 258 w 9148572"/>
              <a:gd name="connsiteY4" fmla="*/ 6551993 h 6551993"/>
              <a:gd name="connsiteX5" fmla="*/ 32 w 9148572"/>
              <a:gd name="connsiteY5" fmla="*/ 4989476 h 6551993"/>
              <a:gd name="connsiteX6" fmla="*/ 2098566 w 9148572"/>
              <a:gd name="connsiteY6" fmla="*/ 3787326 h 6551993"/>
              <a:gd name="connsiteX7" fmla="*/ 2136666 w 9148572"/>
              <a:gd name="connsiteY7" fmla="*/ 3684931 h 655199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572" h="6553163">
                <a:moveTo>
                  <a:pt x="2136666" y="3684931"/>
                </a:moveTo>
                <a:cubicBezTo>
                  <a:pt x="2133491" y="2309362"/>
                  <a:pt x="2136973" y="6350"/>
                  <a:pt x="2138560" y="0"/>
                </a:cubicBezTo>
                <a:lnTo>
                  <a:pt x="9148456" y="484"/>
                </a:lnTo>
                <a:cubicBezTo>
                  <a:pt x="9149250" y="2143468"/>
                  <a:pt x="9145690" y="4410179"/>
                  <a:pt x="9146484" y="6553163"/>
                </a:cubicBezTo>
                <a:lnTo>
                  <a:pt x="258" y="6551993"/>
                </a:lnTo>
                <a:cubicBezTo>
                  <a:pt x="-536" y="6280671"/>
                  <a:pt x="826" y="5260798"/>
                  <a:pt x="32" y="4989476"/>
                </a:cubicBezTo>
                <a:cubicBezTo>
                  <a:pt x="1619" y="4994239"/>
                  <a:pt x="2087454" y="3784944"/>
                  <a:pt x="2098566" y="3787326"/>
                </a:cubicBezTo>
                <a:cubicBezTo>
                  <a:pt x="2135872" y="3761925"/>
                  <a:pt x="2132697" y="3753195"/>
                  <a:pt x="2136666" y="3684931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F6646-1FE3-92F8-87C4-3803D18EC383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1EBC2415-3600-B30D-73F6-CDF1EEF34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000" y="2196000"/>
            <a:ext cx="1824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55DB339E-2FC5-AB09-55A2-34A18128B9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600" y="2196000"/>
            <a:ext cx="8030400" cy="1008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sz="4000" dirty="0"/>
              <a:t>Divider Slide (</a:t>
            </a:r>
            <a:r>
              <a:rPr lang="en-US" altLang="ja-JP" sz="4000" dirty="0" err="1"/>
              <a:t>YaHei</a:t>
            </a:r>
            <a:r>
              <a:rPr lang="en-US" altLang="ja-JP" sz="4000" dirty="0"/>
              <a:t>, Bold, 40px, grey)  </a:t>
            </a:r>
          </a:p>
        </p:txBody>
      </p:sp>
    </p:spTree>
    <p:extLst>
      <p:ext uri="{BB962C8B-B14F-4D97-AF65-F5344CB8AC3E}">
        <p14:creationId xmlns:p14="http://schemas.microsoft.com/office/powerpoint/2010/main" val="189971960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">
            <a:extLst>
              <a:ext uri="{FF2B5EF4-FFF2-40B4-BE49-F238E27FC236}">
                <a16:creationId xmlns:a16="http://schemas.microsoft.com/office/drawing/2014/main" id="{D9233A8A-A391-E4B3-81A2-9F2D24F44F9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488" y="-3947"/>
            <a:ext cx="12198096" cy="6553163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0508 h 6428955"/>
              <a:gd name="connsiteX1" fmla="*/ 2514114 w 12199143"/>
              <a:gd name="connsiteY1" fmla="*/ 353671 h 6428955"/>
              <a:gd name="connsiteX2" fmla="*/ 12196762 w 12199143"/>
              <a:gd name="connsiteY2" fmla="*/ 2 h 6428955"/>
              <a:gd name="connsiteX3" fmla="*/ 12199143 w 12199143"/>
              <a:gd name="connsiteY3" fmla="*/ 6428955 h 6428955"/>
              <a:gd name="connsiteX4" fmla="*/ 4762 w 12199143"/>
              <a:gd name="connsiteY4" fmla="*/ 6426573 h 6428955"/>
              <a:gd name="connsiteX5" fmla="*/ 0 w 12199143"/>
              <a:gd name="connsiteY5" fmla="*/ 5564983 h 6428955"/>
              <a:gd name="connsiteX6" fmla="*/ 2457450 w 12199143"/>
              <a:gd name="connsiteY6" fmla="*/ 4150523 h 6428955"/>
              <a:gd name="connsiteX7" fmla="*/ 2502693 w 12199143"/>
              <a:gd name="connsiteY7" fmla="*/ 4050508 h 6428955"/>
              <a:gd name="connsiteX0" fmla="*/ 2497933 w 12194383"/>
              <a:gd name="connsiteY0" fmla="*/ 4050508 h 6428955"/>
              <a:gd name="connsiteX1" fmla="*/ 2509354 w 12194383"/>
              <a:gd name="connsiteY1" fmla="*/ 353671 h 6428955"/>
              <a:gd name="connsiteX2" fmla="*/ 12192002 w 12194383"/>
              <a:gd name="connsiteY2" fmla="*/ 2 h 6428955"/>
              <a:gd name="connsiteX3" fmla="*/ 12194383 w 12194383"/>
              <a:gd name="connsiteY3" fmla="*/ 6428955 h 6428955"/>
              <a:gd name="connsiteX4" fmla="*/ 2 w 12194383"/>
              <a:gd name="connsiteY4" fmla="*/ 6426573 h 6428955"/>
              <a:gd name="connsiteX5" fmla="*/ 335106 w 12194383"/>
              <a:gd name="connsiteY5" fmla="*/ 5378866 h 6428955"/>
              <a:gd name="connsiteX6" fmla="*/ 2452690 w 12194383"/>
              <a:gd name="connsiteY6" fmla="*/ 4150523 h 6428955"/>
              <a:gd name="connsiteX7" fmla="*/ 2497933 w 12194383"/>
              <a:gd name="connsiteY7" fmla="*/ 4050508 h 6428955"/>
              <a:gd name="connsiteX0" fmla="*/ 2162827 w 11859277"/>
              <a:gd name="connsiteY0" fmla="*/ 4050508 h 6442758"/>
              <a:gd name="connsiteX1" fmla="*/ 2174248 w 11859277"/>
              <a:gd name="connsiteY1" fmla="*/ 353671 h 6442758"/>
              <a:gd name="connsiteX2" fmla="*/ 11856896 w 11859277"/>
              <a:gd name="connsiteY2" fmla="*/ 2 h 6442758"/>
              <a:gd name="connsiteX3" fmla="*/ 11859277 w 11859277"/>
              <a:gd name="connsiteY3" fmla="*/ 6428955 h 6442758"/>
              <a:gd name="connsiteX4" fmla="*/ 4762 w 11859277"/>
              <a:gd name="connsiteY4" fmla="*/ 6442758 h 6442758"/>
              <a:gd name="connsiteX5" fmla="*/ 0 w 11859277"/>
              <a:gd name="connsiteY5" fmla="*/ 5378866 h 6442758"/>
              <a:gd name="connsiteX6" fmla="*/ 2117584 w 11859277"/>
              <a:gd name="connsiteY6" fmla="*/ 4150523 h 6442758"/>
              <a:gd name="connsiteX7" fmla="*/ 2162827 w 11859277"/>
              <a:gd name="connsiteY7" fmla="*/ 4050508 h 6442758"/>
              <a:gd name="connsiteX0" fmla="*/ 2162827 w 11856896"/>
              <a:gd name="connsiteY0" fmla="*/ 4050508 h 6442758"/>
              <a:gd name="connsiteX1" fmla="*/ 2174248 w 11856896"/>
              <a:gd name="connsiteY1" fmla="*/ 353671 h 6442758"/>
              <a:gd name="connsiteX2" fmla="*/ 11856896 w 11856896"/>
              <a:gd name="connsiteY2" fmla="*/ 2 h 6442758"/>
              <a:gd name="connsiteX3" fmla="*/ 9172721 w 11856896"/>
              <a:gd name="connsiteY3" fmla="*/ 6437048 h 6442758"/>
              <a:gd name="connsiteX4" fmla="*/ 4762 w 11856896"/>
              <a:gd name="connsiteY4" fmla="*/ 6442758 h 6442758"/>
              <a:gd name="connsiteX5" fmla="*/ 0 w 11856896"/>
              <a:gd name="connsiteY5" fmla="*/ 5378866 h 6442758"/>
              <a:gd name="connsiteX6" fmla="*/ 2117584 w 11856896"/>
              <a:gd name="connsiteY6" fmla="*/ 4150523 h 6442758"/>
              <a:gd name="connsiteX7" fmla="*/ 2162827 w 11856896"/>
              <a:gd name="connsiteY7" fmla="*/ 4050508 h 6442758"/>
              <a:gd name="connsiteX0" fmla="*/ 2162827 w 9186553"/>
              <a:gd name="connsiteY0" fmla="*/ 3710640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2827 w 9186553"/>
              <a:gd name="connsiteY7" fmla="*/ 3710640 h 6102890"/>
              <a:gd name="connsiteX0" fmla="*/ 2210452 w 9186553"/>
              <a:gd name="connsiteY0" fmla="*/ 3701115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210452 w 9186553"/>
              <a:gd name="connsiteY7" fmla="*/ 3701115 h 6102890"/>
              <a:gd name="connsiteX0" fmla="*/ 2165208 w 9186553"/>
              <a:gd name="connsiteY0" fmla="*/ 3705878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5208 w 9186553"/>
              <a:gd name="connsiteY7" fmla="*/ 3705878 h 6102890"/>
              <a:gd name="connsiteX0" fmla="*/ 2167590 w 9186553"/>
              <a:gd name="connsiteY0" fmla="*/ 3715403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46844 h 6134331"/>
              <a:gd name="connsiteX1" fmla="*/ 2176629 w 9186553"/>
              <a:gd name="connsiteY1" fmla="*/ 0 h 6134331"/>
              <a:gd name="connsiteX2" fmla="*/ 9186524 w 9186553"/>
              <a:gd name="connsiteY2" fmla="*/ 31441 h 6134331"/>
              <a:gd name="connsiteX3" fmla="*/ 9172721 w 9186553"/>
              <a:gd name="connsiteY3" fmla="*/ 6128621 h 6134331"/>
              <a:gd name="connsiteX4" fmla="*/ 4762 w 9186553"/>
              <a:gd name="connsiteY4" fmla="*/ 6134331 h 6134331"/>
              <a:gd name="connsiteX5" fmla="*/ 0 w 9186553"/>
              <a:gd name="connsiteY5" fmla="*/ 5070439 h 6134331"/>
              <a:gd name="connsiteX6" fmla="*/ 2117584 w 9186553"/>
              <a:gd name="connsiteY6" fmla="*/ 3842096 h 6134331"/>
              <a:gd name="connsiteX7" fmla="*/ 2167590 w 9186553"/>
              <a:gd name="connsiteY7" fmla="*/ 3746844 h 6134331"/>
              <a:gd name="connsiteX0" fmla="*/ 2167590 w 9186553"/>
              <a:gd name="connsiteY0" fmla="*/ 3715403 h 6102890"/>
              <a:gd name="connsiteX1" fmla="*/ 2231398 w 9186553"/>
              <a:gd name="connsiteY1" fmla="*/ 104291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2341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214728 w 9186553"/>
              <a:gd name="connsiteY1" fmla="*/ 20947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4722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72721"/>
              <a:gd name="connsiteY0" fmla="*/ 3701115 h 6088602"/>
              <a:gd name="connsiteX1" fmla="*/ 2164722 w 9172721"/>
              <a:gd name="connsiteY1" fmla="*/ 4278 h 6088602"/>
              <a:gd name="connsiteX2" fmla="*/ 9167474 w 9172721"/>
              <a:gd name="connsiteY2" fmla="*/ 0 h 6088602"/>
              <a:gd name="connsiteX3" fmla="*/ 9172721 w 9172721"/>
              <a:gd name="connsiteY3" fmla="*/ 6082892 h 6088602"/>
              <a:gd name="connsiteX4" fmla="*/ 4762 w 9172721"/>
              <a:gd name="connsiteY4" fmla="*/ 6088602 h 6088602"/>
              <a:gd name="connsiteX5" fmla="*/ 0 w 9172721"/>
              <a:gd name="connsiteY5" fmla="*/ 5024710 h 6088602"/>
              <a:gd name="connsiteX6" fmla="*/ 2117584 w 9172721"/>
              <a:gd name="connsiteY6" fmla="*/ 3796367 h 6088602"/>
              <a:gd name="connsiteX7" fmla="*/ 2167590 w 9172721"/>
              <a:gd name="connsiteY7" fmla="*/ 3701115 h 6088602"/>
              <a:gd name="connsiteX0" fmla="*/ 2167590 w 9170340"/>
              <a:gd name="connsiteY0" fmla="*/ 3701115 h 6088602"/>
              <a:gd name="connsiteX1" fmla="*/ 2164722 w 9170340"/>
              <a:gd name="connsiteY1" fmla="*/ 4278 h 6088602"/>
              <a:gd name="connsiteX2" fmla="*/ 9167474 w 9170340"/>
              <a:gd name="connsiteY2" fmla="*/ 0 h 6088602"/>
              <a:gd name="connsiteX3" fmla="*/ 9170340 w 9170340"/>
              <a:gd name="connsiteY3" fmla="*/ 6082892 h 6088602"/>
              <a:gd name="connsiteX4" fmla="*/ 4762 w 9170340"/>
              <a:gd name="connsiteY4" fmla="*/ 6088602 h 6088602"/>
              <a:gd name="connsiteX5" fmla="*/ 0 w 9170340"/>
              <a:gd name="connsiteY5" fmla="*/ 5024710 h 6088602"/>
              <a:gd name="connsiteX6" fmla="*/ 2117584 w 9170340"/>
              <a:gd name="connsiteY6" fmla="*/ 3796367 h 6088602"/>
              <a:gd name="connsiteX7" fmla="*/ 2167590 w 9170340"/>
              <a:gd name="connsiteY7" fmla="*/ 3701115 h 6088602"/>
              <a:gd name="connsiteX0" fmla="*/ 2162835 w 9165585"/>
              <a:gd name="connsiteY0" fmla="*/ 3701115 h 6088602"/>
              <a:gd name="connsiteX1" fmla="*/ 2159967 w 9165585"/>
              <a:gd name="connsiteY1" fmla="*/ 4278 h 6088602"/>
              <a:gd name="connsiteX2" fmla="*/ 9162719 w 9165585"/>
              <a:gd name="connsiteY2" fmla="*/ 0 h 6088602"/>
              <a:gd name="connsiteX3" fmla="*/ 9165585 w 9165585"/>
              <a:gd name="connsiteY3" fmla="*/ 6082892 h 6088602"/>
              <a:gd name="connsiteX4" fmla="*/ 7 w 9165585"/>
              <a:gd name="connsiteY4" fmla="*/ 6088602 h 6088602"/>
              <a:gd name="connsiteX5" fmla="*/ 69064 w 9165585"/>
              <a:gd name="connsiteY5" fmla="*/ 5036616 h 6088602"/>
              <a:gd name="connsiteX6" fmla="*/ 2112829 w 9165585"/>
              <a:gd name="connsiteY6" fmla="*/ 3796367 h 6088602"/>
              <a:gd name="connsiteX7" fmla="*/ 2162835 w 9165585"/>
              <a:gd name="connsiteY7" fmla="*/ 3701115 h 6088602"/>
              <a:gd name="connsiteX0" fmla="*/ 2162856 w 9165606"/>
              <a:gd name="connsiteY0" fmla="*/ 3701115 h 6088602"/>
              <a:gd name="connsiteX1" fmla="*/ 2159988 w 9165606"/>
              <a:gd name="connsiteY1" fmla="*/ 4278 h 6088602"/>
              <a:gd name="connsiteX2" fmla="*/ 9162740 w 9165606"/>
              <a:gd name="connsiteY2" fmla="*/ 0 h 6088602"/>
              <a:gd name="connsiteX3" fmla="*/ 9165606 w 9165606"/>
              <a:gd name="connsiteY3" fmla="*/ 6082892 h 6088602"/>
              <a:gd name="connsiteX4" fmla="*/ 28 w 9165606"/>
              <a:gd name="connsiteY4" fmla="*/ 6088602 h 6088602"/>
              <a:gd name="connsiteX5" fmla="*/ 14316 w 9165606"/>
              <a:gd name="connsiteY5" fmla="*/ 5003279 h 6088602"/>
              <a:gd name="connsiteX6" fmla="*/ 2112850 w 9165606"/>
              <a:gd name="connsiteY6" fmla="*/ 3796367 h 6088602"/>
              <a:gd name="connsiteX7" fmla="*/ 2162856 w 9165606"/>
              <a:gd name="connsiteY7" fmla="*/ 3701115 h 6088602"/>
              <a:gd name="connsiteX0" fmla="*/ 2148573 w 9151323"/>
              <a:gd name="connsiteY0" fmla="*/ 3701115 h 6432107"/>
              <a:gd name="connsiteX1" fmla="*/ 2145705 w 9151323"/>
              <a:gd name="connsiteY1" fmla="*/ 4278 h 6432107"/>
              <a:gd name="connsiteX2" fmla="*/ 9148457 w 9151323"/>
              <a:gd name="connsiteY2" fmla="*/ 0 h 6432107"/>
              <a:gd name="connsiteX3" fmla="*/ 9151323 w 9151323"/>
              <a:gd name="connsiteY3" fmla="*/ 6082892 h 6432107"/>
              <a:gd name="connsiteX4" fmla="*/ 259 w 9151323"/>
              <a:gd name="connsiteY4" fmla="*/ 6432107 h 6432107"/>
              <a:gd name="connsiteX5" fmla="*/ 33 w 9151323"/>
              <a:gd name="connsiteY5" fmla="*/ 5003279 h 6432107"/>
              <a:gd name="connsiteX6" fmla="*/ 2098567 w 9151323"/>
              <a:gd name="connsiteY6" fmla="*/ 3796367 h 6432107"/>
              <a:gd name="connsiteX7" fmla="*/ 2148573 w 915132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5003279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50922 w 9150922"/>
              <a:gd name="connsiteY0" fmla="*/ 3701115 h 6432107"/>
              <a:gd name="connsiteX1" fmla="*/ 2148054 w 9150922"/>
              <a:gd name="connsiteY1" fmla="*/ 4278 h 6432107"/>
              <a:gd name="connsiteX2" fmla="*/ 9150806 w 9150922"/>
              <a:gd name="connsiteY2" fmla="*/ 0 h 6432107"/>
              <a:gd name="connsiteX3" fmla="*/ 9148834 w 9150922"/>
              <a:gd name="connsiteY3" fmla="*/ 6431235 h 6432107"/>
              <a:gd name="connsiteX4" fmla="*/ 2608 w 9150922"/>
              <a:gd name="connsiteY4" fmla="*/ 6432107 h 6432107"/>
              <a:gd name="connsiteX5" fmla="*/ 0 w 9150922"/>
              <a:gd name="connsiteY5" fmla="*/ 4996135 h 6432107"/>
              <a:gd name="connsiteX6" fmla="*/ 2100916 w 9150922"/>
              <a:gd name="connsiteY6" fmla="*/ 3796367 h 6432107"/>
              <a:gd name="connsiteX7" fmla="*/ 2150922 w 9150922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48573 w 9148573"/>
              <a:gd name="connsiteY7" fmla="*/ 3701115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730176 h 6477836"/>
              <a:gd name="connsiteX1" fmla="*/ 2093317 w 9148573"/>
              <a:gd name="connsiteY1" fmla="*/ 0 h 6477836"/>
              <a:gd name="connsiteX2" fmla="*/ 9148457 w 9148573"/>
              <a:gd name="connsiteY2" fmla="*/ 45729 h 6477836"/>
              <a:gd name="connsiteX3" fmla="*/ 9146485 w 9148573"/>
              <a:gd name="connsiteY3" fmla="*/ 6476964 h 6477836"/>
              <a:gd name="connsiteX4" fmla="*/ 259 w 9148573"/>
              <a:gd name="connsiteY4" fmla="*/ 6477836 h 6477836"/>
              <a:gd name="connsiteX5" fmla="*/ 33 w 9148573"/>
              <a:gd name="connsiteY5" fmla="*/ 5034721 h 6477836"/>
              <a:gd name="connsiteX6" fmla="*/ 2098567 w 9148573"/>
              <a:gd name="connsiteY6" fmla="*/ 3832571 h 6477836"/>
              <a:gd name="connsiteX7" fmla="*/ 2136667 w 9148573"/>
              <a:gd name="connsiteY7" fmla="*/ 3730176 h 6477836"/>
              <a:gd name="connsiteX0" fmla="*/ 2136667 w 9148573"/>
              <a:gd name="connsiteY0" fmla="*/ 3684447 h 6432107"/>
              <a:gd name="connsiteX1" fmla="*/ 2188567 w 9148573"/>
              <a:gd name="connsiteY1" fmla="*/ 399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0942 w 9148573"/>
              <a:gd name="connsiteY1" fmla="*/ 18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931 h 6432591"/>
              <a:gd name="connsiteX1" fmla="*/ 2138561 w 9148573"/>
              <a:gd name="connsiteY1" fmla="*/ 0 h 6432591"/>
              <a:gd name="connsiteX2" fmla="*/ 9148457 w 9148573"/>
              <a:gd name="connsiteY2" fmla="*/ 484 h 6432591"/>
              <a:gd name="connsiteX3" fmla="*/ 9146485 w 9148573"/>
              <a:gd name="connsiteY3" fmla="*/ 6431719 h 6432591"/>
              <a:gd name="connsiteX4" fmla="*/ 259 w 9148573"/>
              <a:gd name="connsiteY4" fmla="*/ 6432591 h 6432591"/>
              <a:gd name="connsiteX5" fmla="*/ 33 w 9148573"/>
              <a:gd name="connsiteY5" fmla="*/ 4989476 h 6432591"/>
              <a:gd name="connsiteX6" fmla="*/ 2098567 w 9148573"/>
              <a:gd name="connsiteY6" fmla="*/ 3787326 h 6432591"/>
              <a:gd name="connsiteX7" fmla="*/ 2136667 w 9148573"/>
              <a:gd name="connsiteY7" fmla="*/ 3684931 h 6432591"/>
              <a:gd name="connsiteX0" fmla="*/ 2136667 w 9148573"/>
              <a:gd name="connsiteY0" fmla="*/ 3684931 h 6622003"/>
              <a:gd name="connsiteX1" fmla="*/ 2138561 w 9148573"/>
              <a:gd name="connsiteY1" fmla="*/ 0 h 6622003"/>
              <a:gd name="connsiteX2" fmla="*/ 9148457 w 9148573"/>
              <a:gd name="connsiteY2" fmla="*/ 484 h 6622003"/>
              <a:gd name="connsiteX3" fmla="*/ 9146485 w 9148573"/>
              <a:gd name="connsiteY3" fmla="*/ 6431719 h 6622003"/>
              <a:gd name="connsiteX4" fmla="*/ 259 w 9148573"/>
              <a:gd name="connsiteY4" fmla="*/ 6622003 h 6622003"/>
              <a:gd name="connsiteX5" fmla="*/ 33 w 9148573"/>
              <a:gd name="connsiteY5" fmla="*/ 4989476 h 6622003"/>
              <a:gd name="connsiteX6" fmla="*/ 2098567 w 9148573"/>
              <a:gd name="connsiteY6" fmla="*/ 3787326 h 6622003"/>
              <a:gd name="connsiteX7" fmla="*/ 2136667 w 9148573"/>
              <a:gd name="connsiteY7" fmla="*/ 3684931 h 6622003"/>
              <a:gd name="connsiteX0" fmla="*/ 2136667 w 9148573"/>
              <a:gd name="connsiteY0" fmla="*/ 3684931 h 6569751"/>
              <a:gd name="connsiteX1" fmla="*/ 2138561 w 9148573"/>
              <a:gd name="connsiteY1" fmla="*/ 0 h 6569751"/>
              <a:gd name="connsiteX2" fmla="*/ 9148457 w 9148573"/>
              <a:gd name="connsiteY2" fmla="*/ 484 h 6569751"/>
              <a:gd name="connsiteX3" fmla="*/ 9146485 w 9148573"/>
              <a:gd name="connsiteY3" fmla="*/ 6431719 h 6569751"/>
              <a:gd name="connsiteX4" fmla="*/ 259 w 9148573"/>
              <a:gd name="connsiteY4" fmla="*/ 6569751 h 6569751"/>
              <a:gd name="connsiteX5" fmla="*/ 33 w 9148573"/>
              <a:gd name="connsiteY5" fmla="*/ 4989476 h 6569751"/>
              <a:gd name="connsiteX6" fmla="*/ 2098567 w 9148573"/>
              <a:gd name="connsiteY6" fmla="*/ 3787326 h 6569751"/>
              <a:gd name="connsiteX7" fmla="*/ 2136667 w 9148573"/>
              <a:gd name="connsiteY7" fmla="*/ 3684931 h 6569751"/>
              <a:gd name="connsiteX0" fmla="*/ 2136667 w 9148573"/>
              <a:gd name="connsiteY0" fmla="*/ 3684931 h 6530563"/>
              <a:gd name="connsiteX1" fmla="*/ 2138561 w 9148573"/>
              <a:gd name="connsiteY1" fmla="*/ 0 h 6530563"/>
              <a:gd name="connsiteX2" fmla="*/ 9148457 w 9148573"/>
              <a:gd name="connsiteY2" fmla="*/ 484 h 6530563"/>
              <a:gd name="connsiteX3" fmla="*/ 9146485 w 9148573"/>
              <a:gd name="connsiteY3" fmla="*/ 6431719 h 6530563"/>
              <a:gd name="connsiteX4" fmla="*/ 259 w 9148573"/>
              <a:gd name="connsiteY4" fmla="*/ 6530563 h 6530563"/>
              <a:gd name="connsiteX5" fmla="*/ 33 w 9148573"/>
              <a:gd name="connsiteY5" fmla="*/ 4989476 h 6530563"/>
              <a:gd name="connsiteX6" fmla="*/ 2098567 w 9148573"/>
              <a:gd name="connsiteY6" fmla="*/ 3787326 h 6530563"/>
              <a:gd name="connsiteX7" fmla="*/ 2136667 w 9148573"/>
              <a:gd name="connsiteY7" fmla="*/ 3684931 h 6530563"/>
              <a:gd name="connsiteX0" fmla="*/ 2136634 w 9148540"/>
              <a:gd name="connsiteY0" fmla="*/ 3684931 h 6544850"/>
              <a:gd name="connsiteX1" fmla="*/ 2138528 w 9148540"/>
              <a:gd name="connsiteY1" fmla="*/ 0 h 6544850"/>
              <a:gd name="connsiteX2" fmla="*/ 9148424 w 9148540"/>
              <a:gd name="connsiteY2" fmla="*/ 484 h 6544850"/>
              <a:gd name="connsiteX3" fmla="*/ 9146452 w 9148540"/>
              <a:gd name="connsiteY3" fmla="*/ 6431719 h 6544850"/>
              <a:gd name="connsiteX4" fmla="*/ 2607 w 9148540"/>
              <a:gd name="connsiteY4" fmla="*/ 6544850 h 6544850"/>
              <a:gd name="connsiteX5" fmla="*/ 0 w 9148540"/>
              <a:gd name="connsiteY5" fmla="*/ 4989476 h 6544850"/>
              <a:gd name="connsiteX6" fmla="*/ 2098534 w 9148540"/>
              <a:gd name="connsiteY6" fmla="*/ 3787326 h 6544850"/>
              <a:gd name="connsiteX7" fmla="*/ 2136634 w 9148540"/>
              <a:gd name="connsiteY7" fmla="*/ 3684931 h 6544850"/>
              <a:gd name="connsiteX0" fmla="*/ 2136666 w 9148572"/>
              <a:gd name="connsiteY0" fmla="*/ 3684931 h 6551993"/>
              <a:gd name="connsiteX1" fmla="*/ 2138560 w 9148572"/>
              <a:gd name="connsiteY1" fmla="*/ 0 h 6551993"/>
              <a:gd name="connsiteX2" fmla="*/ 9148456 w 9148572"/>
              <a:gd name="connsiteY2" fmla="*/ 484 h 6551993"/>
              <a:gd name="connsiteX3" fmla="*/ 9146484 w 9148572"/>
              <a:gd name="connsiteY3" fmla="*/ 6431719 h 6551993"/>
              <a:gd name="connsiteX4" fmla="*/ 258 w 9148572"/>
              <a:gd name="connsiteY4" fmla="*/ 6551993 h 6551993"/>
              <a:gd name="connsiteX5" fmla="*/ 32 w 9148572"/>
              <a:gd name="connsiteY5" fmla="*/ 4989476 h 6551993"/>
              <a:gd name="connsiteX6" fmla="*/ 2098566 w 9148572"/>
              <a:gd name="connsiteY6" fmla="*/ 3787326 h 6551993"/>
              <a:gd name="connsiteX7" fmla="*/ 2136666 w 9148572"/>
              <a:gd name="connsiteY7" fmla="*/ 3684931 h 655199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572" h="6553163">
                <a:moveTo>
                  <a:pt x="2136666" y="3684931"/>
                </a:moveTo>
                <a:cubicBezTo>
                  <a:pt x="2133491" y="2309362"/>
                  <a:pt x="2136973" y="6350"/>
                  <a:pt x="2138560" y="0"/>
                </a:cubicBezTo>
                <a:lnTo>
                  <a:pt x="9148456" y="484"/>
                </a:lnTo>
                <a:cubicBezTo>
                  <a:pt x="9149250" y="2143468"/>
                  <a:pt x="9145690" y="4410179"/>
                  <a:pt x="9146484" y="6553163"/>
                </a:cubicBezTo>
                <a:lnTo>
                  <a:pt x="258" y="6551993"/>
                </a:lnTo>
                <a:cubicBezTo>
                  <a:pt x="-536" y="6280671"/>
                  <a:pt x="826" y="5260798"/>
                  <a:pt x="32" y="4989476"/>
                </a:cubicBezTo>
                <a:cubicBezTo>
                  <a:pt x="1619" y="4994239"/>
                  <a:pt x="2087454" y="3784944"/>
                  <a:pt x="2098566" y="3787326"/>
                </a:cubicBezTo>
                <a:cubicBezTo>
                  <a:pt x="2135872" y="3761925"/>
                  <a:pt x="2132697" y="3753195"/>
                  <a:pt x="2136666" y="3684931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F6646-1FE3-92F8-87C4-3803D18EC383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1EBC2415-3600-B30D-73F6-CDF1EEF34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000" y="2196000"/>
            <a:ext cx="1824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9C7072C-4EFE-7DA6-870E-EF937CD51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600" y="2196000"/>
            <a:ext cx="8030400" cy="1008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sz="4000" dirty="0"/>
              <a:t>Divider Slide (</a:t>
            </a:r>
            <a:r>
              <a:rPr lang="en-US" altLang="ja-JP" sz="4000" dirty="0" err="1"/>
              <a:t>YaHei</a:t>
            </a:r>
            <a:r>
              <a:rPr lang="en-US" altLang="ja-JP" sz="4000" dirty="0"/>
              <a:t>, Bold, 40px, grey)  </a:t>
            </a:r>
          </a:p>
        </p:txBody>
      </p:sp>
    </p:spTree>
    <p:extLst>
      <p:ext uri="{BB962C8B-B14F-4D97-AF65-F5344CB8AC3E}">
        <p14:creationId xmlns:p14="http://schemas.microsoft.com/office/powerpoint/2010/main" val="21172116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">
            <a:extLst>
              <a:ext uri="{FF2B5EF4-FFF2-40B4-BE49-F238E27FC236}">
                <a16:creationId xmlns:a16="http://schemas.microsoft.com/office/drawing/2014/main" id="{4E202DE7-D847-3417-ACC1-700429F19A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488" y="-3947"/>
            <a:ext cx="12198096" cy="6553163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0508 h 6428955"/>
              <a:gd name="connsiteX1" fmla="*/ 2514114 w 12199143"/>
              <a:gd name="connsiteY1" fmla="*/ 353671 h 6428955"/>
              <a:gd name="connsiteX2" fmla="*/ 12196762 w 12199143"/>
              <a:gd name="connsiteY2" fmla="*/ 2 h 6428955"/>
              <a:gd name="connsiteX3" fmla="*/ 12199143 w 12199143"/>
              <a:gd name="connsiteY3" fmla="*/ 6428955 h 6428955"/>
              <a:gd name="connsiteX4" fmla="*/ 4762 w 12199143"/>
              <a:gd name="connsiteY4" fmla="*/ 6426573 h 6428955"/>
              <a:gd name="connsiteX5" fmla="*/ 0 w 12199143"/>
              <a:gd name="connsiteY5" fmla="*/ 5564983 h 6428955"/>
              <a:gd name="connsiteX6" fmla="*/ 2457450 w 12199143"/>
              <a:gd name="connsiteY6" fmla="*/ 4150523 h 6428955"/>
              <a:gd name="connsiteX7" fmla="*/ 2502693 w 12199143"/>
              <a:gd name="connsiteY7" fmla="*/ 4050508 h 6428955"/>
              <a:gd name="connsiteX0" fmla="*/ 2497933 w 12194383"/>
              <a:gd name="connsiteY0" fmla="*/ 4050508 h 6428955"/>
              <a:gd name="connsiteX1" fmla="*/ 2509354 w 12194383"/>
              <a:gd name="connsiteY1" fmla="*/ 353671 h 6428955"/>
              <a:gd name="connsiteX2" fmla="*/ 12192002 w 12194383"/>
              <a:gd name="connsiteY2" fmla="*/ 2 h 6428955"/>
              <a:gd name="connsiteX3" fmla="*/ 12194383 w 12194383"/>
              <a:gd name="connsiteY3" fmla="*/ 6428955 h 6428955"/>
              <a:gd name="connsiteX4" fmla="*/ 2 w 12194383"/>
              <a:gd name="connsiteY4" fmla="*/ 6426573 h 6428955"/>
              <a:gd name="connsiteX5" fmla="*/ 335106 w 12194383"/>
              <a:gd name="connsiteY5" fmla="*/ 5378866 h 6428955"/>
              <a:gd name="connsiteX6" fmla="*/ 2452690 w 12194383"/>
              <a:gd name="connsiteY6" fmla="*/ 4150523 h 6428955"/>
              <a:gd name="connsiteX7" fmla="*/ 2497933 w 12194383"/>
              <a:gd name="connsiteY7" fmla="*/ 4050508 h 6428955"/>
              <a:gd name="connsiteX0" fmla="*/ 2162827 w 11859277"/>
              <a:gd name="connsiteY0" fmla="*/ 4050508 h 6442758"/>
              <a:gd name="connsiteX1" fmla="*/ 2174248 w 11859277"/>
              <a:gd name="connsiteY1" fmla="*/ 353671 h 6442758"/>
              <a:gd name="connsiteX2" fmla="*/ 11856896 w 11859277"/>
              <a:gd name="connsiteY2" fmla="*/ 2 h 6442758"/>
              <a:gd name="connsiteX3" fmla="*/ 11859277 w 11859277"/>
              <a:gd name="connsiteY3" fmla="*/ 6428955 h 6442758"/>
              <a:gd name="connsiteX4" fmla="*/ 4762 w 11859277"/>
              <a:gd name="connsiteY4" fmla="*/ 6442758 h 6442758"/>
              <a:gd name="connsiteX5" fmla="*/ 0 w 11859277"/>
              <a:gd name="connsiteY5" fmla="*/ 5378866 h 6442758"/>
              <a:gd name="connsiteX6" fmla="*/ 2117584 w 11859277"/>
              <a:gd name="connsiteY6" fmla="*/ 4150523 h 6442758"/>
              <a:gd name="connsiteX7" fmla="*/ 2162827 w 11859277"/>
              <a:gd name="connsiteY7" fmla="*/ 4050508 h 6442758"/>
              <a:gd name="connsiteX0" fmla="*/ 2162827 w 11856896"/>
              <a:gd name="connsiteY0" fmla="*/ 4050508 h 6442758"/>
              <a:gd name="connsiteX1" fmla="*/ 2174248 w 11856896"/>
              <a:gd name="connsiteY1" fmla="*/ 353671 h 6442758"/>
              <a:gd name="connsiteX2" fmla="*/ 11856896 w 11856896"/>
              <a:gd name="connsiteY2" fmla="*/ 2 h 6442758"/>
              <a:gd name="connsiteX3" fmla="*/ 9172721 w 11856896"/>
              <a:gd name="connsiteY3" fmla="*/ 6437048 h 6442758"/>
              <a:gd name="connsiteX4" fmla="*/ 4762 w 11856896"/>
              <a:gd name="connsiteY4" fmla="*/ 6442758 h 6442758"/>
              <a:gd name="connsiteX5" fmla="*/ 0 w 11856896"/>
              <a:gd name="connsiteY5" fmla="*/ 5378866 h 6442758"/>
              <a:gd name="connsiteX6" fmla="*/ 2117584 w 11856896"/>
              <a:gd name="connsiteY6" fmla="*/ 4150523 h 6442758"/>
              <a:gd name="connsiteX7" fmla="*/ 2162827 w 11856896"/>
              <a:gd name="connsiteY7" fmla="*/ 4050508 h 6442758"/>
              <a:gd name="connsiteX0" fmla="*/ 2162827 w 9186553"/>
              <a:gd name="connsiteY0" fmla="*/ 3710640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2827 w 9186553"/>
              <a:gd name="connsiteY7" fmla="*/ 3710640 h 6102890"/>
              <a:gd name="connsiteX0" fmla="*/ 2210452 w 9186553"/>
              <a:gd name="connsiteY0" fmla="*/ 3701115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210452 w 9186553"/>
              <a:gd name="connsiteY7" fmla="*/ 3701115 h 6102890"/>
              <a:gd name="connsiteX0" fmla="*/ 2165208 w 9186553"/>
              <a:gd name="connsiteY0" fmla="*/ 3705878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5208 w 9186553"/>
              <a:gd name="connsiteY7" fmla="*/ 3705878 h 6102890"/>
              <a:gd name="connsiteX0" fmla="*/ 2167590 w 9186553"/>
              <a:gd name="connsiteY0" fmla="*/ 3715403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46844 h 6134331"/>
              <a:gd name="connsiteX1" fmla="*/ 2176629 w 9186553"/>
              <a:gd name="connsiteY1" fmla="*/ 0 h 6134331"/>
              <a:gd name="connsiteX2" fmla="*/ 9186524 w 9186553"/>
              <a:gd name="connsiteY2" fmla="*/ 31441 h 6134331"/>
              <a:gd name="connsiteX3" fmla="*/ 9172721 w 9186553"/>
              <a:gd name="connsiteY3" fmla="*/ 6128621 h 6134331"/>
              <a:gd name="connsiteX4" fmla="*/ 4762 w 9186553"/>
              <a:gd name="connsiteY4" fmla="*/ 6134331 h 6134331"/>
              <a:gd name="connsiteX5" fmla="*/ 0 w 9186553"/>
              <a:gd name="connsiteY5" fmla="*/ 5070439 h 6134331"/>
              <a:gd name="connsiteX6" fmla="*/ 2117584 w 9186553"/>
              <a:gd name="connsiteY6" fmla="*/ 3842096 h 6134331"/>
              <a:gd name="connsiteX7" fmla="*/ 2167590 w 9186553"/>
              <a:gd name="connsiteY7" fmla="*/ 3746844 h 6134331"/>
              <a:gd name="connsiteX0" fmla="*/ 2167590 w 9186553"/>
              <a:gd name="connsiteY0" fmla="*/ 3715403 h 6102890"/>
              <a:gd name="connsiteX1" fmla="*/ 2231398 w 9186553"/>
              <a:gd name="connsiteY1" fmla="*/ 104291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2341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214728 w 9186553"/>
              <a:gd name="connsiteY1" fmla="*/ 20947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4722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72721"/>
              <a:gd name="connsiteY0" fmla="*/ 3701115 h 6088602"/>
              <a:gd name="connsiteX1" fmla="*/ 2164722 w 9172721"/>
              <a:gd name="connsiteY1" fmla="*/ 4278 h 6088602"/>
              <a:gd name="connsiteX2" fmla="*/ 9167474 w 9172721"/>
              <a:gd name="connsiteY2" fmla="*/ 0 h 6088602"/>
              <a:gd name="connsiteX3" fmla="*/ 9172721 w 9172721"/>
              <a:gd name="connsiteY3" fmla="*/ 6082892 h 6088602"/>
              <a:gd name="connsiteX4" fmla="*/ 4762 w 9172721"/>
              <a:gd name="connsiteY4" fmla="*/ 6088602 h 6088602"/>
              <a:gd name="connsiteX5" fmla="*/ 0 w 9172721"/>
              <a:gd name="connsiteY5" fmla="*/ 5024710 h 6088602"/>
              <a:gd name="connsiteX6" fmla="*/ 2117584 w 9172721"/>
              <a:gd name="connsiteY6" fmla="*/ 3796367 h 6088602"/>
              <a:gd name="connsiteX7" fmla="*/ 2167590 w 9172721"/>
              <a:gd name="connsiteY7" fmla="*/ 3701115 h 6088602"/>
              <a:gd name="connsiteX0" fmla="*/ 2167590 w 9170340"/>
              <a:gd name="connsiteY0" fmla="*/ 3701115 h 6088602"/>
              <a:gd name="connsiteX1" fmla="*/ 2164722 w 9170340"/>
              <a:gd name="connsiteY1" fmla="*/ 4278 h 6088602"/>
              <a:gd name="connsiteX2" fmla="*/ 9167474 w 9170340"/>
              <a:gd name="connsiteY2" fmla="*/ 0 h 6088602"/>
              <a:gd name="connsiteX3" fmla="*/ 9170340 w 9170340"/>
              <a:gd name="connsiteY3" fmla="*/ 6082892 h 6088602"/>
              <a:gd name="connsiteX4" fmla="*/ 4762 w 9170340"/>
              <a:gd name="connsiteY4" fmla="*/ 6088602 h 6088602"/>
              <a:gd name="connsiteX5" fmla="*/ 0 w 9170340"/>
              <a:gd name="connsiteY5" fmla="*/ 5024710 h 6088602"/>
              <a:gd name="connsiteX6" fmla="*/ 2117584 w 9170340"/>
              <a:gd name="connsiteY6" fmla="*/ 3796367 h 6088602"/>
              <a:gd name="connsiteX7" fmla="*/ 2167590 w 9170340"/>
              <a:gd name="connsiteY7" fmla="*/ 3701115 h 6088602"/>
              <a:gd name="connsiteX0" fmla="*/ 2162835 w 9165585"/>
              <a:gd name="connsiteY0" fmla="*/ 3701115 h 6088602"/>
              <a:gd name="connsiteX1" fmla="*/ 2159967 w 9165585"/>
              <a:gd name="connsiteY1" fmla="*/ 4278 h 6088602"/>
              <a:gd name="connsiteX2" fmla="*/ 9162719 w 9165585"/>
              <a:gd name="connsiteY2" fmla="*/ 0 h 6088602"/>
              <a:gd name="connsiteX3" fmla="*/ 9165585 w 9165585"/>
              <a:gd name="connsiteY3" fmla="*/ 6082892 h 6088602"/>
              <a:gd name="connsiteX4" fmla="*/ 7 w 9165585"/>
              <a:gd name="connsiteY4" fmla="*/ 6088602 h 6088602"/>
              <a:gd name="connsiteX5" fmla="*/ 69064 w 9165585"/>
              <a:gd name="connsiteY5" fmla="*/ 5036616 h 6088602"/>
              <a:gd name="connsiteX6" fmla="*/ 2112829 w 9165585"/>
              <a:gd name="connsiteY6" fmla="*/ 3796367 h 6088602"/>
              <a:gd name="connsiteX7" fmla="*/ 2162835 w 9165585"/>
              <a:gd name="connsiteY7" fmla="*/ 3701115 h 6088602"/>
              <a:gd name="connsiteX0" fmla="*/ 2162856 w 9165606"/>
              <a:gd name="connsiteY0" fmla="*/ 3701115 h 6088602"/>
              <a:gd name="connsiteX1" fmla="*/ 2159988 w 9165606"/>
              <a:gd name="connsiteY1" fmla="*/ 4278 h 6088602"/>
              <a:gd name="connsiteX2" fmla="*/ 9162740 w 9165606"/>
              <a:gd name="connsiteY2" fmla="*/ 0 h 6088602"/>
              <a:gd name="connsiteX3" fmla="*/ 9165606 w 9165606"/>
              <a:gd name="connsiteY3" fmla="*/ 6082892 h 6088602"/>
              <a:gd name="connsiteX4" fmla="*/ 28 w 9165606"/>
              <a:gd name="connsiteY4" fmla="*/ 6088602 h 6088602"/>
              <a:gd name="connsiteX5" fmla="*/ 14316 w 9165606"/>
              <a:gd name="connsiteY5" fmla="*/ 5003279 h 6088602"/>
              <a:gd name="connsiteX6" fmla="*/ 2112850 w 9165606"/>
              <a:gd name="connsiteY6" fmla="*/ 3796367 h 6088602"/>
              <a:gd name="connsiteX7" fmla="*/ 2162856 w 9165606"/>
              <a:gd name="connsiteY7" fmla="*/ 3701115 h 6088602"/>
              <a:gd name="connsiteX0" fmla="*/ 2148573 w 9151323"/>
              <a:gd name="connsiteY0" fmla="*/ 3701115 h 6432107"/>
              <a:gd name="connsiteX1" fmla="*/ 2145705 w 9151323"/>
              <a:gd name="connsiteY1" fmla="*/ 4278 h 6432107"/>
              <a:gd name="connsiteX2" fmla="*/ 9148457 w 9151323"/>
              <a:gd name="connsiteY2" fmla="*/ 0 h 6432107"/>
              <a:gd name="connsiteX3" fmla="*/ 9151323 w 9151323"/>
              <a:gd name="connsiteY3" fmla="*/ 6082892 h 6432107"/>
              <a:gd name="connsiteX4" fmla="*/ 259 w 9151323"/>
              <a:gd name="connsiteY4" fmla="*/ 6432107 h 6432107"/>
              <a:gd name="connsiteX5" fmla="*/ 33 w 9151323"/>
              <a:gd name="connsiteY5" fmla="*/ 5003279 h 6432107"/>
              <a:gd name="connsiteX6" fmla="*/ 2098567 w 9151323"/>
              <a:gd name="connsiteY6" fmla="*/ 3796367 h 6432107"/>
              <a:gd name="connsiteX7" fmla="*/ 2148573 w 915132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5003279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50922 w 9150922"/>
              <a:gd name="connsiteY0" fmla="*/ 3701115 h 6432107"/>
              <a:gd name="connsiteX1" fmla="*/ 2148054 w 9150922"/>
              <a:gd name="connsiteY1" fmla="*/ 4278 h 6432107"/>
              <a:gd name="connsiteX2" fmla="*/ 9150806 w 9150922"/>
              <a:gd name="connsiteY2" fmla="*/ 0 h 6432107"/>
              <a:gd name="connsiteX3" fmla="*/ 9148834 w 9150922"/>
              <a:gd name="connsiteY3" fmla="*/ 6431235 h 6432107"/>
              <a:gd name="connsiteX4" fmla="*/ 2608 w 9150922"/>
              <a:gd name="connsiteY4" fmla="*/ 6432107 h 6432107"/>
              <a:gd name="connsiteX5" fmla="*/ 0 w 9150922"/>
              <a:gd name="connsiteY5" fmla="*/ 4996135 h 6432107"/>
              <a:gd name="connsiteX6" fmla="*/ 2100916 w 9150922"/>
              <a:gd name="connsiteY6" fmla="*/ 3796367 h 6432107"/>
              <a:gd name="connsiteX7" fmla="*/ 2150922 w 9150922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48573 w 9148573"/>
              <a:gd name="connsiteY7" fmla="*/ 3701115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730176 h 6477836"/>
              <a:gd name="connsiteX1" fmla="*/ 2093317 w 9148573"/>
              <a:gd name="connsiteY1" fmla="*/ 0 h 6477836"/>
              <a:gd name="connsiteX2" fmla="*/ 9148457 w 9148573"/>
              <a:gd name="connsiteY2" fmla="*/ 45729 h 6477836"/>
              <a:gd name="connsiteX3" fmla="*/ 9146485 w 9148573"/>
              <a:gd name="connsiteY3" fmla="*/ 6476964 h 6477836"/>
              <a:gd name="connsiteX4" fmla="*/ 259 w 9148573"/>
              <a:gd name="connsiteY4" fmla="*/ 6477836 h 6477836"/>
              <a:gd name="connsiteX5" fmla="*/ 33 w 9148573"/>
              <a:gd name="connsiteY5" fmla="*/ 5034721 h 6477836"/>
              <a:gd name="connsiteX6" fmla="*/ 2098567 w 9148573"/>
              <a:gd name="connsiteY6" fmla="*/ 3832571 h 6477836"/>
              <a:gd name="connsiteX7" fmla="*/ 2136667 w 9148573"/>
              <a:gd name="connsiteY7" fmla="*/ 3730176 h 6477836"/>
              <a:gd name="connsiteX0" fmla="*/ 2136667 w 9148573"/>
              <a:gd name="connsiteY0" fmla="*/ 3684447 h 6432107"/>
              <a:gd name="connsiteX1" fmla="*/ 2188567 w 9148573"/>
              <a:gd name="connsiteY1" fmla="*/ 399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0942 w 9148573"/>
              <a:gd name="connsiteY1" fmla="*/ 18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931 h 6432591"/>
              <a:gd name="connsiteX1" fmla="*/ 2138561 w 9148573"/>
              <a:gd name="connsiteY1" fmla="*/ 0 h 6432591"/>
              <a:gd name="connsiteX2" fmla="*/ 9148457 w 9148573"/>
              <a:gd name="connsiteY2" fmla="*/ 484 h 6432591"/>
              <a:gd name="connsiteX3" fmla="*/ 9146485 w 9148573"/>
              <a:gd name="connsiteY3" fmla="*/ 6431719 h 6432591"/>
              <a:gd name="connsiteX4" fmla="*/ 259 w 9148573"/>
              <a:gd name="connsiteY4" fmla="*/ 6432591 h 6432591"/>
              <a:gd name="connsiteX5" fmla="*/ 33 w 9148573"/>
              <a:gd name="connsiteY5" fmla="*/ 4989476 h 6432591"/>
              <a:gd name="connsiteX6" fmla="*/ 2098567 w 9148573"/>
              <a:gd name="connsiteY6" fmla="*/ 3787326 h 6432591"/>
              <a:gd name="connsiteX7" fmla="*/ 2136667 w 9148573"/>
              <a:gd name="connsiteY7" fmla="*/ 3684931 h 6432591"/>
              <a:gd name="connsiteX0" fmla="*/ 2136667 w 9148573"/>
              <a:gd name="connsiteY0" fmla="*/ 3684931 h 6622003"/>
              <a:gd name="connsiteX1" fmla="*/ 2138561 w 9148573"/>
              <a:gd name="connsiteY1" fmla="*/ 0 h 6622003"/>
              <a:gd name="connsiteX2" fmla="*/ 9148457 w 9148573"/>
              <a:gd name="connsiteY2" fmla="*/ 484 h 6622003"/>
              <a:gd name="connsiteX3" fmla="*/ 9146485 w 9148573"/>
              <a:gd name="connsiteY3" fmla="*/ 6431719 h 6622003"/>
              <a:gd name="connsiteX4" fmla="*/ 259 w 9148573"/>
              <a:gd name="connsiteY4" fmla="*/ 6622003 h 6622003"/>
              <a:gd name="connsiteX5" fmla="*/ 33 w 9148573"/>
              <a:gd name="connsiteY5" fmla="*/ 4989476 h 6622003"/>
              <a:gd name="connsiteX6" fmla="*/ 2098567 w 9148573"/>
              <a:gd name="connsiteY6" fmla="*/ 3787326 h 6622003"/>
              <a:gd name="connsiteX7" fmla="*/ 2136667 w 9148573"/>
              <a:gd name="connsiteY7" fmla="*/ 3684931 h 6622003"/>
              <a:gd name="connsiteX0" fmla="*/ 2136667 w 9148573"/>
              <a:gd name="connsiteY0" fmla="*/ 3684931 h 6569751"/>
              <a:gd name="connsiteX1" fmla="*/ 2138561 w 9148573"/>
              <a:gd name="connsiteY1" fmla="*/ 0 h 6569751"/>
              <a:gd name="connsiteX2" fmla="*/ 9148457 w 9148573"/>
              <a:gd name="connsiteY2" fmla="*/ 484 h 6569751"/>
              <a:gd name="connsiteX3" fmla="*/ 9146485 w 9148573"/>
              <a:gd name="connsiteY3" fmla="*/ 6431719 h 6569751"/>
              <a:gd name="connsiteX4" fmla="*/ 259 w 9148573"/>
              <a:gd name="connsiteY4" fmla="*/ 6569751 h 6569751"/>
              <a:gd name="connsiteX5" fmla="*/ 33 w 9148573"/>
              <a:gd name="connsiteY5" fmla="*/ 4989476 h 6569751"/>
              <a:gd name="connsiteX6" fmla="*/ 2098567 w 9148573"/>
              <a:gd name="connsiteY6" fmla="*/ 3787326 h 6569751"/>
              <a:gd name="connsiteX7" fmla="*/ 2136667 w 9148573"/>
              <a:gd name="connsiteY7" fmla="*/ 3684931 h 6569751"/>
              <a:gd name="connsiteX0" fmla="*/ 2136667 w 9148573"/>
              <a:gd name="connsiteY0" fmla="*/ 3684931 h 6530563"/>
              <a:gd name="connsiteX1" fmla="*/ 2138561 w 9148573"/>
              <a:gd name="connsiteY1" fmla="*/ 0 h 6530563"/>
              <a:gd name="connsiteX2" fmla="*/ 9148457 w 9148573"/>
              <a:gd name="connsiteY2" fmla="*/ 484 h 6530563"/>
              <a:gd name="connsiteX3" fmla="*/ 9146485 w 9148573"/>
              <a:gd name="connsiteY3" fmla="*/ 6431719 h 6530563"/>
              <a:gd name="connsiteX4" fmla="*/ 259 w 9148573"/>
              <a:gd name="connsiteY4" fmla="*/ 6530563 h 6530563"/>
              <a:gd name="connsiteX5" fmla="*/ 33 w 9148573"/>
              <a:gd name="connsiteY5" fmla="*/ 4989476 h 6530563"/>
              <a:gd name="connsiteX6" fmla="*/ 2098567 w 9148573"/>
              <a:gd name="connsiteY6" fmla="*/ 3787326 h 6530563"/>
              <a:gd name="connsiteX7" fmla="*/ 2136667 w 9148573"/>
              <a:gd name="connsiteY7" fmla="*/ 3684931 h 6530563"/>
              <a:gd name="connsiteX0" fmla="*/ 2136634 w 9148540"/>
              <a:gd name="connsiteY0" fmla="*/ 3684931 h 6544850"/>
              <a:gd name="connsiteX1" fmla="*/ 2138528 w 9148540"/>
              <a:gd name="connsiteY1" fmla="*/ 0 h 6544850"/>
              <a:gd name="connsiteX2" fmla="*/ 9148424 w 9148540"/>
              <a:gd name="connsiteY2" fmla="*/ 484 h 6544850"/>
              <a:gd name="connsiteX3" fmla="*/ 9146452 w 9148540"/>
              <a:gd name="connsiteY3" fmla="*/ 6431719 h 6544850"/>
              <a:gd name="connsiteX4" fmla="*/ 2607 w 9148540"/>
              <a:gd name="connsiteY4" fmla="*/ 6544850 h 6544850"/>
              <a:gd name="connsiteX5" fmla="*/ 0 w 9148540"/>
              <a:gd name="connsiteY5" fmla="*/ 4989476 h 6544850"/>
              <a:gd name="connsiteX6" fmla="*/ 2098534 w 9148540"/>
              <a:gd name="connsiteY6" fmla="*/ 3787326 h 6544850"/>
              <a:gd name="connsiteX7" fmla="*/ 2136634 w 9148540"/>
              <a:gd name="connsiteY7" fmla="*/ 3684931 h 6544850"/>
              <a:gd name="connsiteX0" fmla="*/ 2136666 w 9148572"/>
              <a:gd name="connsiteY0" fmla="*/ 3684931 h 6551993"/>
              <a:gd name="connsiteX1" fmla="*/ 2138560 w 9148572"/>
              <a:gd name="connsiteY1" fmla="*/ 0 h 6551993"/>
              <a:gd name="connsiteX2" fmla="*/ 9148456 w 9148572"/>
              <a:gd name="connsiteY2" fmla="*/ 484 h 6551993"/>
              <a:gd name="connsiteX3" fmla="*/ 9146484 w 9148572"/>
              <a:gd name="connsiteY3" fmla="*/ 6431719 h 6551993"/>
              <a:gd name="connsiteX4" fmla="*/ 258 w 9148572"/>
              <a:gd name="connsiteY4" fmla="*/ 6551993 h 6551993"/>
              <a:gd name="connsiteX5" fmla="*/ 32 w 9148572"/>
              <a:gd name="connsiteY5" fmla="*/ 4989476 h 6551993"/>
              <a:gd name="connsiteX6" fmla="*/ 2098566 w 9148572"/>
              <a:gd name="connsiteY6" fmla="*/ 3787326 h 6551993"/>
              <a:gd name="connsiteX7" fmla="*/ 2136666 w 9148572"/>
              <a:gd name="connsiteY7" fmla="*/ 3684931 h 655199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572" h="6553163">
                <a:moveTo>
                  <a:pt x="2136666" y="3684931"/>
                </a:moveTo>
                <a:cubicBezTo>
                  <a:pt x="2133491" y="2309362"/>
                  <a:pt x="2136973" y="6350"/>
                  <a:pt x="2138560" y="0"/>
                </a:cubicBezTo>
                <a:lnTo>
                  <a:pt x="9148456" y="484"/>
                </a:lnTo>
                <a:cubicBezTo>
                  <a:pt x="9149250" y="2143468"/>
                  <a:pt x="9145690" y="4410179"/>
                  <a:pt x="9146484" y="6553163"/>
                </a:cubicBezTo>
                <a:lnTo>
                  <a:pt x="258" y="6551993"/>
                </a:lnTo>
                <a:cubicBezTo>
                  <a:pt x="-536" y="6280671"/>
                  <a:pt x="826" y="5260798"/>
                  <a:pt x="32" y="4989476"/>
                </a:cubicBezTo>
                <a:cubicBezTo>
                  <a:pt x="1619" y="4994239"/>
                  <a:pt x="2087454" y="3784944"/>
                  <a:pt x="2098566" y="3787326"/>
                </a:cubicBezTo>
                <a:cubicBezTo>
                  <a:pt x="2135872" y="3761925"/>
                  <a:pt x="2132697" y="3753195"/>
                  <a:pt x="2136666" y="3684931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F6646-1FE3-92F8-87C4-3803D18EC383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1EBC2415-3600-B30D-73F6-CDF1EEF34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000" y="2196000"/>
            <a:ext cx="1824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9072B1FF-B7EE-5AEB-7F9D-FD3FF4FD6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600" y="2196000"/>
            <a:ext cx="8030400" cy="1008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sz="4000" dirty="0"/>
              <a:t>Divider Slide (</a:t>
            </a:r>
            <a:r>
              <a:rPr lang="en-US" altLang="ja-JP" sz="4000" dirty="0" err="1"/>
              <a:t>YaHei</a:t>
            </a:r>
            <a:r>
              <a:rPr lang="en-US" altLang="ja-JP" sz="4000" dirty="0"/>
              <a:t>, Bold, 40px, grey)  </a:t>
            </a:r>
          </a:p>
        </p:txBody>
      </p:sp>
    </p:spTree>
    <p:extLst>
      <p:ext uri="{BB962C8B-B14F-4D97-AF65-F5344CB8AC3E}">
        <p14:creationId xmlns:p14="http://schemas.microsoft.com/office/powerpoint/2010/main" val="204847197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">
            <a:extLst>
              <a:ext uri="{FF2B5EF4-FFF2-40B4-BE49-F238E27FC236}">
                <a16:creationId xmlns:a16="http://schemas.microsoft.com/office/drawing/2014/main" id="{DC8A9504-637C-931E-92AB-84380D4DF6F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488" y="-3947"/>
            <a:ext cx="12198096" cy="6553163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0508 h 6428955"/>
              <a:gd name="connsiteX1" fmla="*/ 2514114 w 12199143"/>
              <a:gd name="connsiteY1" fmla="*/ 353671 h 6428955"/>
              <a:gd name="connsiteX2" fmla="*/ 12196762 w 12199143"/>
              <a:gd name="connsiteY2" fmla="*/ 2 h 6428955"/>
              <a:gd name="connsiteX3" fmla="*/ 12199143 w 12199143"/>
              <a:gd name="connsiteY3" fmla="*/ 6428955 h 6428955"/>
              <a:gd name="connsiteX4" fmla="*/ 4762 w 12199143"/>
              <a:gd name="connsiteY4" fmla="*/ 6426573 h 6428955"/>
              <a:gd name="connsiteX5" fmla="*/ 0 w 12199143"/>
              <a:gd name="connsiteY5" fmla="*/ 5564983 h 6428955"/>
              <a:gd name="connsiteX6" fmla="*/ 2457450 w 12199143"/>
              <a:gd name="connsiteY6" fmla="*/ 4150523 h 6428955"/>
              <a:gd name="connsiteX7" fmla="*/ 2502693 w 12199143"/>
              <a:gd name="connsiteY7" fmla="*/ 4050508 h 6428955"/>
              <a:gd name="connsiteX0" fmla="*/ 2497933 w 12194383"/>
              <a:gd name="connsiteY0" fmla="*/ 4050508 h 6428955"/>
              <a:gd name="connsiteX1" fmla="*/ 2509354 w 12194383"/>
              <a:gd name="connsiteY1" fmla="*/ 353671 h 6428955"/>
              <a:gd name="connsiteX2" fmla="*/ 12192002 w 12194383"/>
              <a:gd name="connsiteY2" fmla="*/ 2 h 6428955"/>
              <a:gd name="connsiteX3" fmla="*/ 12194383 w 12194383"/>
              <a:gd name="connsiteY3" fmla="*/ 6428955 h 6428955"/>
              <a:gd name="connsiteX4" fmla="*/ 2 w 12194383"/>
              <a:gd name="connsiteY4" fmla="*/ 6426573 h 6428955"/>
              <a:gd name="connsiteX5" fmla="*/ 335106 w 12194383"/>
              <a:gd name="connsiteY5" fmla="*/ 5378866 h 6428955"/>
              <a:gd name="connsiteX6" fmla="*/ 2452690 w 12194383"/>
              <a:gd name="connsiteY6" fmla="*/ 4150523 h 6428955"/>
              <a:gd name="connsiteX7" fmla="*/ 2497933 w 12194383"/>
              <a:gd name="connsiteY7" fmla="*/ 4050508 h 6428955"/>
              <a:gd name="connsiteX0" fmla="*/ 2162827 w 11859277"/>
              <a:gd name="connsiteY0" fmla="*/ 4050508 h 6442758"/>
              <a:gd name="connsiteX1" fmla="*/ 2174248 w 11859277"/>
              <a:gd name="connsiteY1" fmla="*/ 353671 h 6442758"/>
              <a:gd name="connsiteX2" fmla="*/ 11856896 w 11859277"/>
              <a:gd name="connsiteY2" fmla="*/ 2 h 6442758"/>
              <a:gd name="connsiteX3" fmla="*/ 11859277 w 11859277"/>
              <a:gd name="connsiteY3" fmla="*/ 6428955 h 6442758"/>
              <a:gd name="connsiteX4" fmla="*/ 4762 w 11859277"/>
              <a:gd name="connsiteY4" fmla="*/ 6442758 h 6442758"/>
              <a:gd name="connsiteX5" fmla="*/ 0 w 11859277"/>
              <a:gd name="connsiteY5" fmla="*/ 5378866 h 6442758"/>
              <a:gd name="connsiteX6" fmla="*/ 2117584 w 11859277"/>
              <a:gd name="connsiteY6" fmla="*/ 4150523 h 6442758"/>
              <a:gd name="connsiteX7" fmla="*/ 2162827 w 11859277"/>
              <a:gd name="connsiteY7" fmla="*/ 4050508 h 6442758"/>
              <a:gd name="connsiteX0" fmla="*/ 2162827 w 11856896"/>
              <a:gd name="connsiteY0" fmla="*/ 4050508 h 6442758"/>
              <a:gd name="connsiteX1" fmla="*/ 2174248 w 11856896"/>
              <a:gd name="connsiteY1" fmla="*/ 353671 h 6442758"/>
              <a:gd name="connsiteX2" fmla="*/ 11856896 w 11856896"/>
              <a:gd name="connsiteY2" fmla="*/ 2 h 6442758"/>
              <a:gd name="connsiteX3" fmla="*/ 9172721 w 11856896"/>
              <a:gd name="connsiteY3" fmla="*/ 6437048 h 6442758"/>
              <a:gd name="connsiteX4" fmla="*/ 4762 w 11856896"/>
              <a:gd name="connsiteY4" fmla="*/ 6442758 h 6442758"/>
              <a:gd name="connsiteX5" fmla="*/ 0 w 11856896"/>
              <a:gd name="connsiteY5" fmla="*/ 5378866 h 6442758"/>
              <a:gd name="connsiteX6" fmla="*/ 2117584 w 11856896"/>
              <a:gd name="connsiteY6" fmla="*/ 4150523 h 6442758"/>
              <a:gd name="connsiteX7" fmla="*/ 2162827 w 11856896"/>
              <a:gd name="connsiteY7" fmla="*/ 4050508 h 6442758"/>
              <a:gd name="connsiteX0" fmla="*/ 2162827 w 9186553"/>
              <a:gd name="connsiteY0" fmla="*/ 3710640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2827 w 9186553"/>
              <a:gd name="connsiteY7" fmla="*/ 3710640 h 6102890"/>
              <a:gd name="connsiteX0" fmla="*/ 2210452 w 9186553"/>
              <a:gd name="connsiteY0" fmla="*/ 3701115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210452 w 9186553"/>
              <a:gd name="connsiteY7" fmla="*/ 3701115 h 6102890"/>
              <a:gd name="connsiteX0" fmla="*/ 2165208 w 9186553"/>
              <a:gd name="connsiteY0" fmla="*/ 3705878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5208 w 9186553"/>
              <a:gd name="connsiteY7" fmla="*/ 3705878 h 6102890"/>
              <a:gd name="connsiteX0" fmla="*/ 2167590 w 9186553"/>
              <a:gd name="connsiteY0" fmla="*/ 3715403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46844 h 6134331"/>
              <a:gd name="connsiteX1" fmla="*/ 2176629 w 9186553"/>
              <a:gd name="connsiteY1" fmla="*/ 0 h 6134331"/>
              <a:gd name="connsiteX2" fmla="*/ 9186524 w 9186553"/>
              <a:gd name="connsiteY2" fmla="*/ 31441 h 6134331"/>
              <a:gd name="connsiteX3" fmla="*/ 9172721 w 9186553"/>
              <a:gd name="connsiteY3" fmla="*/ 6128621 h 6134331"/>
              <a:gd name="connsiteX4" fmla="*/ 4762 w 9186553"/>
              <a:gd name="connsiteY4" fmla="*/ 6134331 h 6134331"/>
              <a:gd name="connsiteX5" fmla="*/ 0 w 9186553"/>
              <a:gd name="connsiteY5" fmla="*/ 5070439 h 6134331"/>
              <a:gd name="connsiteX6" fmla="*/ 2117584 w 9186553"/>
              <a:gd name="connsiteY6" fmla="*/ 3842096 h 6134331"/>
              <a:gd name="connsiteX7" fmla="*/ 2167590 w 9186553"/>
              <a:gd name="connsiteY7" fmla="*/ 3746844 h 6134331"/>
              <a:gd name="connsiteX0" fmla="*/ 2167590 w 9186553"/>
              <a:gd name="connsiteY0" fmla="*/ 3715403 h 6102890"/>
              <a:gd name="connsiteX1" fmla="*/ 2231398 w 9186553"/>
              <a:gd name="connsiteY1" fmla="*/ 104291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2341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214728 w 9186553"/>
              <a:gd name="connsiteY1" fmla="*/ 20947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4722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72721"/>
              <a:gd name="connsiteY0" fmla="*/ 3701115 h 6088602"/>
              <a:gd name="connsiteX1" fmla="*/ 2164722 w 9172721"/>
              <a:gd name="connsiteY1" fmla="*/ 4278 h 6088602"/>
              <a:gd name="connsiteX2" fmla="*/ 9167474 w 9172721"/>
              <a:gd name="connsiteY2" fmla="*/ 0 h 6088602"/>
              <a:gd name="connsiteX3" fmla="*/ 9172721 w 9172721"/>
              <a:gd name="connsiteY3" fmla="*/ 6082892 h 6088602"/>
              <a:gd name="connsiteX4" fmla="*/ 4762 w 9172721"/>
              <a:gd name="connsiteY4" fmla="*/ 6088602 h 6088602"/>
              <a:gd name="connsiteX5" fmla="*/ 0 w 9172721"/>
              <a:gd name="connsiteY5" fmla="*/ 5024710 h 6088602"/>
              <a:gd name="connsiteX6" fmla="*/ 2117584 w 9172721"/>
              <a:gd name="connsiteY6" fmla="*/ 3796367 h 6088602"/>
              <a:gd name="connsiteX7" fmla="*/ 2167590 w 9172721"/>
              <a:gd name="connsiteY7" fmla="*/ 3701115 h 6088602"/>
              <a:gd name="connsiteX0" fmla="*/ 2167590 w 9170340"/>
              <a:gd name="connsiteY0" fmla="*/ 3701115 h 6088602"/>
              <a:gd name="connsiteX1" fmla="*/ 2164722 w 9170340"/>
              <a:gd name="connsiteY1" fmla="*/ 4278 h 6088602"/>
              <a:gd name="connsiteX2" fmla="*/ 9167474 w 9170340"/>
              <a:gd name="connsiteY2" fmla="*/ 0 h 6088602"/>
              <a:gd name="connsiteX3" fmla="*/ 9170340 w 9170340"/>
              <a:gd name="connsiteY3" fmla="*/ 6082892 h 6088602"/>
              <a:gd name="connsiteX4" fmla="*/ 4762 w 9170340"/>
              <a:gd name="connsiteY4" fmla="*/ 6088602 h 6088602"/>
              <a:gd name="connsiteX5" fmla="*/ 0 w 9170340"/>
              <a:gd name="connsiteY5" fmla="*/ 5024710 h 6088602"/>
              <a:gd name="connsiteX6" fmla="*/ 2117584 w 9170340"/>
              <a:gd name="connsiteY6" fmla="*/ 3796367 h 6088602"/>
              <a:gd name="connsiteX7" fmla="*/ 2167590 w 9170340"/>
              <a:gd name="connsiteY7" fmla="*/ 3701115 h 6088602"/>
              <a:gd name="connsiteX0" fmla="*/ 2162835 w 9165585"/>
              <a:gd name="connsiteY0" fmla="*/ 3701115 h 6088602"/>
              <a:gd name="connsiteX1" fmla="*/ 2159967 w 9165585"/>
              <a:gd name="connsiteY1" fmla="*/ 4278 h 6088602"/>
              <a:gd name="connsiteX2" fmla="*/ 9162719 w 9165585"/>
              <a:gd name="connsiteY2" fmla="*/ 0 h 6088602"/>
              <a:gd name="connsiteX3" fmla="*/ 9165585 w 9165585"/>
              <a:gd name="connsiteY3" fmla="*/ 6082892 h 6088602"/>
              <a:gd name="connsiteX4" fmla="*/ 7 w 9165585"/>
              <a:gd name="connsiteY4" fmla="*/ 6088602 h 6088602"/>
              <a:gd name="connsiteX5" fmla="*/ 69064 w 9165585"/>
              <a:gd name="connsiteY5" fmla="*/ 5036616 h 6088602"/>
              <a:gd name="connsiteX6" fmla="*/ 2112829 w 9165585"/>
              <a:gd name="connsiteY6" fmla="*/ 3796367 h 6088602"/>
              <a:gd name="connsiteX7" fmla="*/ 2162835 w 9165585"/>
              <a:gd name="connsiteY7" fmla="*/ 3701115 h 6088602"/>
              <a:gd name="connsiteX0" fmla="*/ 2162856 w 9165606"/>
              <a:gd name="connsiteY0" fmla="*/ 3701115 h 6088602"/>
              <a:gd name="connsiteX1" fmla="*/ 2159988 w 9165606"/>
              <a:gd name="connsiteY1" fmla="*/ 4278 h 6088602"/>
              <a:gd name="connsiteX2" fmla="*/ 9162740 w 9165606"/>
              <a:gd name="connsiteY2" fmla="*/ 0 h 6088602"/>
              <a:gd name="connsiteX3" fmla="*/ 9165606 w 9165606"/>
              <a:gd name="connsiteY3" fmla="*/ 6082892 h 6088602"/>
              <a:gd name="connsiteX4" fmla="*/ 28 w 9165606"/>
              <a:gd name="connsiteY4" fmla="*/ 6088602 h 6088602"/>
              <a:gd name="connsiteX5" fmla="*/ 14316 w 9165606"/>
              <a:gd name="connsiteY5" fmla="*/ 5003279 h 6088602"/>
              <a:gd name="connsiteX6" fmla="*/ 2112850 w 9165606"/>
              <a:gd name="connsiteY6" fmla="*/ 3796367 h 6088602"/>
              <a:gd name="connsiteX7" fmla="*/ 2162856 w 9165606"/>
              <a:gd name="connsiteY7" fmla="*/ 3701115 h 6088602"/>
              <a:gd name="connsiteX0" fmla="*/ 2148573 w 9151323"/>
              <a:gd name="connsiteY0" fmla="*/ 3701115 h 6432107"/>
              <a:gd name="connsiteX1" fmla="*/ 2145705 w 9151323"/>
              <a:gd name="connsiteY1" fmla="*/ 4278 h 6432107"/>
              <a:gd name="connsiteX2" fmla="*/ 9148457 w 9151323"/>
              <a:gd name="connsiteY2" fmla="*/ 0 h 6432107"/>
              <a:gd name="connsiteX3" fmla="*/ 9151323 w 9151323"/>
              <a:gd name="connsiteY3" fmla="*/ 6082892 h 6432107"/>
              <a:gd name="connsiteX4" fmla="*/ 259 w 9151323"/>
              <a:gd name="connsiteY4" fmla="*/ 6432107 h 6432107"/>
              <a:gd name="connsiteX5" fmla="*/ 33 w 9151323"/>
              <a:gd name="connsiteY5" fmla="*/ 5003279 h 6432107"/>
              <a:gd name="connsiteX6" fmla="*/ 2098567 w 9151323"/>
              <a:gd name="connsiteY6" fmla="*/ 3796367 h 6432107"/>
              <a:gd name="connsiteX7" fmla="*/ 2148573 w 915132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5003279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50922 w 9150922"/>
              <a:gd name="connsiteY0" fmla="*/ 3701115 h 6432107"/>
              <a:gd name="connsiteX1" fmla="*/ 2148054 w 9150922"/>
              <a:gd name="connsiteY1" fmla="*/ 4278 h 6432107"/>
              <a:gd name="connsiteX2" fmla="*/ 9150806 w 9150922"/>
              <a:gd name="connsiteY2" fmla="*/ 0 h 6432107"/>
              <a:gd name="connsiteX3" fmla="*/ 9148834 w 9150922"/>
              <a:gd name="connsiteY3" fmla="*/ 6431235 h 6432107"/>
              <a:gd name="connsiteX4" fmla="*/ 2608 w 9150922"/>
              <a:gd name="connsiteY4" fmla="*/ 6432107 h 6432107"/>
              <a:gd name="connsiteX5" fmla="*/ 0 w 9150922"/>
              <a:gd name="connsiteY5" fmla="*/ 4996135 h 6432107"/>
              <a:gd name="connsiteX6" fmla="*/ 2100916 w 9150922"/>
              <a:gd name="connsiteY6" fmla="*/ 3796367 h 6432107"/>
              <a:gd name="connsiteX7" fmla="*/ 2150922 w 9150922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48573 w 9148573"/>
              <a:gd name="connsiteY7" fmla="*/ 3701115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730176 h 6477836"/>
              <a:gd name="connsiteX1" fmla="*/ 2093317 w 9148573"/>
              <a:gd name="connsiteY1" fmla="*/ 0 h 6477836"/>
              <a:gd name="connsiteX2" fmla="*/ 9148457 w 9148573"/>
              <a:gd name="connsiteY2" fmla="*/ 45729 h 6477836"/>
              <a:gd name="connsiteX3" fmla="*/ 9146485 w 9148573"/>
              <a:gd name="connsiteY3" fmla="*/ 6476964 h 6477836"/>
              <a:gd name="connsiteX4" fmla="*/ 259 w 9148573"/>
              <a:gd name="connsiteY4" fmla="*/ 6477836 h 6477836"/>
              <a:gd name="connsiteX5" fmla="*/ 33 w 9148573"/>
              <a:gd name="connsiteY5" fmla="*/ 5034721 h 6477836"/>
              <a:gd name="connsiteX6" fmla="*/ 2098567 w 9148573"/>
              <a:gd name="connsiteY6" fmla="*/ 3832571 h 6477836"/>
              <a:gd name="connsiteX7" fmla="*/ 2136667 w 9148573"/>
              <a:gd name="connsiteY7" fmla="*/ 3730176 h 6477836"/>
              <a:gd name="connsiteX0" fmla="*/ 2136667 w 9148573"/>
              <a:gd name="connsiteY0" fmla="*/ 3684447 h 6432107"/>
              <a:gd name="connsiteX1" fmla="*/ 2188567 w 9148573"/>
              <a:gd name="connsiteY1" fmla="*/ 399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0942 w 9148573"/>
              <a:gd name="connsiteY1" fmla="*/ 18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931 h 6432591"/>
              <a:gd name="connsiteX1" fmla="*/ 2138561 w 9148573"/>
              <a:gd name="connsiteY1" fmla="*/ 0 h 6432591"/>
              <a:gd name="connsiteX2" fmla="*/ 9148457 w 9148573"/>
              <a:gd name="connsiteY2" fmla="*/ 484 h 6432591"/>
              <a:gd name="connsiteX3" fmla="*/ 9146485 w 9148573"/>
              <a:gd name="connsiteY3" fmla="*/ 6431719 h 6432591"/>
              <a:gd name="connsiteX4" fmla="*/ 259 w 9148573"/>
              <a:gd name="connsiteY4" fmla="*/ 6432591 h 6432591"/>
              <a:gd name="connsiteX5" fmla="*/ 33 w 9148573"/>
              <a:gd name="connsiteY5" fmla="*/ 4989476 h 6432591"/>
              <a:gd name="connsiteX6" fmla="*/ 2098567 w 9148573"/>
              <a:gd name="connsiteY6" fmla="*/ 3787326 h 6432591"/>
              <a:gd name="connsiteX7" fmla="*/ 2136667 w 9148573"/>
              <a:gd name="connsiteY7" fmla="*/ 3684931 h 6432591"/>
              <a:gd name="connsiteX0" fmla="*/ 2136667 w 9148573"/>
              <a:gd name="connsiteY0" fmla="*/ 3684931 h 6622003"/>
              <a:gd name="connsiteX1" fmla="*/ 2138561 w 9148573"/>
              <a:gd name="connsiteY1" fmla="*/ 0 h 6622003"/>
              <a:gd name="connsiteX2" fmla="*/ 9148457 w 9148573"/>
              <a:gd name="connsiteY2" fmla="*/ 484 h 6622003"/>
              <a:gd name="connsiteX3" fmla="*/ 9146485 w 9148573"/>
              <a:gd name="connsiteY3" fmla="*/ 6431719 h 6622003"/>
              <a:gd name="connsiteX4" fmla="*/ 259 w 9148573"/>
              <a:gd name="connsiteY4" fmla="*/ 6622003 h 6622003"/>
              <a:gd name="connsiteX5" fmla="*/ 33 w 9148573"/>
              <a:gd name="connsiteY5" fmla="*/ 4989476 h 6622003"/>
              <a:gd name="connsiteX6" fmla="*/ 2098567 w 9148573"/>
              <a:gd name="connsiteY6" fmla="*/ 3787326 h 6622003"/>
              <a:gd name="connsiteX7" fmla="*/ 2136667 w 9148573"/>
              <a:gd name="connsiteY7" fmla="*/ 3684931 h 6622003"/>
              <a:gd name="connsiteX0" fmla="*/ 2136667 w 9148573"/>
              <a:gd name="connsiteY0" fmla="*/ 3684931 h 6569751"/>
              <a:gd name="connsiteX1" fmla="*/ 2138561 w 9148573"/>
              <a:gd name="connsiteY1" fmla="*/ 0 h 6569751"/>
              <a:gd name="connsiteX2" fmla="*/ 9148457 w 9148573"/>
              <a:gd name="connsiteY2" fmla="*/ 484 h 6569751"/>
              <a:gd name="connsiteX3" fmla="*/ 9146485 w 9148573"/>
              <a:gd name="connsiteY3" fmla="*/ 6431719 h 6569751"/>
              <a:gd name="connsiteX4" fmla="*/ 259 w 9148573"/>
              <a:gd name="connsiteY4" fmla="*/ 6569751 h 6569751"/>
              <a:gd name="connsiteX5" fmla="*/ 33 w 9148573"/>
              <a:gd name="connsiteY5" fmla="*/ 4989476 h 6569751"/>
              <a:gd name="connsiteX6" fmla="*/ 2098567 w 9148573"/>
              <a:gd name="connsiteY6" fmla="*/ 3787326 h 6569751"/>
              <a:gd name="connsiteX7" fmla="*/ 2136667 w 9148573"/>
              <a:gd name="connsiteY7" fmla="*/ 3684931 h 6569751"/>
              <a:gd name="connsiteX0" fmla="*/ 2136667 w 9148573"/>
              <a:gd name="connsiteY0" fmla="*/ 3684931 h 6530563"/>
              <a:gd name="connsiteX1" fmla="*/ 2138561 w 9148573"/>
              <a:gd name="connsiteY1" fmla="*/ 0 h 6530563"/>
              <a:gd name="connsiteX2" fmla="*/ 9148457 w 9148573"/>
              <a:gd name="connsiteY2" fmla="*/ 484 h 6530563"/>
              <a:gd name="connsiteX3" fmla="*/ 9146485 w 9148573"/>
              <a:gd name="connsiteY3" fmla="*/ 6431719 h 6530563"/>
              <a:gd name="connsiteX4" fmla="*/ 259 w 9148573"/>
              <a:gd name="connsiteY4" fmla="*/ 6530563 h 6530563"/>
              <a:gd name="connsiteX5" fmla="*/ 33 w 9148573"/>
              <a:gd name="connsiteY5" fmla="*/ 4989476 h 6530563"/>
              <a:gd name="connsiteX6" fmla="*/ 2098567 w 9148573"/>
              <a:gd name="connsiteY6" fmla="*/ 3787326 h 6530563"/>
              <a:gd name="connsiteX7" fmla="*/ 2136667 w 9148573"/>
              <a:gd name="connsiteY7" fmla="*/ 3684931 h 6530563"/>
              <a:gd name="connsiteX0" fmla="*/ 2136634 w 9148540"/>
              <a:gd name="connsiteY0" fmla="*/ 3684931 h 6544850"/>
              <a:gd name="connsiteX1" fmla="*/ 2138528 w 9148540"/>
              <a:gd name="connsiteY1" fmla="*/ 0 h 6544850"/>
              <a:gd name="connsiteX2" fmla="*/ 9148424 w 9148540"/>
              <a:gd name="connsiteY2" fmla="*/ 484 h 6544850"/>
              <a:gd name="connsiteX3" fmla="*/ 9146452 w 9148540"/>
              <a:gd name="connsiteY3" fmla="*/ 6431719 h 6544850"/>
              <a:gd name="connsiteX4" fmla="*/ 2607 w 9148540"/>
              <a:gd name="connsiteY4" fmla="*/ 6544850 h 6544850"/>
              <a:gd name="connsiteX5" fmla="*/ 0 w 9148540"/>
              <a:gd name="connsiteY5" fmla="*/ 4989476 h 6544850"/>
              <a:gd name="connsiteX6" fmla="*/ 2098534 w 9148540"/>
              <a:gd name="connsiteY6" fmla="*/ 3787326 h 6544850"/>
              <a:gd name="connsiteX7" fmla="*/ 2136634 w 9148540"/>
              <a:gd name="connsiteY7" fmla="*/ 3684931 h 6544850"/>
              <a:gd name="connsiteX0" fmla="*/ 2136666 w 9148572"/>
              <a:gd name="connsiteY0" fmla="*/ 3684931 h 6551993"/>
              <a:gd name="connsiteX1" fmla="*/ 2138560 w 9148572"/>
              <a:gd name="connsiteY1" fmla="*/ 0 h 6551993"/>
              <a:gd name="connsiteX2" fmla="*/ 9148456 w 9148572"/>
              <a:gd name="connsiteY2" fmla="*/ 484 h 6551993"/>
              <a:gd name="connsiteX3" fmla="*/ 9146484 w 9148572"/>
              <a:gd name="connsiteY3" fmla="*/ 6431719 h 6551993"/>
              <a:gd name="connsiteX4" fmla="*/ 258 w 9148572"/>
              <a:gd name="connsiteY4" fmla="*/ 6551993 h 6551993"/>
              <a:gd name="connsiteX5" fmla="*/ 32 w 9148572"/>
              <a:gd name="connsiteY5" fmla="*/ 4989476 h 6551993"/>
              <a:gd name="connsiteX6" fmla="*/ 2098566 w 9148572"/>
              <a:gd name="connsiteY6" fmla="*/ 3787326 h 6551993"/>
              <a:gd name="connsiteX7" fmla="*/ 2136666 w 9148572"/>
              <a:gd name="connsiteY7" fmla="*/ 3684931 h 655199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572" h="6553163">
                <a:moveTo>
                  <a:pt x="2136666" y="3684931"/>
                </a:moveTo>
                <a:cubicBezTo>
                  <a:pt x="2133491" y="2309362"/>
                  <a:pt x="2136973" y="6350"/>
                  <a:pt x="2138560" y="0"/>
                </a:cubicBezTo>
                <a:lnTo>
                  <a:pt x="9148456" y="484"/>
                </a:lnTo>
                <a:cubicBezTo>
                  <a:pt x="9149250" y="2143468"/>
                  <a:pt x="9145690" y="4410179"/>
                  <a:pt x="9146484" y="6553163"/>
                </a:cubicBezTo>
                <a:lnTo>
                  <a:pt x="258" y="6551993"/>
                </a:lnTo>
                <a:cubicBezTo>
                  <a:pt x="-536" y="6280671"/>
                  <a:pt x="826" y="5260798"/>
                  <a:pt x="32" y="4989476"/>
                </a:cubicBezTo>
                <a:cubicBezTo>
                  <a:pt x="1619" y="4994239"/>
                  <a:pt x="2087454" y="3784944"/>
                  <a:pt x="2098566" y="3787326"/>
                </a:cubicBezTo>
                <a:cubicBezTo>
                  <a:pt x="2135872" y="3761925"/>
                  <a:pt x="2132697" y="3753195"/>
                  <a:pt x="2136666" y="3684931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F6646-1FE3-92F8-87C4-3803D18EC383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1EBC2415-3600-B30D-73F6-CDF1EEF34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000" y="2196000"/>
            <a:ext cx="1824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468F165-3A63-092B-3038-6A9BCB282F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600" y="2196000"/>
            <a:ext cx="8030400" cy="1008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sz="4000" dirty="0"/>
              <a:t>Divider Slide (</a:t>
            </a:r>
            <a:r>
              <a:rPr lang="en-US" altLang="ja-JP" sz="4000" dirty="0" err="1"/>
              <a:t>YaHei</a:t>
            </a:r>
            <a:r>
              <a:rPr lang="en-US" altLang="ja-JP" sz="4000" dirty="0"/>
              <a:t>, Bold, 40px, grey)  </a:t>
            </a:r>
          </a:p>
        </p:txBody>
      </p:sp>
    </p:spTree>
    <p:extLst>
      <p:ext uri="{BB962C8B-B14F-4D97-AF65-F5344CB8AC3E}">
        <p14:creationId xmlns:p14="http://schemas.microsoft.com/office/powerpoint/2010/main" val="32421106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">
            <a:extLst>
              <a:ext uri="{FF2B5EF4-FFF2-40B4-BE49-F238E27FC236}">
                <a16:creationId xmlns:a16="http://schemas.microsoft.com/office/drawing/2014/main" id="{65B9F9AE-4C2E-3C54-BC3E-477A18FFCC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488" y="-3947"/>
            <a:ext cx="12198096" cy="6553163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0508 h 6428955"/>
              <a:gd name="connsiteX1" fmla="*/ 2514114 w 12199143"/>
              <a:gd name="connsiteY1" fmla="*/ 353671 h 6428955"/>
              <a:gd name="connsiteX2" fmla="*/ 12196762 w 12199143"/>
              <a:gd name="connsiteY2" fmla="*/ 2 h 6428955"/>
              <a:gd name="connsiteX3" fmla="*/ 12199143 w 12199143"/>
              <a:gd name="connsiteY3" fmla="*/ 6428955 h 6428955"/>
              <a:gd name="connsiteX4" fmla="*/ 4762 w 12199143"/>
              <a:gd name="connsiteY4" fmla="*/ 6426573 h 6428955"/>
              <a:gd name="connsiteX5" fmla="*/ 0 w 12199143"/>
              <a:gd name="connsiteY5" fmla="*/ 5564983 h 6428955"/>
              <a:gd name="connsiteX6" fmla="*/ 2457450 w 12199143"/>
              <a:gd name="connsiteY6" fmla="*/ 4150523 h 6428955"/>
              <a:gd name="connsiteX7" fmla="*/ 2502693 w 12199143"/>
              <a:gd name="connsiteY7" fmla="*/ 4050508 h 6428955"/>
              <a:gd name="connsiteX0" fmla="*/ 2497933 w 12194383"/>
              <a:gd name="connsiteY0" fmla="*/ 4050508 h 6428955"/>
              <a:gd name="connsiteX1" fmla="*/ 2509354 w 12194383"/>
              <a:gd name="connsiteY1" fmla="*/ 353671 h 6428955"/>
              <a:gd name="connsiteX2" fmla="*/ 12192002 w 12194383"/>
              <a:gd name="connsiteY2" fmla="*/ 2 h 6428955"/>
              <a:gd name="connsiteX3" fmla="*/ 12194383 w 12194383"/>
              <a:gd name="connsiteY3" fmla="*/ 6428955 h 6428955"/>
              <a:gd name="connsiteX4" fmla="*/ 2 w 12194383"/>
              <a:gd name="connsiteY4" fmla="*/ 6426573 h 6428955"/>
              <a:gd name="connsiteX5" fmla="*/ 335106 w 12194383"/>
              <a:gd name="connsiteY5" fmla="*/ 5378866 h 6428955"/>
              <a:gd name="connsiteX6" fmla="*/ 2452690 w 12194383"/>
              <a:gd name="connsiteY6" fmla="*/ 4150523 h 6428955"/>
              <a:gd name="connsiteX7" fmla="*/ 2497933 w 12194383"/>
              <a:gd name="connsiteY7" fmla="*/ 4050508 h 6428955"/>
              <a:gd name="connsiteX0" fmla="*/ 2162827 w 11859277"/>
              <a:gd name="connsiteY0" fmla="*/ 4050508 h 6442758"/>
              <a:gd name="connsiteX1" fmla="*/ 2174248 w 11859277"/>
              <a:gd name="connsiteY1" fmla="*/ 353671 h 6442758"/>
              <a:gd name="connsiteX2" fmla="*/ 11856896 w 11859277"/>
              <a:gd name="connsiteY2" fmla="*/ 2 h 6442758"/>
              <a:gd name="connsiteX3" fmla="*/ 11859277 w 11859277"/>
              <a:gd name="connsiteY3" fmla="*/ 6428955 h 6442758"/>
              <a:gd name="connsiteX4" fmla="*/ 4762 w 11859277"/>
              <a:gd name="connsiteY4" fmla="*/ 6442758 h 6442758"/>
              <a:gd name="connsiteX5" fmla="*/ 0 w 11859277"/>
              <a:gd name="connsiteY5" fmla="*/ 5378866 h 6442758"/>
              <a:gd name="connsiteX6" fmla="*/ 2117584 w 11859277"/>
              <a:gd name="connsiteY6" fmla="*/ 4150523 h 6442758"/>
              <a:gd name="connsiteX7" fmla="*/ 2162827 w 11859277"/>
              <a:gd name="connsiteY7" fmla="*/ 4050508 h 6442758"/>
              <a:gd name="connsiteX0" fmla="*/ 2162827 w 11856896"/>
              <a:gd name="connsiteY0" fmla="*/ 4050508 h 6442758"/>
              <a:gd name="connsiteX1" fmla="*/ 2174248 w 11856896"/>
              <a:gd name="connsiteY1" fmla="*/ 353671 h 6442758"/>
              <a:gd name="connsiteX2" fmla="*/ 11856896 w 11856896"/>
              <a:gd name="connsiteY2" fmla="*/ 2 h 6442758"/>
              <a:gd name="connsiteX3" fmla="*/ 9172721 w 11856896"/>
              <a:gd name="connsiteY3" fmla="*/ 6437048 h 6442758"/>
              <a:gd name="connsiteX4" fmla="*/ 4762 w 11856896"/>
              <a:gd name="connsiteY4" fmla="*/ 6442758 h 6442758"/>
              <a:gd name="connsiteX5" fmla="*/ 0 w 11856896"/>
              <a:gd name="connsiteY5" fmla="*/ 5378866 h 6442758"/>
              <a:gd name="connsiteX6" fmla="*/ 2117584 w 11856896"/>
              <a:gd name="connsiteY6" fmla="*/ 4150523 h 6442758"/>
              <a:gd name="connsiteX7" fmla="*/ 2162827 w 11856896"/>
              <a:gd name="connsiteY7" fmla="*/ 4050508 h 6442758"/>
              <a:gd name="connsiteX0" fmla="*/ 2162827 w 9186553"/>
              <a:gd name="connsiteY0" fmla="*/ 3710640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2827 w 9186553"/>
              <a:gd name="connsiteY7" fmla="*/ 3710640 h 6102890"/>
              <a:gd name="connsiteX0" fmla="*/ 2210452 w 9186553"/>
              <a:gd name="connsiteY0" fmla="*/ 3701115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210452 w 9186553"/>
              <a:gd name="connsiteY7" fmla="*/ 3701115 h 6102890"/>
              <a:gd name="connsiteX0" fmla="*/ 2165208 w 9186553"/>
              <a:gd name="connsiteY0" fmla="*/ 3705878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5208 w 9186553"/>
              <a:gd name="connsiteY7" fmla="*/ 3705878 h 6102890"/>
              <a:gd name="connsiteX0" fmla="*/ 2167590 w 9186553"/>
              <a:gd name="connsiteY0" fmla="*/ 3715403 h 6102890"/>
              <a:gd name="connsiteX1" fmla="*/ 2174248 w 9186553"/>
              <a:gd name="connsiteY1" fmla="*/ 13803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46844 h 6134331"/>
              <a:gd name="connsiteX1" fmla="*/ 2176629 w 9186553"/>
              <a:gd name="connsiteY1" fmla="*/ 0 h 6134331"/>
              <a:gd name="connsiteX2" fmla="*/ 9186524 w 9186553"/>
              <a:gd name="connsiteY2" fmla="*/ 31441 h 6134331"/>
              <a:gd name="connsiteX3" fmla="*/ 9172721 w 9186553"/>
              <a:gd name="connsiteY3" fmla="*/ 6128621 h 6134331"/>
              <a:gd name="connsiteX4" fmla="*/ 4762 w 9186553"/>
              <a:gd name="connsiteY4" fmla="*/ 6134331 h 6134331"/>
              <a:gd name="connsiteX5" fmla="*/ 0 w 9186553"/>
              <a:gd name="connsiteY5" fmla="*/ 5070439 h 6134331"/>
              <a:gd name="connsiteX6" fmla="*/ 2117584 w 9186553"/>
              <a:gd name="connsiteY6" fmla="*/ 3842096 h 6134331"/>
              <a:gd name="connsiteX7" fmla="*/ 2167590 w 9186553"/>
              <a:gd name="connsiteY7" fmla="*/ 3746844 h 6134331"/>
              <a:gd name="connsiteX0" fmla="*/ 2167590 w 9186553"/>
              <a:gd name="connsiteY0" fmla="*/ 3715403 h 6102890"/>
              <a:gd name="connsiteX1" fmla="*/ 2231398 w 9186553"/>
              <a:gd name="connsiteY1" fmla="*/ 104291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2341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214728 w 9186553"/>
              <a:gd name="connsiteY1" fmla="*/ 20947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86553"/>
              <a:gd name="connsiteY0" fmla="*/ 3715403 h 6102890"/>
              <a:gd name="connsiteX1" fmla="*/ 2164722 w 9186553"/>
              <a:gd name="connsiteY1" fmla="*/ 18566 h 6102890"/>
              <a:gd name="connsiteX2" fmla="*/ 9186524 w 9186553"/>
              <a:gd name="connsiteY2" fmla="*/ 0 h 6102890"/>
              <a:gd name="connsiteX3" fmla="*/ 9172721 w 9186553"/>
              <a:gd name="connsiteY3" fmla="*/ 6097180 h 6102890"/>
              <a:gd name="connsiteX4" fmla="*/ 4762 w 9186553"/>
              <a:gd name="connsiteY4" fmla="*/ 6102890 h 6102890"/>
              <a:gd name="connsiteX5" fmla="*/ 0 w 9186553"/>
              <a:gd name="connsiteY5" fmla="*/ 5038998 h 6102890"/>
              <a:gd name="connsiteX6" fmla="*/ 2117584 w 9186553"/>
              <a:gd name="connsiteY6" fmla="*/ 3810655 h 6102890"/>
              <a:gd name="connsiteX7" fmla="*/ 2167590 w 9186553"/>
              <a:gd name="connsiteY7" fmla="*/ 3715403 h 6102890"/>
              <a:gd name="connsiteX0" fmla="*/ 2167590 w 9172721"/>
              <a:gd name="connsiteY0" fmla="*/ 3701115 h 6088602"/>
              <a:gd name="connsiteX1" fmla="*/ 2164722 w 9172721"/>
              <a:gd name="connsiteY1" fmla="*/ 4278 h 6088602"/>
              <a:gd name="connsiteX2" fmla="*/ 9167474 w 9172721"/>
              <a:gd name="connsiteY2" fmla="*/ 0 h 6088602"/>
              <a:gd name="connsiteX3" fmla="*/ 9172721 w 9172721"/>
              <a:gd name="connsiteY3" fmla="*/ 6082892 h 6088602"/>
              <a:gd name="connsiteX4" fmla="*/ 4762 w 9172721"/>
              <a:gd name="connsiteY4" fmla="*/ 6088602 h 6088602"/>
              <a:gd name="connsiteX5" fmla="*/ 0 w 9172721"/>
              <a:gd name="connsiteY5" fmla="*/ 5024710 h 6088602"/>
              <a:gd name="connsiteX6" fmla="*/ 2117584 w 9172721"/>
              <a:gd name="connsiteY6" fmla="*/ 3796367 h 6088602"/>
              <a:gd name="connsiteX7" fmla="*/ 2167590 w 9172721"/>
              <a:gd name="connsiteY7" fmla="*/ 3701115 h 6088602"/>
              <a:gd name="connsiteX0" fmla="*/ 2167590 w 9170340"/>
              <a:gd name="connsiteY0" fmla="*/ 3701115 h 6088602"/>
              <a:gd name="connsiteX1" fmla="*/ 2164722 w 9170340"/>
              <a:gd name="connsiteY1" fmla="*/ 4278 h 6088602"/>
              <a:gd name="connsiteX2" fmla="*/ 9167474 w 9170340"/>
              <a:gd name="connsiteY2" fmla="*/ 0 h 6088602"/>
              <a:gd name="connsiteX3" fmla="*/ 9170340 w 9170340"/>
              <a:gd name="connsiteY3" fmla="*/ 6082892 h 6088602"/>
              <a:gd name="connsiteX4" fmla="*/ 4762 w 9170340"/>
              <a:gd name="connsiteY4" fmla="*/ 6088602 h 6088602"/>
              <a:gd name="connsiteX5" fmla="*/ 0 w 9170340"/>
              <a:gd name="connsiteY5" fmla="*/ 5024710 h 6088602"/>
              <a:gd name="connsiteX6" fmla="*/ 2117584 w 9170340"/>
              <a:gd name="connsiteY6" fmla="*/ 3796367 h 6088602"/>
              <a:gd name="connsiteX7" fmla="*/ 2167590 w 9170340"/>
              <a:gd name="connsiteY7" fmla="*/ 3701115 h 6088602"/>
              <a:gd name="connsiteX0" fmla="*/ 2162835 w 9165585"/>
              <a:gd name="connsiteY0" fmla="*/ 3701115 h 6088602"/>
              <a:gd name="connsiteX1" fmla="*/ 2159967 w 9165585"/>
              <a:gd name="connsiteY1" fmla="*/ 4278 h 6088602"/>
              <a:gd name="connsiteX2" fmla="*/ 9162719 w 9165585"/>
              <a:gd name="connsiteY2" fmla="*/ 0 h 6088602"/>
              <a:gd name="connsiteX3" fmla="*/ 9165585 w 9165585"/>
              <a:gd name="connsiteY3" fmla="*/ 6082892 h 6088602"/>
              <a:gd name="connsiteX4" fmla="*/ 7 w 9165585"/>
              <a:gd name="connsiteY4" fmla="*/ 6088602 h 6088602"/>
              <a:gd name="connsiteX5" fmla="*/ 69064 w 9165585"/>
              <a:gd name="connsiteY5" fmla="*/ 5036616 h 6088602"/>
              <a:gd name="connsiteX6" fmla="*/ 2112829 w 9165585"/>
              <a:gd name="connsiteY6" fmla="*/ 3796367 h 6088602"/>
              <a:gd name="connsiteX7" fmla="*/ 2162835 w 9165585"/>
              <a:gd name="connsiteY7" fmla="*/ 3701115 h 6088602"/>
              <a:gd name="connsiteX0" fmla="*/ 2162856 w 9165606"/>
              <a:gd name="connsiteY0" fmla="*/ 3701115 h 6088602"/>
              <a:gd name="connsiteX1" fmla="*/ 2159988 w 9165606"/>
              <a:gd name="connsiteY1" fmla="*/ 4278 h 6088602"/>
              <a:gd name="connsiteX2" fmla="*/ 9162740 w 9165606"/>
              <a:gd name="connsiteY2" fmla="*/ 0 h 6088602"/>
              <a:gd name="connsiteX3" fmla="*/ 9165606 w 9165606"/>
              <a:gd name="connsiteY3" fmla="*/ 6082892 h 6088602"/>
              <a:gd name="connsiteX4" fmla="*/ 28 w 9165606"/>
              <a:gd name="connsiteY4" fmla="*/ 6088602 h 6088602"/>
              <a:gd name="connsiteX5" fmla="*/ 14316 w 9165606"/>
              <a:gd name="connsiteY5" fmla="*/ 5003279 h 6088602"/>
              <a:gd name="connsiteX6" fmla="*/ 2112850 w 9165606"/>
              <a:gd name="connsiteY6" fmla="*/ 3796367 h 6088602"/>
              <a:gd name="connsiteX7" fmla="*/ 2162856 w 9165606"/>
              <a:gd name="connsiteY7" fmla="*/ 3701115 h 6088602"/>
              <a:gd name="connsiteX0" fmla="*/ 2148573 w 9151323"/>
              <a:gd name="connsiteY0" fmla="*/ 3701115 h 6432107"/>
              <a:gd name="connsiteX1" fmla="*/ 2145705 w 9151323"/>
              <a:gd name="connsiteY1" fmla="*/ 4278 h 6432107"/>
              <a:gd name="connsiteX2" fmla="*/ 9148457 w 9151323"/>
              <a:gd name="connsiteY2" fmla="*/ 0 h 6432107"/>
              <a:gd name="connsiteX3" fmla="*/ 9151323 w 9151323"/>
              <a:gd name="connsiteY3" fmla="*/ 6082892 h 6432107"/>
              <a:gd name="connsiteX4" fmla="*/ 259 w 9151323"/>
              <a:gd name="connsiteY4" fmla="*/ 6432107 h 6432107"/>
              <a:gd name="connsiteX5" fmla="*/ 33 w 9151323"/>
              <a:gd name="connsiteY5" fmla="*/ 5003279 h 6432107"/>
              <a:gd name="connsiteX6" fmla="*/ 2098567 w 9151323"/>
              <a:gd name="connsiteY6" fmla="*/ 3796367 h 6432107"/>
              <a:gd name="connsiteX7" fmla="*/ 2148573 w 915132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5003279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50922 w 9150922"/>
              <a:gd name="connsiteY0" fmla="*/ 3701115 h 6432107"/>
              <a:gd name="connsiteX1" fmla="*/ 2148054 w 9150922"/>
              <a:gd name="connsiteY1" fmla="*/ 4278 h 6432107"/>
              <a:gd name="connsiteX2" fmla="*/ 9150806 w 9150922"/>
              <a:gd name="connsiteY2" fmla="*/ 0 h 6432107"/>
              <a:gd name="connsiteX3" fmla="*/ 9148834 w 9150922"/>
              <a:gd name="connsiteY3" fmla="*/ 6431235 h 6432107"/>
              <a:gd name="connsiteX4" fmla="*/ 2608 w 9150922"/>
              <a:gd name="connsiteY4" fmla="*/ 6432107 h 6432107"/>
              <a:gd name="connsiteX5" fmla="*/ 0 w 9150922"/>
              <a:gd name="connsiteY5" fmla="*/ 4996135 h 6432107"/>
              <a:gd name="connsiteX6" fmla="*/ 2100916 w 9150922"/>
              <a:gd name="connsiteY6" fmla="*/ 3796367 h 6432107"/>
              <a:gd name="connsiteX7" fmla="*/ 2150922 w 9150922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96367 h 6432107"/>
              <a:gd name="connsiteX7" fmla="*/ 2148573 w 9148573"/>
              <a:gd name="connsiteY7" fmla="*/ 3701115 h 6432107"/>
              <a:gd name="connsiteX0" fmla="*/ 2148573 w 9148573"/>
              <a:gd name="connsiteY0" fmla="*/ 3701115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48573 w 9148573"/>
              <a:gd name="connsiteY7" fmla="*/ 3701115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1423 w 9148573"/>
              <a:gd name="connsiteY6" fmla="*/ 3793986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5705 w 9148573"/>
              <a:gd name="connsiteY1" fmla="*/ 4278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730176 h 6477836"/>
              <a:gd name="connsiteX1" fmla="*/ 2093317 w 9148573"/>
              <a:gd name="connsiteY1" fmla="*/ 0 h 6477836"/>
              <a:gd name="connsiteX2" fmla="*/ 9148457 w 9148573"/>
              <a:gd name="connsiteY2" fmla="*/ 45729 h 6477836"/>
              <a:gd name="connsiteX3" fmla="*/ 9146485 w 9148573"/>
              <a:gd name="connsiteY3" fmla="*/ 6476964 h 6477836"/>
              <a:gd name="connsiteX4" fmla="*/ 259 w 9148573"/>
              <a:gd name="connsiteY4" fmla="*/ 6477836 h 6477836"/>
              <a:gd name="connsiteX5" fmla="*/ 33 w 9148573"/>
              <a:gd name="connsiteY5" fmla="*/ 5034721 h 6477836"/>
              <a:gd name="connsiteX6" fmla="*/ 2098567 w 9148573"/>
              <a:gd name="connsiteY6" fmla="*/ 3832571 h 6477836"/>
              <a:gd name="connsiteX7" fmla="*/ 2136667 w 9148573"/>
              <a:gd name="connsiteY7" fmla="*/ 3730176 h 6477836"/>
              <a:gd name="connsiteX0" fmla="*/ 2136667 w 9148573"/>
              <a:gd name="connsiteY0" fmla="*/ 3684447 h 6432107"/>
              <a:gd name="connsiteX1" fmla="*/ 2188567 w 9148573"/>
              <a:gd name="connsiteY1" fmla="*/ 399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447 h 6432107"/>
              <a:gd name="connsiteX1" fmla="*/ 2140942 w 9148573"/>
              <a:gd name="connsiteY1" fmla="*/ 1897 h 6432107"/>
              <a:gd name="connsiteX2" fmla="*/ 9148457 w 9148573"/>
              <a:gd name="connsiteY2" fmla="*/ 0 h 6432107"/>
              <a:gd name="connsiteX3" fmla="*/ 9146485 w 9148573"/>
              <a:gd name="connsiteY3" fmla="*/ 6431235 h 6432107"/>
              <a:gd name="connsiteX4" fmla="*/ 259 w 9148573"/>
              <a:gd name="connsiteY4" fmla="*/ 6432107 h 6432107"/>
              <a:gd name="connsiteX5" fmla="*/ 33 w 9148573"/>
              <a:gd name="connsiteY5" fmla="*/ 4988992 h 6432107"/>
              <a:gd name="connsiteX6" fmla="*/ 2098567 w 9148573"/>
              <a:gd name="connsiteY6" fmla="*/ 3786842 h 6432107"/>
              <a:gd name="connsiteX7" fmla="*/ 2136667 w 9148573"/>
              <a:gd name="connsiteY7" fmla="*/ 3684447 h 6432107"/>
              <a:gd name="connsiteX0" fmla="*/ 2136667 w 9148573"/>
              <a:gd name="connsiteY0" fmla="*/ 3684931 h 6432591"/>
              <a:gd name="connsiteX1" fmla="*/ 2138561 w 9148573"/>
              <a:gd name="connsiteY1" fmla="*/ 0 h 6432591"/>
              <a:gd name="connsiteX2" fmla="*/ 9148457 w 9148573"/>
              <a:gd name="connsiteY2" fmla="*/ 484 h 6432591"/>
              <a:gd name="connsiteX3" fmla="*/ 9146485 w 9148573"/>
              <a:gd name="connsiteY3" fmla="*/ 6431719 h 6432591"/>
              <a:gd name="connsiteX4" fmla="*/ 259 w 9148573"/>
              <a:gd name="connsiteY4" fmla="*/ 6432591 h 6432591"/>
              <a:gd name="connsiteX5" fmla="*/ 33 w 9148573"/>
              <a:gd name="connsiteY5" fmla="*/ 4989476 h 6432591"/>
              <a:gd name="connsiteX6" fmla="*/ 2098567 w 9148573"/>
              <a:gd name="connsiteY6" fmla="*/ 3787326 h 6432591"/>
              <a:gd name="connsiteX7" fmla="*/ 2136667 w 9148573"/>
              <a:gd name="connsiteY7" fmla="*/ 3684931 h 6432591"/>
              <a:gd name="connsiteX0" fmla="*/ 2136667 w 9148573"/>
              <a:gd name="connsiteY0" fmla="*/ 3684931 h 6622003"/>
              <a:gd name="connsiteX1" fmla="*/ 2138561 w 9148573"/>
              <a:gd name="connsiteY1" fmla="*/ 0 h 6622003"/>
              <a:gd name="connsiteX2" fmla="*/ 9148457 w 9148573"/>
              <a:gd name="connsiteY2" fmla="*/ 484 h 6622003"/>
              <a:gd name="connsiteX3" fmla="*/ 9146485 w 9148573"/>
              <a:gd name="connsiteY3" fmla="*/ 6431719 h 6622003"/>
              <a:gd name="connsiteX4" fmla="*/ 259 w 9148573"/>
              <a:gd name="connsiteY4" fmla="*/ 6622003 h 6622003"/>
              <a:gd name="connsiteX5" fmla="*/ 33 w 9148573"/>
              <a:gd name="connsiteY5" fmla="*/ 4989476 h 6622003"/>
              <a:gd name="connsiteX6" fmla="*/ 2098567 w 9148573"/>
              <a:gd name="connsiteY6" fmla="*/ 3787326 h 6622003"/>
              <a:gd name="connsiteX7" fmla="*/ 2136667 w 9148573"/>
              <a:gd name="connsiteY7" fmla="*/ 3684931 h 6622003"/>
              <a:gd name="connsiteX0" fmla="*/ 2136667 w 9148573"/>
              <a:gd name="connsiteY0" fmla="*/ 3684931 h 6569751"/>
              <a:gd name="connsiteX1" fmla="*/ 2138561 w 9148573"/>
              <a:gd name="connsiteY1" fmla="*/ 0 h 6569751"/>
              <a:gd name="connsiteX2" fmla="*/ 9148457 w 9148573"/>
              <a:gd name="connsiteY2" fmla="*/ 484 h 6569751"/>
              <a:gd name="connsiteX3" fmla="*/ 9146485 w 9148573"/>
              <a:gd name="connsiteY3" fmla="*/ 6431719 h 6569751"/>
              <a:gd name="connsiteX4" fmla="*/ 259 w 9148573"/>
              <a:gd name="connsiteY4" fmla="*/ 6569751 h 6569751"/>
              <a:gd name="connsiteX5" fmla="*/ 33 w 9148573"/>
              <a:gd name="connsiteY5" fmla="*/ 4989476 h 6569751"/>
              <a:gd name="connsiteX6" fmla="*/ 2098567 w 9148573"/>
              <a:gd name="connsiteY6" fmla="*/ 3787326 h 6569751"/>
              <a:gd name="connsiteX7" fmla="*/ 2136667 w 9148573"/>
              <a:gd name="connsiteY7" fmla="*/ 3684931 h 6569751"/>
              <a:gd name="connsiteX0" fmla="*/ 2136667 w 9148573"/>
              <a:gd name="connsiteY0" fmla="*/ 3684931 h 6530563"/>
              <a:gd name="connsiteX1" fmla="*/ 2138561 w 9148573"/>
              <a:gd name="connsiteY1" fmla="*/ 0 h 6530563"/>
              <a:gd name="connsiteX2" fmla="*/ 9148457 w 9148573"/>
              <a:gd name="connsiteY2" fmla="*/ 484 h 6530563"/>
              <a:gd name="connsiteX3" fmla="*/ 9146485 w 9148573"/>
              <a:gd name="connsiteY3" fmla="*/ 6431719 h 6530563"/>
              <a:gd name="connsiteX4" fmla="*/ 259 w 9148573"/>
              <a:gd name="connsiteY4" fmla="*/ 6530563 h 6530563"/>
              <a:gd name="connsiteX5" fmla="*/ 33 w 9148573"/>
              <a:gd name="connsiteY5" fmla="*/ 4989476 h 6530563"/>
              <a:gd name="connsiteX6" fmla="*/ 2098567 w 9148573"/>
              <a:gd name="connsiteY6" fmla="*/ 3787326 h 6530563"/>
              <a:gd name="connsiteX7" fmla="*/ 2136667 w 9148573"/>
              <a:gd name="connsiteY7" fmla="*/ 3684931 h 6530563"/>
              <a:gd name="connsiteX0" fmla="*/ 2136634 w 9148540"/>
              <a:gd name="connsiteY0" fmla="*/ 3684931 h 6544850"/>
              <a:gd name="connsiteX1" fmla="*/ 2138528 w 9148540"/>
              <a:gd name="connsiteY1" fmla="*/ 0 h 6544850"/>
              <a:gd name="connsiteX2" fmla="*/ 9148424 w 9148540"/>
              <a:gd name="connsiteY2" fmla="*/ 484 h 6544850"/>
              <a:gd name="connsiteX3" fmla="*/ 9146452 w 9148540"/>
              <a:gd name="connsiteY3" fmla="*/ 6431719 h 6544850"/>
              <a:gd name="connsiteX4" fmla="*/ 2607 w 9148540"/>
              <a:gd name="connsiteY4" fmla="*/ 6544850 h 6544850"/>
              <a:gd name="connsiteX5" fmla="*/ 0 w 9148540"/>
              <a:gd name="connsiteY5" fmla="*/ 4989476 h 6544850"/>
              <a:gd name="connsiteX6" fmla="*/ 2098534 w 9148540"/>
              <a:gd name="connsiteY6" fmla="*/ 3787326 h 6544850"/>
              <a:gd name="connsiteX7" fmla="*/ 2136634 w 9148540"/>
              <a:gd name="connsiteY7" fmla="*/ 3684931 h 6544850"/>
              <a:gd name="connsiteX0" fmla="*/ 2136666 w 9148572"/>
              <a:gd name="connsiteY0" fmla="*/ 3684931 h 6551993"/>
              <a:gd name="connsiteX1" fmla="*/ 2138560 w 9148572"/>
              <a:gd name="connsiteY1" fmla="*/ 0 h 6551993"/>
              <a:gd name="connsiteX2" fmla="*/ 9148456 w 9148572"/>
              <a:gd name="connsiteY2" fmla="*/ 484 h 6551993"/>
              <a:gd name="connsiteX3" fmla="*/ 9146484 w 9148572"/>
              <a:gd name="connsiteY3" fmla="*/ 6431719 h 6551993"/>
              <a:gd name="connsiteX4" fmla="*/ 258 w 9148572"/>
              <a:gd name="connsiteY4" fmla="*/ 6551993 h 6551993"/>
              <a:gd name="connsiteX5" fmla="*/ 32 w 9148572"/>
              <a:gd name="connsiteY5" fmla="*/ 4989476 h 6551993"/>
              <a:gd name="connsiteX6" fmla="*/ 2098566 w 9148572"/>
              <a:gd name="connsiteY6" fmla="*/ 3787326 h 6551993"/>
              <a:gd name="connsiteX7" fmla="*/ 2136666 w 9148572"/>
              <a:gd name="connsiteY7" fmla="*/ 3684931 h 655199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  <a:gd name="connsiteX0" fmla="*/ 2136666 w 9148572"/>
              <a:gd name="connsiteY0" fmla="*/ 3684931 h 6553163"/>
              <a:gd name="connsiteX1" fmla="*/ 2138560 w 9148572"/>
              <a:gd name="connsiteY1" fmla="*/ 0 h 6553163"/>
              <a:gd name="connsiteX2" fmla="*/ 9148456 w 9148572"/>
              <a:gd name="connsiteY2" fmla="*/ 484 h 6553163"/>
              <a:gd name="connsiteX3" fmla="*/ 9146484 w 9148572"/>
              <a:gd name="connsiteY3" fmla="*/ 6553163 h 6553163"/>
              <a:gd name="connsiteX4" fmla="*/ 258 w 9148572"/>
              <a:gd name="connsiteY4" fmla="*/ 6551993 h 6553163"/>
              <a:gd name="connsiteX5" fmla="*/ 32 w 9148572"/>
              <a:gd name="connsiteY5" fmla="*/ 4989476 h 6553163"/>
              <a:gd name="connsiteX6" fmla="*/ 2098566 w 9148572"/>
              <a:gd name="connsiteY6" fmla="*/ 3787326 h 6553163"/>
              <a:gd name="connsiteX7" fmla="*/ 2136666 w 9148572"/>
              <a:gd name="connsiteY7" fmla="*/ 3684931 h 6553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572" h="6553163">
                <a:moveTo>
                  <a:pt x="2136666" y="3684931"/>
                </a:moveTo>
                <a:cubicBezTo>
                  <a:pt x="2133491" y="2309362"/>
                  <a:pt x="2136973" y="6350"/>
                  <a:pt x="2138560" y="0"/>
                </a:cubicBezTo>
                <a:lnTo>
                  <a:pt x="9148456" y="484"/>
                </a:lnTo>
                <a:cubicBezTo>
                  <a:pt x="9149250" y="2143468"/>
                  <a:pt x="9145690" y="4410179"/>
                  <a:pt x="9146484" y="6553163"/>
                </a:cubicBezTo>
                <a:lnTo>
                  <a:pt x="258" y="6551993"/>
                </a:lnTo>
                <a:cubicBezTo>
                  <a:pt x="-536" y="6280671"/>
                  <a:pt x="826" y="5260798"/>
                  <a:pt x="32" y="4989476"/>
                </a:cubicBezTo>
                <a:cubicBezTo>
                  <a:pt x="1619" y="4994239"/>
                  <a:pt x="2087454" y="3784944"/>
                  <a:pt x="2098566" y="3787326"/>
                </a:cubicBezTo>
                <a:cubicBezTo>
                  <a:pt x="2135872" y="3761925"/>
                  <a:pt x="2132697" y="3753195"/>
                  <a:pt x="2136666" y="3684931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F6646-1FE3-92F8-87C4-3803D18EC383}"/>
              </a:ext>
            </a:extLst>
          </p:cNvPr>
          <p:cNvSpPr txBox="1"/>
          <p:nvPr userDrawn="1"/>
        </p:nvSpPr>
        <p:spPr>
          <a:xfrm>
            <a:off x="11769600" y="6641560"/>
            <a:ext cx="288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1EBC2415-3600-B30D-73F6-CDF1EEF34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000" y="2196000"/>
            <a:ext cx="1824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25C75C3-F326-81DE-B678-2F9D7DBA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600" y="2196000"/>
            <a:ext cx="8030400" cy="1008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sz="4000" dirty="0"/>
              <a:t>Divider Slide (</a:t>
            </a:r>
            <a:r>
              <a:rPr lang="en-US" altLang="ja-JP" sz="4000" dirty="0" err="1"/>
              <a:t>YaHei</a:t>
            </a:r>
            <a:r>
              <a:rPr lang="en-US" altLang="ja-JP" sz="4000" dirty="0"/>
              <a:t>, Bold, 40px, grey)  </a:t>
            </a:r>
          </a:p>
        </p:txBody>
      </p:sp>
    </p:spTree>
    <p:extLst>
      <p:ext uri="{BB962C8B-B14F-4D97-AF65-F5344CB8AC3E}">
        <p14:creationId xmlns:p14="http://schemas.microsoft.com/office/powerpoint/2010/main" val="96127479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25752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712" y="2439000"/>
            <a:ext cx="7968288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</a:t>
            </a:r>
            <a:r>
              <a:rPr lang="en-US" altLang="ja-JP" dirty="0" err="1"/>
              <a:t>YaHei</a:t>
            </a:r>
            <a:r>
              <a:rPr lang="en-US" altLang="ja-JP" dirty="0"/>
              <a:t>, Bold, 40px, grey)  </a:t>
            </a:r>
          </a:p>
        </p:txBody>
      </p:sp>
    </p:spTree>
    <p:extLst>
      <p:ext uri="{BB962C8B-B14F-4D97-AF65-F5344CB8AC3E}">
        <p14:creationId xmlns:p14="http://schemas.microsoft.com/office/powerpoint/2010/main" val="46640874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20819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436426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26744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A71526E6-9FA6-6C1D-7DAC-DB5620C460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74FF19BF-1F0C-A9BA-8737-2A52C5C794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105436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638C5E49-6553-0BD7-AD4E-8117ABA927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8B5488B-66BA-7186-1870-FB0A2795D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6057186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BF23F0BA-AAC9-2E6E-479D-0B4551A2D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CEDE3B4-A8FC-B272-E14D-780DE95EB4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486345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74CAFD23-6B70-AC53-530F-8A5869ABF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9C46CEE4-E893-6E52-D556-336C5F02F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3444360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29DBF1D-FEF9-B035-6FC2-3E6C37728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2982597-8682-58C6-D649-111FADAAB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191561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CFE210D-473E-3CB9-BB56-206013900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C7DA783-0204-DACA-F98D-9E1165906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513601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81DB5105-FDE0-7CF6-79C6-0669DF8057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35D56414-6724-1171-B103-9887EA01AA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662437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52341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B6D446B-E393-9CF8-6CE6-9B79733AE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089297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AB0984FF-90E3-82F9-F338-58CFF85C4B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C8859F9-AD75-6B84-C8F5-F14438A2C5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939417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D0E90B35-24C4-FA42-7F49-2102F0D0EE6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685B2B1-8F27-478C-0184-7AAC836BD0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4239603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E2096F5E-BDB9-9C5F-F29B-8FABF76349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0C3CB89-94CC-B676-CD62-DAE53CE660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552668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36FD5251-9C80-7D42-C5B7-94F7835FF96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FAA65D9-D5FE-6581-8827-E5C7F9B24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691984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F0EFD8CA-4A6A-3517-1794-103747A10B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845EA63-185E-8420-5B3C-393594912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49482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D4CA24AD-8EB0-1F43-F2FE-094642A5B73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</a:t>
            </a:r>
            <a:r>
              <a:rPr kumimoji="1" lang="en-US" altLang="ja-JP" dirty="0"/>
              <a:t>Click icon to add element, or select to remove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7B9F5007-3ED6-E6A0-4B54-FB1CC0D1D7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096129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041440B7-ADA1-9444-F82A-D2FB7B5A334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50941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</a:t>
            </a:r>
            <a:r>
              <a:rPr lang="en-US" altLang="ja-JP" dirty="0" err="1"/>
              <a:t>YaHei</a:t>
            </a:r>
            <a:r>
              <a:rPr lang="en-US" altLang="ja-JP" dirty="0"/>
              <a:t>, Bold, 40px, grey)  </a:t>
            </a: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E2BC97CD-4A1A-95D8-7193-A14A1179A0CF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17738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ja-JP" altLang="en-US" dirty="0"/>
              <a:t>アイコンをクリックして図を追加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21542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アイコンをクリックして図を追加 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825196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8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8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0720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>
            <a:extLst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014C1539-33CB-95AB-7418-F0569302F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101172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テキスト プレースホルダー 7">
            <a:extLst>
              <a:ext uri="{FF2B5EF4-FFF2-40B4-BE49-F238E27FC236}">
                <a16:creationId xmlns:a16="http://schemas.microsoft.com/office/drawing/2014/main" id="{5C2E2A90-7C69-E01B-64FE-8D42B832E9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31232AB7-42BE-5BCA-CE0B-A49EC8DB27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FFE348A8-4ED6-951E-BDE4-5F37B2D026A3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6578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1FB5B858-1BF5-556C-5F04-176306F3CE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48AAF95D-2E55-5F89-1EE2-BE85BE4842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51999B-1DBD-A5BD-D797-5D4D315C872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47196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F89C5050-7EAD-E35E-4E0E-83BCD10A6B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5B6EEEFC-E4C7-BBE8-4161-80B93C0DF9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A082A0-FCA5-DC14-941A-73FB6960FF5B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37883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5AEBE227-3567-C3A8-D480-A31825F649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A35CA4A4-445C-6DC3-D6C9-AA9333A880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E12E651-3FEF-031E-8F95-B234AB2A7574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28121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3F7E2268-32F2-EF5D-E01F-6CFF6F822B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B2A82235-27B8-67C7-A731-DC2ABD7DA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666DF8-9168-4A21-160E-D6FD7136E9D5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5010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50F55FEF-4518-2F39-4981-D5B22E6024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4E4901C8-BB47-E620-5278-7AB1B561BD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1F2096-7F5F-A8A1-4167-C02851E024FD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2109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ja-JP" altLang="en-US"/>
              <a:t>アイコンをクリックして図を追加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0621D1-2B29-5A90-3B4E-BE88C311DC06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652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352C9625-DCC7-A9E0-83F1-F7E45BEB7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B97BEA46-2A08-DE76-DE1A-91CB2C4B3043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6304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747239E7-779F-9201-213D-76A32B4A5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C164697F-E375-CA1D-1B53-F145B5948429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90278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DE119E51-1F84-39EE-2B16-F7C869C0FC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5420F30C-D226-79B3-FD97-F474FD750126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3778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417232E1-B0B8-C1B2-4EA7-EF0DD22DF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1C837F0B-5892-6BAC-618E-9D4DE278779C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05178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043761D5-48C8-575B-2EBA-1B65AA8A8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0FB56555-7625-19E9-0526-1E97A008CF78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1655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FC00BF9-5739-7F08-C7E4-A2FDA5930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F5DBB320-8696-32B9-B866-CF79F1776C46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81830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DB3DC0D1-E578-00B0-E79C-17047CCE5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7FD182F7-A143-0EE1-A2FA-4B619A845863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0704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67856476-7D39-3A5A-B1BF-66323DE17BCC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48198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</a:t>
            </a:r>
            <a:r>
              <a:rPr lang="en-US" altLang="ja-JP" dirty="0" err="1"/>
              <a:t>YaHei</a:t>
            </a:r>
            <a:r>
              <a:rPr lang="en-US" altLang="ja-JP" dirty="0"/>
              <a:t>, Bold, 40px, grey)  </a:t>
            </a:r>
          </a:p>
        </p:txBody>
      </p:sp>
      <p:sp>
        <p:nvSpPr>
          <p:cNvPr id="2" name="フッター プレースホルダー 3">
            <a:extLst>
              <a:ext uri="{FF2B5EF4-FFF2-40B4-BE49-F238E27FC236}">
                <a16:creationId xmlns:a16="http://schemas.microsoft.com/office/drawing/2014/main" id="{DE105860-014B-2FCD-E4F3-F074A4DA8587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</a:t>
            </a:r>
            <a:endParaRPr lang="ja-JP" altLang="en-US" sz="1400" b="0" i="0" baseline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82789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rPr kumimoji="1" lang="ja-JP" altLang="en-US" dirty="0"/>
              <a:t>アイコンをクリックして図を追加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2900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アイコンをクリックして図を追加 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968118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Author(s) and company name (</a:t>
            </a:r>
            <a:r>
              <a:rPr lang="en-US" dirty="0" err="1"/>
              <a:t>YaHei</a:t>
            </a:r>
            <a:r>
              <a:rPr lang="en-US" dirty="0"/>
              <a:t>, 2</a:t>
            </a:r>
            <a:r>
              <a:rPr lang="en-US" altLang="ja-JP" dirty="0"/>
              <a:t>0</a:t>
            </a:r>
            <a:r>
              <a:rPr lang="en-US" dirty="0"/>
              <a:t>px, grey)  </a:t>
            </a:r>
          </a:p>
        </p:txBody>
      </p:sp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5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Presentation Title Here (</a:t>
            </a:r>
            <a:r>
              <a:rPr lang="en-US" altLang="ja-JP" dirty="0" err="1"/>
              <a:t>YaHei</a:t>
            </a:r>
            <a:r>
              <a:rPr lang="en-US" altLang="ja-JP" dirty="0"/>
              <a:t> Headings, Bold, 50px, grey) </a:t>
            </a:r>
            <a:endParaRPr kumimoji="1" lang="ja-JP" altLang="en-US" dirty="0"/>
          </a:p>
        </p:txBody>
      </p:sp>
      <p:sp>
        <p:nvSpPr>
          <p:cNvPr id="9" name="フッター プレースホルダー 3">
            <a:extLst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 txBox="1">
            <a:spLocks/>
          </p:cNvSpPr>
          <p:nvPr userDrawn="1"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800" b="0" i="0" baseline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92802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A71526E6-9FA6-6C1D-7DAC-DB5620C460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2" name="タイトル 18">
            <a:extLst>
              <a:ext uri="{FF2B5EF4-FFF2-40B4-BE49-F238E27FC236}">
                <a16:creationId xmlns:a16="http://schemas.microsoft.com/office/drawing/2014/main" id="{74FF19BF-1F0C-A9BA-8737-2A52C5C794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078508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638C5E49-6553-0BD7-AD4E-8117ABA927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8B5488B-66BA-7186-1870-FB0A2795D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281798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BF23F0BA-AAC9-2E6E-479D-0B4551A2D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CEDE3B4-A8FC-B272-E14D-780DE95EB4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7180238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74CAFD23-6B70-AC53-530F-8A5869ABF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9C46CEE4-E893-6E52-D556-336C5F02F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156251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29DBF1D-FEF9-B035-6FC2-3E6C377284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2982597-8682-58C6-D649-111FADAAB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09269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CCFE210D-473E-3CB9-BB56-206013900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C7DA783-0204-DACA-F98D-9E1165906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39635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81DB5105-FDE0-7CF6-79C6-0669DF8057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Blip>
                <a:blip r:embed="rId3"/>
              </a:buBlip>
              <a:defRPr sz="1800" baseline="0">
                <a:solidFill>
                  <a:schemeClr val="bg2"/>
                </a:solidFill>
                <a:latin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800" baseline="0">
                <a:solidFill>
                  <a:schemeClr val="bg2"/>
                </a:solidFill>
                <a:latin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 baseline="0">
                <a:solidFill>
                  <a:schemeClr val="bg2"/>
                </a:solidFill>
                <a:latin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 pitchFamily="34" charset="0"/>
              <a:buChar char="–"/>
              <a:defRPr sz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18px)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16px)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14px)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Click to edit text (</a:t>
            </a:r>
            <a:r>
              <a:rPr kumimoji="1" lang="en-US" altLang="ja-JP" dirty="0" err="1"/>
              <a:t>YaHei</a:t>
            </a:r>
            <a:r>
              <a:rPr kumimoji="1" lang="en-US" altLang="ja-JP" dirty="0"/>
              <a:t>, 12px)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35D56414-6724-1171-B103-9887EA01AA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lang="ja-JP" altLang="en-US" sz="3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Slide Title Here (</a:t>
            </a:r>
            <a:r>
              <a:rPr lang="en-US" altLang="ja-JP" dirty="0" err="1"/>
              <a:t>YaHei</a:t>
            </a:r>
            <a:r>
              <a:rPr lang="en-US" altLang="ja-JP" dirty="0"/>
              <a:t>, Bold, 30px)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3740838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kumimoji="1" lang="ja-JP" altLang="en-US"/>
              <a:t>アイコンをクリックして図を追加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21877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図プレースホルダー 3">
            <a:extLst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B6D446B-E393-9CF8-6CE6-9B79733AE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264330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AB0984FF-90E3-82F9-F338-58CFF85C4B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EC8859F9-AD75-6B84-C8F5-F14438A2C5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9411918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D0E90B35-24C4-FA42-7F49-2102F0D0EE6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685B2B1-8F27-478C-0184-7AAC836BD0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6880015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E2096F5E-BDB9-9C5F-F29B-8FABF76349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80C3CB89-94CC-B676-CD62-DAE53CE660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732695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36FD5251-9C80-7D42-C5B7-94F7835FF96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6FAA65D9-D5FE-6581-8827-E5C7F9B24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558464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F0EFD8CA-4A6A-3517-1794-103747A10B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C845EA63-185E-8420-5B3C-393594912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04392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D4CA24AD-8EB0-1F43-F2FE-094642A5B73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defRPr sz="90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　　　　　　　　　　　　　　　　　　　　　　アイコンをクリックして図を追加</a:t>
            </a:r>
          </a:p>
          <a:p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 txBox="1"/>
          <p:nvPr userDrawn="1"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612B3F2D-E4C4-4294-8FF6-6800643EF00E}" type="slidenum">
              <a:rPr kumimoji="1" lang="en-US" altLang="ja-JP" sz="1200" smtClean="0">
                <a:solidFill>
                  <a:schemeClr val="bg2"/>
                </a:solidFill>
                <a:latin typeface="+mn-lt"/>
              </a:rPr>
              <a:pPr algn="ctr"/>
              <a:t>‹#›</a:t>
            </a:fld>
            <a:endParaRPr kumimoji="1" lang="ja-JP" altLang="en-US" sz="12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#1</a:t>
            </a:r>
            <a:endParaRPr kumimoji="1" lang="ja-JP" altLang="en-US" dirty="0"/>
          </a:p>
        </p:txBody>
      </p:sp>
      <p:sp>
        <p:nvSpPr>
          <p:cNvPr id="3" name="タイトル 18">
            <a:extLst>
              <a:ext uri="{FF2B5EF4-FFF2-40B4-BE49-F238E27FC236}">
                <a16:creationId xmlns:a16="http://schemas.microsoft.com/office/drawing/2014/main" id="{7B9F5007-3ED6-E6A0-4B54-FB1CC0D1D7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 anchorCtr="0">
            <a:noAutofit/>
          </a:bodyPr>
          <a:lstStyle>
            <a:lvl1pPr>
              <a:lnSpc>
                <a:spcPct val="100000"/>
              </a:lnSpc>
              <a:defRPr lang="ja-JP" altLang="en-US" sz="4000" b="1" dirty="0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Divider Slide (</a:t>
            </a:r>
            <a:r>
              <a:rPr lang="en-US" altLang="ja-JP" dirty="0" err="1"/>
              <a:t>YaHei</a:t>
            </a:r>
            <a:r>
              <a:rPr lang="en-US" altLang="ja-JP" dirty="0"/>
              <a:t>, Bold, 40px)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309397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ッター プレースホルダー 3">
            <a:extLst>
              <a:ext uri="{FF2B5EF4-FFF2-40B4-BE49-F238E27FC236}">
                <a16:creationId xmlns:a16="http://schemas.microsoft.com/office/drawing/2014/main" id="{041440B7-ADA1-9444-F82A-D2FB7B5A3340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9736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>
            <a:extLst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altLang="ja-JP" dirty="0"/>
              <a:t>Ending Remarks Here (</a:t>
            </a:r>
            <a:r>
              <a:rPr lang="en-US" altLang="ja-JP" dirty="0" err="1"/>
              <a:t>YaHei</a:t>
            </a:r>
            <a:r>
              <a:rPr lang="en-US" altLang="ja-JP" dirty="0"/>
              <a:t>, Bold, 40px, grey)  </a:t>
            </a: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E2BC97CD-4A1A-95D8-7193-A14A1179A0CF}"/>
              </a:ext>
            </a:extLst>
          </p:cNvPr>
          <p:cNvSpPr txBox="1">
            <a:spLocks/>
          </p:cNvSpPr>
          <p:nvPr userDrawn="1"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1400" b="0" i="0" baseline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33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8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03.xml"/><Relationship Id="rId21" Type="http://schemas.openxmlformats.org/officeDocument/2006/relationships/theme" Target="../theme/theme6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0.xml"/><Relationship Id="rId19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33.xml"/><Relationship Id="rId1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23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17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22.xml"/><Relationship Id="rId16" Type="http://schemas.openxmlformats.org/officeDocument/2006/relationships/slideLayout" Target="../slideLayouts/slideLayout136.xml"/><Relationship Id="rId20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0.xml"/><Relationship Id="rId19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Relationship Id="rId14" Type="http://schemas.openxmlformats.org/officeDocument/2006/relationships/slideLayout" Target="../slideLayouts/slideLayout13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53.xml"/><Relationship Id="rId18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43.xml"/><Relationship Id="rId21" Type="http://schemas.openxmlformats.org/officeDocument/2006/relationships/theme" Target="../theme/theme8.xml"/><Relationship Id="rId7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42.xml"/><Relationship Id="rId16" Type="http://schemas.openxmlformats.org/officeDocument/2006/relationships/slideLayout" Target="../slideLayouts/slideLayout156.xml"/><Relationship Id="rId20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5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0.xml"/><Relationship Id="rId19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87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9" r:id="rId2"/>
    <p:sldLayoutId id="2147483710" r:id="rId3"/>
    <p:sldLayoutId id="2147483652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654" r:id="rId11"/>
    <p:sldLayoutId id="2147483717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03" r:id="rId19"/>
    <p:sldLayoutId id="2147483724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13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82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7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32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19" r:id="rId19"/>
    <p:sldLayoutId id="2147483820" r:id="rId20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079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  <p:sldLayoutId id="2147483840" r:id="rId18"/>
    <p:sldLayoutId id="2147483841" r:id="rId19"/>
    <p:sldLayoutId id="2147483842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6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2" r:id="rId18"/>
    <p:sldLayoutId id="2147483863" r:id="rId19"/>
    <p:sldLayoutId id="2147483864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01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</p:sldLayoutIdLst>
  <p:hf sldNum="0"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SzPct val="140000"/>
        <a:buFont typeface="Arial" panose="020B0604020202020204" pitchFamily="34" charset="0"/>
        <a:buNone/>
        <a:defRPr kumimoji="1" lang="ja-JP" altLang="en-US"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buSzPct val="140000"/>
        <a:buFont typeface="Arial" panose="020B0604020202020204" pitchFamily="34" charset="0"/>
        <a:buNone/>
        <a:defRPr kumimoji="1" lang="ja-JP" alt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5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4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72.jpeg"/><Relationship Id="rId7" Type="http://schemas.openxmlformats.org/officeDocument/2006/relationships/image" Target="../media/image75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24.xml"/><Relationship Id="rId6" Type="http://schemas.microsoft.com/office/2007/relationships/hdphoto" Target="../media/hdphoto1.wdp"/><Relationship Id="rId5" Type="http://schemas.openxmlformats.org/officeDocument/2006/relationships/image" Target="../media/image74.png"/><Relationship Id="rId10" Type="http://schemas.microsoft.com/office/2007/relationships/hdphoto" Target="../media/hdphoto3.wdp"/><Relationship Id="rId4" Type="http://schemas.openxmlformats.org/officeDocument/2006/relationships/image" Target="../media/image73.png"/><Relationship Id="rId9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 descr="建筑与房屋的城市空拍图&#10;&#10;AI 生成的内容可能不正确。">
            <a:extLst>
              <a:ext uri="{FF2B5EF4-FFF2-40B4-BE49-F238E27FC236}">
                <a16:creationId xmlns:a16="http://schemas.microsoft.com/office/drawing/2014/main" id="{8B8D9D05-5F72-C29B-2821-A060074C58F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1" r="27461"/>
          <a:stretch>
            <a:fillRect/>
          </a:stretch>
        </p:blipFill>
        <p:spPr/>
      </p:pic>
      <p:sp>
        <p:nvSpPr>
          <p:cNvPr id="5" name="字幕 1">
            <a:extLst>
              <a:ext uri="{FF2B5EF4-FFF2-40B4-BE49-F238E27FC236}">
                <a16:creationId xmlns:a16="http://schemas.microsoft.com/office/drawing/2014/main" id="{5F997611-B8C2-1809-E034-00A4814CDBAF}"/>
              </a:ext>
            </a:extLst>
          </p:cNvPr>
          <p:cNvSpPr txBox="1">
            <a:spLocks/>
          </p:cNvSpPr>
          <p:nvPr/>
        </p:nvSpPr>
        <p:spPr>
          <a:xfrm>
            <a:off x="5159896" y="3501008"/>
            <a:ext cx="4320480" cy="2880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SzPct val="140000"/>
              <a:buFont typeface="Arial" panose="020B0604020202020204" pitchFamily="34" charset="0"/>
              <a:buNone/>
              <a:defRPr kumimoji="1" lang="ja-JP" altLang="en-US"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40000"/>
              <a:buFont typeface="Arial" panose="020B0604020202020204" pitchFamily="34" charset="0"/>
              <a:buNone/>
              <a:defRPr kumimoji="1" lang="ja-JP" alt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40000"/>
              <a:buFont typeface="Arial" panose="020B0604020202020204" pitchFamily="34" charset="0"/>
              <a:buNone/>
              <a:defRPr kumimoji="1" lang="ja-JP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40000"/>
              <a:buFont typeface="Arial" panose="020B0604020202020204" pitchFamily="34" charset="0"/>
              <a:buNone/>
              <a:defRPr kumimoji="1" lang="ja-JP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40000"/>
              <a:buFont typeface="Arial" panose="020B0604020202020204" pitchFamily="34" charset="0"/>
              <a:buNone/>
              <a:defRPr kumimoji="1" lang="ja-JP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无锡村田电子有限公司　公司概要</a:t>
            </a:r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75AABD9D-9A91-34C2-8B52-76621691A8BB}"/>
              </a:ext>
            </a:extLst>
          </p:cNvPr>
          <p:cNvSpPr txBox="1">
            <a:spLocks/>
          </p:cNvSpPr>
          <p:nvPr/>
        </p:nvSpPr>
        <p:spPr>
          <a:xfrm>
            <a:off x="3791744" y="1784164"/>
            <a:ext cx="8136903" cy="147840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50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j-cs"/>
              </a:rPr>
              <a:t>“ 电子部品”改变世界</a:t>
            </a:r>
            <a:endParaRPr kumimoji="1" lang="ja-JP" altLang="en-US" sz="5000" b="1" i="0" u="none" strike="noStrike" kern="1200" cap="none" spc="0" normalizeH="0" baseline="0" noProof="0" dirty="0">
              <a:ln>
                <a:noFill/>
              </a:ln>
              <a:solidFill>
                <a:srgbClr val="525B5C"/>
              </a:solidFill>
              <a:effectLst/>
              <a:uLnTx/>
              <a:uFillTx/>
              <a:latin typeface="Microsoft YaHei"/>
              <a:ea typeface="Microsoft YaHei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2633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3F5F3E72-051B-3B0D-7E94-6756A75AB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9976" y="3708000"/>
            <a:ext cx="5592024" cy="1305176"/>
          </a:xfrm>
        </p:spPr>
        <p:txBody>
          <a:bodyPr/>
          <a:lstStyle/>
          <a:p>
            <a:r>
              <a:rPr lang="zh-CN" altLang="en-US" dirty="0"/>
              <a:t>・概要　</a:t>
            </a:r>
          </a:p>
          <a:p>
            <a:r>
              <a:rPr lang="zh-CN" altLang="en-US" dirty="0"/>
              <a:t>・</a:t>
            </a:r>
            <a:r>
              <a:rPr lang="en-US" altLang="zh-CN" dirty="0"/>
              <a:t>Vision2030</a:t>
            </a:r>
            <a:r>
              <a:rPr lang="zh-CN" altLang="en-US" dirty="0"/>
              <a:t>「理想姿态」</a:t>
            </a:r>
          </a:p>
          <a:p>
            <a:r>
              <a:rPr lang="zh-CN" altLang="en-US" dirty="0"/>
              <a:t>・</a:t>
            </a:r>
            <a:r>
              <a:rPr lang="en-US" altLang="zh-CN" dirty="0"/>
              <a:t>4</a:t>
            </a:r>
            <a:r>
              <a:rPr lang="zh-CN" altLang="en-US" dirty="0"/>
              <a:t>个事业机会</a:t>
            </a:r>
          </a:p>
        </p:txBody>
      </p:sp>
      <p:pic>
        <p:nvPicPr>
          <p:cNvPr id="7" name="图片占位符 6" descr="卡通人物&#10;&#10;AI 生成的内容可能不正确。">
            <a:extLst>
              <a:ext uri="{FF2B5EF4-FFF2-40B4-BE49-F238E27FC236}">
                <a16:creationId xmlns:a16="http://schemas.microsoft.com/office/drawing/2014/main" id="{338D3805-2E73-D2D5-EBE3-105E0BF55F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r="25432"/>
          <a:stretch>
            <a:fillRect/>
          </a:stretch>
        </p:blipFill>
        <p:spPr/>
      </p:pic>
      <p:sp>
        <p:nvSpPr>
          <p:cNvPr id="5" name="标题 3">
            <a:extLst>
              <a:ext uri="{FF2B5EF4-FFF2-40B4-BE49-F238E27FC236}">
                <a16:creationId xmlns:a16="http://schemas.microsoft.com/office/drawing/2014/main" id="{47096AB5-DB40-FBBD-4F7C-0C2C45A50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100" y="1439863"/>
            <a:ext cx="5591175" cy="1979612"/>
          </a:xfrm>
        </p:spPr>
        <p:txBody>
          <a:bodyPr/>
          <a:lstStyle/>
          <a:p>
            <a:r>
              <a:rPr lang="zh-CN" altLang="en-US" dirty="0"/>
              <a:t>关于村田集团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507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9B544B92-E39D-4521-3623-6940FD4909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・无锡市介绍</a:t>
            </a:r>
          </a:p>
          <a:p>
            <a:r>
              <a:rPr lang="ja-JP" altLang="en-US" dirty="0"/>
              <a:t>・无锡村田电子介绍</a:t>
            </a:r>
          </a:p>
          <a:p>
            <a:r>
              <a:rPr lang="ja-JP" altLang="en-US" dirty="0"/>
              <a:t>・村田创新智造园</a:t>
            </a:r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612E1D6-C506-8161-A961-52BFCCD2B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912" y="1440000"/>
            <a:ext cx="6480720" cy="1980000"/>
          </a:xfrm>
        </p:spPr>
        <p:txBody>
          <a:bodyPr/>
          <a:lstStyle/>
          <a:p>
            <a:r>
              <a:rPr lang="zh-CN" altLang="en-US" dirty="0"/>
              <a:t>关于无锡村田电子</a:t>
            </a:r>
          </a:p>
        </p:txBody>
      </p:sp>
      <p:pic>
        <p:nvPicPr>
          <p:cNvPr id="8" name="图片占位符 7" descr="房子前有彩虹&#10;&#10;AI 生成的内容可能不正确。">
            <a:extLst>
              <a:ext uri="{FF2B5EF4-FFF2-40B4-BE49-F238E27FC236}">
                <a16:creationId xmlns:a16="http://schemas.microsoft.com/office/drawing/2014/main" id="{B1FD8DDE-EC95-D328-949B-2E6C92180B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4" b="59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5363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243B4-2126-DF42-0E68-63B1358C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公司概要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4052A90-651C-9872-EB5F-62CCEED4E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94" y="4696165"/>
            <a:ext cx="3141877" cy="1604081"/>
          </a:xfrm>
          <a:prstGeom prst="rect">
            <a:avLst/>
          </a:prstGeom>
        </p:spPr>
      </p:pic>
      <p:pic>
        <p:nvPicPr>
          <p:cNvPr id="15" name="图片 14" descr="图片包含 游戏机, 电路, 电脑&#10;&#10;描述已自动生成">
            <a:extLst>
              <a:ext uri="{FF2B5EF4-FFF2-40B4-BE49-F238E27FC236}">
                <a16:creationId xmlns:a16="http://schemas.microsoft.com/office/drawing/2014/main" id="{88F39CFD-B86C-195F-A254-EFDDBE95D0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4" y="2767269"/>
            <a:ext cx="3141877" cy="1876049"/>
          </a:xfrm>
          <a:prstGeom prst="rect">
            <a:avLst/>
          </a:prstGeom>
        </p:spPr>
      </p:pic>
      <p:pic>
        <p:nvPicPr>
          <p:cNvPr id="16" name="图片 15" descr="电子游戏的截图&#10;&#10;低可信度描述已自动生成">
            <a:extLst>
              <a:ext uri="{FF2B5EF4-FFF2-40B4-BE49-F238E27FC236}">
                <a16:creationId xmlns:a16="http://schemas.microsoft.com/office/drawing/2014/main" id="{CF799001-F14F-F3CB-BC51-A3E4565A02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3" y="1149685"/>
            <a:ext cx="3141877" cy="157093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11CD5D4-CB15-20DE-94C0-14CF603A0CB8}"/>
              </a:ext>
            </a:extLst>
          </p:cNvPr>
          <p:cNvSpPr txBox="1"/>
          <p:nvPr/>
        </p:nvSpPr>
        <p:spPr>
          <a:xfrm>
            <a:off x="6312022" y="2371027"/>
            <a:ext cx="120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 w="6600">
                  <a:noFill/>
                  <a:prstDash val="solid"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YaHei"/>
                <a:ea typeface="Microsoft YaHei"/>
                <a:cs typeface="+mn-cs"/>
              </a:rPr>
              <a:t>第一工厂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288E9D-9363-29E2-9F3E-3922CF01D9C8}"/>
              </a:ext>
            </a:extLst>
          </p:cNvPr>
          <p:cNvSpPr txBox="1"/>
          <p:nvPr/>
        </p:nvSpPr>
        <p:spPr>
          <a:xfrm>
            <a:off x="6312022" y="4333608"/>
            <a:ext cx="1095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 w="6600">
                  <a:noFill/>
                  <a:prstDash val="solid"/>
                </a:ln>
                <a:solidFill>
                  <a:srgbClr val="FFFFFF"/>
                </a:solidFill>
                <a:uLnTx/>
                <a:uFillTx/>
                <a:latin typeface="Microsoft YaHei"/>
                <a:ea typeface="Microsoft YaHe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 w="660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第二工厂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06F4C19-FD51-4F54-1FBB-E44BE07CAAD2}"/>
              </a:ext>
            </a:extLst>
          </p:cNvPr>
          <p:cNvSpPr txBox="1"/>
          <p:nvPr/>
        </p:nvSpPr>
        <p:spPr>
          <a:xfrm>
            <a:off x="6304278" y="5994343"/>
            <a:ext cx="1111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 w="6600">
                  <a:noFill/>
                  <a:prstDash val="solid"/>
                </a:ln>
                <a:solidFill>
                  <a:srgbClr val="FFFFFF"/>
                </a:solidFill>
                <a:uLnTx/>
                <a:uFillTx/>
                <a:latin typeface="Microsoft YaHei"/>
                <a:ea typeface="Microsoft YaHe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 w="660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</a:t>
            </a:r>
            <a:r>
              <a:rPr kumimoji="0" lang="zh-CN" altLang="en-US" sz="1600" b="1" i="0" u="none" strike="noStrike" kern="1200" cap="none" spc="0" normalizeH="0" baseline="0" noProof="0" dirty="0">
                <a:ln w="660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工厂</a:t>
            </a:r>
          </a:p>
        </p:txBody>
      </p:sp>
      <p:graphicFrame>
        <p:nvGraphicFramePr>
          <p:cNvPr id="20" name="表格 4">
            <a:extLst>
              <a:ext uri="{FF2B5EF4-FFF2-40B4-BE49-F238E27FC236}">
                <a16:creationId xmlns:a16="http://schemas.microsoft.com/office/drawing/2014/main" id="{FB6CFA20-DB89-DC18-35E7-7D1F9562D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773447"/>
              </p:ext>
            </p:extLst>
          </p:nvPr>
        </p:nvGraphicFramePr>
        <p:xfrm>
          <a:off x="679193" y="1195452"/>
          <a:ext cx="5416807" cy="4897846"/>
        </p:xfrm>
        <a:graphic>
          <a:graphicData uri="http://schemas.openxmlformats.org/drawingml/2006/table">
            <a:tbl>
              <a:tblPr firstRow="1" bandRow="1"/>
              <a:tblGrid>
                <a:gridCol w="1888415">
                  <a:extLst>
                    <a:ext uri="{9D8B030D-6E8A-4147-A177-3AD203B41FA5}">
                      <a16:colId xmlns:a16="http://schemas.microsoft.com/office/drawing/2014/main" val="1648149658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28844008"/>
                    </a:ext>
                  </a:extLst>
                </a:gridCol>
              </a:tblGrid>
              <a:tr h="784508"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 司 名</a:t>
                      </a:r>
                      <a:endParaRPr kumimoji="1" lang="ja-JP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rgbClr val="525B5C"/>
                      </a:solidFill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525B5C"/>
                      </a:solidFill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b="1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无锡村田电子有限公司</a:t>
                      </a:r>
                      <a:endParaRPr kumimoji="1" lang="ja-JP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525B5C"/>
                      </a:solidFill>
                    </a:lnR>
                    <a:lnT w="12700" cmpd="sng">
                      <a:solidFill>
                        <a:srgbClr val="525B5C"/>
                      </a:solidFill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31431"/>
                  </a:ext>
                </a:extLst>
              </a:tr>
              <a:tr h="784508"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创业时间</a:t>
                      </a:r>
                      <a:endParaRPr kumimoji="1" lang="ja-JP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rgbClr val="525B5C"/>
                      </a:solidFill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1995</a:t>
                      </a:r>
                      <a:r>
                        <a:rPr kumimoji="1" lang="ja-JP" alt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kumimoji="1" lang="en-US" altLang="ja-JP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1" lang="ja-JP" alt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kumimoji="1" lang="en-US" altLang="ja-JP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1" lang="zh-CN" alt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endParaRPr kumimoji="1" lang="ja-JP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525B5C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144576"/>
                  </a:ext>
                </a:extLst>
              </a:tr>
              <a:tr h="784508"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8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董事</a:t>
                      </a: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</a:t>
                      </a:r>
                      <a:r>
                        <a:rPr lang="ja-JP" altLang="en-US" sz="18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・</a:t>
                      </a: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总经理</a:t>
                      </a:r>
                      <a:endParaRPr lang="ja-JP" altLang="en-US" sz="18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rgbClr val="525B5C"/>
                      </a:solidFill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山田　克己</a:t>
                      </a:r>
                      <a:endParaRPr kumimoji="1" lang="ja-JP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525B5C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88535"/>
                  </a:ext>
                </a:extLst>
              </a:tr>
              <a:tr h="784508"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注册资本</a:t>
                      </a:r>
                      <a:endParaRPr kumimoji="1" lang="ja-JP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rgbClr val="525B5C"/>
                      </a:solidFill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8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$ 4</a:t>
                      </a:r>
                      <a:r>
                        <a:rPr lang="en-US" altLang="ja-JP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.78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</a:t>
                      </a:r>
                      <a:r>
                        <a:rPr lang="en-US" altLang="ja-JP" sz="1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kumimoji="1" lang="ja-JP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525B5C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106851"/>
                  </a:ext>
                </a:extLst>
              </a:tr>
              <a:tr h="975306"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土地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面积</a:t>
                      </a:r>
                      <a:endParaRPr kumimoji="1" lang="ja-JP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rgbClr val="525B5C"/>
                      </a:solidFill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ja-JP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工厂：</a:t>
                      </a:r>
                      <a:r>
                        <a:rPr lang="en-US" altLang="ja-JP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108,872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㎡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ja-JP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工厂：</a:t>
                      </a:r>
                      <a:r>
                        <a:rPr lang="en-US" altLang="ja-JP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118,828</a:t>
                      </a:r>
                      <a:r>
                        <a:rPr lang="en-US" altLang="ja-JP" sz="16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㎡</a:t>
                      </a:r>
                      <a:endParaRPr lang="en-US" altLang="ja-JP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ja-JP" altLang="en-US" sz="16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第三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工厂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 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54,008㎡ 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525B5C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948973"/>
                  </a:ext>
                </a:extLst>
              </a:tr>
              <a:tr h="784508"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员工人数</a:t>
                      </a:r>
                      <a:endParaRPr kumimoji="1" lang="ja-JP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rgbClr val="525B5C"/>
                      </a:solidFill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525B5C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1pPr>
                      <a:lvl2pPr marL="45717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2pPr>
                      <a:lvl3pPr marL="914354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3pPr>
                      <a:lvl4pPr marL="137153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4pPr>
                      <a:lvl5pPr marL="1828709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5pPr>
                      <a:lvl6pPr marL="2285886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6pPr>
                      <a:lvl7pPr marL="2743062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7pPr>
                      <a:lvl8pPr marL="3200240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8pPr>
                      <a:lvl9pPr marL="3657418" algn="l" defTabSz="914354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</a:t>
                      </a:r>
                      <a:r>
                        <a:rPr kumimoji="1" lang="en-US" altLang="zh-CN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10000</a:t>
                      </a:r>
                      <a:r>
                        <a:rPr kumimoji="1" lang="ja-JP" alt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525B5C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525B5C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241730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6AEF286A-CBBA-750F-7CE5-9B711BEDA846}"/>
              </a:ext>
            </a:extLst>
          </p:cNvPr>
          <p:cNvSpPr txBox="1"/>
          <p:nvPr/>
        </p:nvSpPr>
        <p:spPr>
          <a:xfrm>
            <a:off x="9453900" y="1909362"/>
            <a:ext cx="27210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开业时间：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1995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年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25B5C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地址：无锡出口加工区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B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区行创一路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6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B8046E-8F98-0E46-2B12-118C4B5FE838}"/>
              </a:ext>
            </a:extLst>
          </p:cNvPr>
          <p:cNvSpPr txBox="1"/>
          <p:nvPr/>
        </p:nvSpPr>
        <p:spPr>
          <a:xfrm>
            <a:off x="9453900" y="4071998"/>
            <a:ext cx="2618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开业时间：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2020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年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25B5C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地址：无锡市新吴区锡钦路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9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号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A34643-6B92-9AE4-C826-1C0A8685B5DE}"/>
              </a:ext>
            </a:extLst>
          </p:cNvPr>
          <p:cNvSpPr txBox="1"/>
          <p:nvPr/>
        </p:nvSpPr>
        <p:spPr>
          <a:xfrm>
            <a:off x="9470987" y="5809677"/>
            <a:ext cx="2721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开业时间：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2025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年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25B5C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地址：无锡市新吴区新祥路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59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B5C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727736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145B0-07A1-897F-1D67-2B7359BC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主要产品及运用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31DA3FC-218B-EFB2-F356-998CFDD57FFD}"/>
              </a:ext>
            </a:extLst>
          </p:cNvPr>
          <p:cNvGrpSpPr/>
          <p:nvPr/>
        </p:nvGrpSpPr>
        <p:grpSpPr>
          <a:xfrm>
            <a:off x="1139116" y="2245890"/>
            <a:ext cx="2333643" cy="1396753"/>
            <a:chOff x="622738" y="1852236"/>
            <a:chExt cx="1638193" cy="904426"/>
          </a:xfrm>
        </p:grpSpPr>
        <p:pic>
          <p:nvPicPr>
            <p:cNvPr id="46" name="Picture 18">
              <a:extLst>
                <a:ext uri="{FF2B5EF4-FFF2-40B4-BE49-F238E27FC236}">
                  <a16:creationId xmlns:a16="http://schemas.microsoft.com/office/drawing/2014/main" id="{7E4FA3A4-CBAB-139A-C5C8-99D4E6ACC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09486">
              <a:off x="1153559" y="1953118"/>
              <a:ext cx="538268" cy="458384"/>
            </a:xfrm>
            <a:prstGeom prst="rect">
              <a:avLst/>
            </a:prstGeom>
          </p:spPr>
        </p:pic>
        <p:pic>
          <p:nvPicPr>
            <p:cNvPr id="47" name="图片 46" descr="手表&#10;&#10;中度可信度描述已自动生成">
              <a:extLst>
                <a:ext uri="{FF2B5EF4-FFF2-40B4-BE49-F238E27FC236}">
                  <a16:creationId xmlns:a16="http://schemas.microsoft.com/office/drawing/2014/main" id="{D0335FA4-A824-7920-50DF-91E60BF77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310" y="1852236"/>
              <a:ext cx="608700" cy="305368"/>
            </a:xfrm>
            <a:prstGeom prst="rect">
              <a:avLst/>
            </a:prstGeom>
          </p:spPr>
        </p:pic>
        <p:sp>
          <p:nvSpPr>
            <p:cNvPr id="48" name="Content Placeholder 2">
              <a:extLst>
                <a:ext uri="{FF2B5EF4-FFF2-40B4-BE49-F238E27FC236}">
                  <a16:creationId xmlns:a16="http://schemas.microsoft.com/office/drawing/2014/main" id="{49FCFE89-5AC3-F25D-6E3D-0AD774E495DA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22738" y="2469573"/>
              <a:ext cx="1638193" cy="287089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342900" marR="0" indent="-34290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F142B"/>
                </a:buClr>
                <a:buSzTx/>
                <a:buFont typeface="Arial" pitchFamily="34" charset="0"/>
                <a:buChar char="•"/>
                <a:tabLst/>
                <a:defRPr sz="2000" b="0" kern="1200">
                  <a:solidFill>
                    <a:schemeClr val="tx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742950" marR="0" indent="-28575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F142B"/>
                </a:buClr>
                <a:buSzTx/>
                <a:buFont typeface="Arial" pitchFamily="34" charset="0"/>
                <a:buChar char="–"/>
                <a:tabLst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1143000" marR="0" indent="-22860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F142B"/>
                </a:buClr>
                <a:buSzTx/>
                <a:buFont typeface="Arial" pitchFamily="34" charset="0"/>
                <a:buChar char="•"/>
                <a:tabLst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600200" marR="0" indent="-22860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F142B"/>
                </a:buClr>
                <a:buSzTx/>
                <a:buFont typeface="Arial" pitchFamily="34" charset="0"/>
                <a:buChar char="–"/>
                <a:tabLst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2057400" marR="0" indent="-22860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F142B"/>
                </a:buClr>
                <a:buSzTx/>
                <a:buFont typeface="Arial" pitchFamily="34" charset="0"/>
                <a:buChar char="»"/>
                <a:tabLst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808038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None/>
                <a:defRPr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347788" indent="-269875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–"/>
                <a:defRPr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617663" indent="-268288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–"/>
                <a:defRPr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1885950" indent="-269875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–"/>
                <a:defRPr sz="14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-34290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F142B"/>
                </a:buClr>
                <a:buSzTx/>
                <a:buFont typeface="Arial" pitchFamily="34" charset="0"/>
                <a:buNone/>
                <a:tabLst/>
                <a:defRPr/>
              </a:pPr>
              <a:r>
                <a:rPr kumimoji="0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Microsoft YaHei"/>
                  <a:cs typeface="Arial" panose="020B0604020202020204" pitchFamily="34" charset="0"/>
                </a:rPr>
                <a:t>　　        </a:t>
              </a:r>
              <a:r>
                <a:rPr kumimoji="0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Microsoft YaHei"/>
                  <a:cs typeface="Arial" panose="020B0604020202020204" pitchFamily="34" charset="0"/>
                </a:rPr>
                <a:t>      </a:t>
              </a:r>
              <a:r>
                <a:rPr kumimoji="0" lang="en-US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Microsoft YaHei"/>
                  <a:cs typeface="Arial" panose="020B0604020202020204" pitchFamily="34" charset="0"/>
                </a:rPr>
                <a:t>MLCC</a:t>
              </a:r>
            </a:p>
            <a:p>
              <a:pPr marL="0" marR="0" lvl="0" indent="-34290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F142B"/>
                </a:buClr>
                <a:buSzTx/>
                <a:buFont typeface="Arial" pitchFamily="34" charset="0"/>
                <a:buNone/>
                <a:tabLst/>
                <a:defRPr/>
              </a:pPr>
              <a:r>
                <a:rPr kumimoji="0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Microsoft YaHei"/>
                  <a:cs typeface="Arial" panose="020B0604020202020204" pitchFamily="34" charset="0"/>
                </a:rPr>
                <a:t>        </a:t>
              </a:r>
              <a:r>
                <a:rPr kumimoji="0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Microsoft YaHei"/>
                  <a:cs typeface="Arial" panose="020B0604020202020204" pitchFamily="34" charset="0"/>
                </a:rPr>
                <a:t>（</a:t>
              </a: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Microsoft YaHei"/>
                  <a:cs typeface="Arial" panose="020B0604020202020204" pitchFamily="34" charset="0"/>
                </a:rPr>
                <a:t>片状多层陶瓷电容器</a:t>
              </a:r>
              <a:r>
                <a:rPr kumimoji="0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Microsoft YaHei"/>
                  <a:cs typeface="Arial" panose="020B0604020202020204" pitchFamily="34" charset="0"/>
                </a:rPr>
                <a:t>） </a:t>
              </a:r>
              <a:endParaRPr kumimoji="0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srgbClr val="F5002F">
                    <a:lumMod val="75000"/>
                  </a:srgbClr>
                </a:solidFill>
                <a:effectLst/>
                <a:uLnTx/>
                <a:uFillTx/>
                <a:latin typeface="Arial"/>
                <a:ea typeface="Microsoft YaHei"/>
                <a:cs typeface="Arial" panose="020B0604020202020204" pitchFamily="34" charset="0"/>
              </a:endParaRPr>
            </a:p>
            <a:p>
              <a:pPr marL="0" marR="0" lvl="0" indent="-342900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F142B"/>
                </a:buClr>
                <a:buSzTx/>
                <a:buFont typeface="Arial" pitchFamily="34" charset="0"/>
                <a:buNone/>
                <a:tabLst/>
                <a:defRPr/>
              </a:pPr>
              <a:endParaRPr kumimoji="0" lang="fi-FI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F5002F">
                    <a:lumMod val="75000"/>
                  </a:srgbClr>
                </a:solidFill>
                <a:effectLst/>
                <a:uLnTx/>
                <a:uFillTx/>
                <a:latin typeface="Arial"/>
                <a:ea typeface="Microsoft YaHei"/>
                <a:cs typeface="Arial" panose="020B0604020202020204" pitchFamily="34" charset="0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F42D943-083A-C170-7034-22971CF6DFD1}"/>
              </a:ext>
            </a:extLst>
          </p:cNvPr>
          <p:cNvGrpSpPr/>
          <p:nvPr/>
        </p:nvGrpSpPr>
        <p:grpSpPr>
          <a:xfrm>
            <a:off x="5013108" y="2105057"/>
            <a:ext cx="1726096" cy="1588566"/>
            <a:chOff x="4029362" y="1637081"/>
            <a:chExt cx="950405" cy="935177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4C8B794-A4A7-D072-01BD-92FEF756CA6A}"/>
                </a:ext>
              </a:extLst>
            </p:cNvPr>
            <p:cNvSpPr txBox="1"/>
            <p:nvPr/>
          </p:nvSpPr>
          <p:spPr>
            <a:xfrm>
              <a:off x="4154978" y="2391072"/>
              <a:ext cx="701603" cy="1811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多层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LCP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产品</a:t>
              </a:r>
              <a:endParaRPr kumimoji="0" lang="ja-JP" altLang="en-US" sz="1400" b="1" i="0" u="none" strike="noStrike" kern="0" cap="none" spc="0" normalizeH="0" baseline="30000" noProof="0" dirty="0">
                <a:ln>
                  <a:noFill/>
                </a:ln>
                <a:solidFill>
                  <a:srgbClr val="F5002F">
                    <a:lumMod val="75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endParaRPr>
            </a:p>
          </p:txBody>
        </p:sp>
        <p:grpSp>
          <p:nvGrpSpPr>
            <p:cNvPr id="51" name="グループ化 21">
              <a:extLst>
                <a:ext uri="{FF2B5EF4-FFF2-40B4-BE49-F238E27FC236}">
                  <a16:creationId xmlns:a16="http://schemas.microsoft.com/office/drawing/2014/main" id="{9F2C5E3C-DDBA-334C-7F82-D7403FBEED17}"/>
                </a:ext>
              </a:extLst>
            </p:cNvPr>
            <p:cNvGrpSpPr/>
            <p:nvPr/>
          </p:nvGrpSpPr>
          <p:grpSpPr>
            <a:xfrm>
              <a:off x="4029362" y="1637081"/>
              <a:ext cx="950405" cy="718648"/>
              <a:chOff x="-13305" y="79082"/>
              <a:chExt cx="1246895" cy="843714"/>
            </a:xfrm>
          </p:grpSpPr>
          <p:pic>
            <p:nvPicPr>
              <p:cNvPr id="52" name="図 22">
                <a:extLst>
                  <a:ext uri="{FF2B5EF4-FFF2-40B4-BE49-F238E27FC236}">
                    <a16:creationId xmlns:a16="http://schemas.microsoft.com/office/drawing/2014/main" id="{526D1447-2307-C3C6-A8C4-1223EF4C5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20444" y="79082"/>
                <a:ext cx="951531" cy="598136"/>
              </a:xfrm>
              <a:prstGeom prst="rect">
                <a:avLst/>
              </a:prstGeom>
            </p:spPr>
          </p:pic>
          <p:pic>
            <p:nvPicPr>
              <p:cNvPr id="53" name="図 23">
                <a:extLst>
                  <a:ext uri="{FF2B5EF4-FFF2-40B4-BE49-F238E27FC236}">
                    <a16:creationId xmlns:a16="http://schemas.microsoft.com/office/drawing/2014/main" id="{5C4B8A07-D24E-9290-F6EB-00ECAF75AF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-13305" y="134830"/>
                <a:ext cx="1246895" cy="787966"/>
              </a:xfrm>
              <a:prstGeom prst="rect">
                <a:avLst/>
              </a:prstGeom>
            </p:spPr>
          </p:pic>
        </p:grp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9703590-8911-56B3-C3F8-B1768710E25E}"/>
              </a:ext>
            </a:extLst>
          </p:cNvPr>
          <p:cNvGrpSpPr/>
          <p:nvPr/>
        </p:nvGrpSpPr>
        <p:grpSpPr>
          <a:xfrm>
            <a:off x="9192666" y="2228239"/>
            <a:ext cx="1146938" cy="1488432"/>
            <a:chOff x="5699091" y="2949192"/>
            <a:chExt cx="877252" cy="1095464"/>
          </a:xfrm>
        </p:grpSpPr>
        <p:pic>
          <p:nvPicPr>
            <p:cNvPr id="55" name="图片 54" descr="图片包含 游戏机, 电缆&#10;&#10;描述已自动生成">
              <a:extLst>
                <a:ext uri="{FF2B5EF4-FFF2-40B4-BE49-F238E27FC236}">
                  <a16:creationId xmlns:a16="http://schemas.microsoft.com/office/drawing/2014/main" id="{4E0A2794-85D5-9635-FB3A-134EAFB02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1068" y="2949192"/>
              <a:ext cx="825275" cy="853172"/>
            </a:xfrm>
            <a:prstGeom prst="rect">
              <a:avLst/>
            </a:prstGeom>
          </p:spPr>
        </p:pic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5C5B3CC9-62B0-51B8-F727-02C5114CA923}"/>
                </a:ext>
              </a:extLst>
            </p:cNvPr>
            <p:cNvSpPr txBox="1"/>
            <p:nvPr/>
          </p:nvSpPr>
          <p:spPr>
            <a:xfrm>
              <a:off x="5699091" y="3818137"/>
              <a:ext cx="825276" cy="2265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陶瓷谐振器</a:t>
              </a:r>
              <a:endParaRPr kumimoji="0" lang="ja-JP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>
                    <a:lumMod val="75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6919D91-7235-CAA1-4C49-9858669EE815}"/>
              </a:ext>
            </a:extLst>
          </p:cNvPr>
          <p:cNvGrpSpPr/>
          <p:nvPr/>
        </p:nvGrpSpPr>
        <p:grpSpPr>
          <a:xfrm>
            <a:off x="3178939" y="3984534"/>
            <a:ext cx="1728192" cy="1066895"/>
            <a:chOff x="3450999" y="3609035"/>
            <a:chExt cx="1856403" cy="1066895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A3AC0F1-82B4-9022-AF46-6518FD1E663A}"/>
                </a:ext>
              </a:extLst>
            </p:cNvPr>
            <p:cNvSpPr txBox="1"/>
            <p:nvPr/>
          </p:nvSpPr>
          <p:spPr>
            <a:xfrm>
              <a:off x="3450999" y="4368153"/>
              <a:ext cx="185640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cap="none" spc="0" normalizeH="0" baseline="0">
                  <a:ln>
                    <a:noFill/>
                  </a:ln>
                  <a:solidFill>
                    <a:srgbClr val="F5002F"/>
                  </a:solidFill>
                  <a:effectLst/>
                  <a:uLnTx/>
                  <a:uFillTx/>
                  <a:latin typeface="Microsoft YaHei"/>
                  <a:ea typeface="Microsoft YaHei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片状型热敏电阻</a:t>
              </a:r>
              <a:endParaRPr kumimoji="0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F5002F">
                    <a:lumMod val="75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endParaRPr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id="{E49F1917-52E8-60ED-6309-1B23402437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55" t="3297" r="3089" b="63899"/>
            <a:stretch/>
          </p:blipFill>
          <p:spPr bwMode="auto">
            <a:xfrm>
              <a:off x="3619608" y="3609035"/>
              <a:ext cx="1205120" cy="690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C82068E-5A16-3859-A44D-4F3324F2F6CE}"/>
              </a:ext>
            </a:extLst>
          </p:cNvPr>
          <p:cNvGrpSpPr/>
          <p:nvPr/>
        </p:nvGrpSpPr>
        <p:grpSpPr>
          <a:xfrm>
            <a:off x="7393418" y="3763055"/>
            <a:ext cx="1506026" cy="1269889"/>
            <a:chOff x="5685407" y="4660451"/>
            <a:chExt cx="1211643" cy="1269889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C1863F3-D995-125E-3E98-0988BD25AD51}"/>
                </a:ext>
              </a:extLst>
            </p:cNvPr>
            <p:cNvSpPr txBox="1"/>
            <p:nvPr/>
          </p:nvSpPr>
          <p:spPr>
            <a:xfrm>
              <a:off x="5685407" y="5622563"/>
              <a:ext cx="12116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5002F">
                      <a:lumMod val="75000"/>
                    </a:srgbClr>
                  </a:solidFill>
                  <a:effectLst/>
                  <a:uLnTx/>
                  <a:uFillTx/>
                  <a:latin typeface="Microsoft YaHei"/>
                  <a:ea typeface="Microsoft YaHei"/>
                  <a:cs typeface="+mn-cs"/>
                </a:rPr>
                <a:t>引线型热敏电阻</a:t>
              </a:r>
              <a:endParaRPr kumimoji="0" lang="ja-JP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>
                    <a:lumMod val="75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endParaRPr>
            </a:p>
          </p:txBody>
        </p:sp>
        <p:pic>
          <p:nvPicPr>
            <p:cNvPr id="62" name="图片 61" descr="图片包含 动物, 游戏机&#10;&#10;描述已自动生成">
              <a:extLst>
                <a:ext uri="{FF2B5EF4-FFF2-40B4-BE49-F238E27FC236}">
                  <a16:creationId xmlns:a16="http://schemas.microsoft.com/office/drawing/2014/main" id="{F5DACF8A-CC57-2E1B-0131-E18DFB720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35111">
              <a:off x="5693722" y="4660451"/>
              <a:ext cx="985342" cy="9199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824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3A5AF3B-0670-5B8B-6FC7-13B82518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感谢您的光临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期待您的指导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EB38057-13B2-7FC8-83EA-7DFAA9C79CB8}"/>
              </a:ext>
            </a:extLst>
          </p:cNvPr>
          <p:cNvGrpSpPr/>
          <p:nvPr/>
        </p:nvGrpSpPr>
        <p:grpSpPr>
          <a:xfrm>
            <a:off x="7392145" y="5877273"/>
            <a:ext cx="2971175" cy="555551"/>
            <a:chOff x="5287082" y="6082679"/>
            <a:chExt cx="2971175" cy="555551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21B4050-CDD5-C55F-8E09-F7DDBEAB57DF}"/>
                </a:ext>
              </a:extLst>
            </p:cNvPr>
            <p:cNvSpPr txBox="1"/>
            <p:nvPr/>
          </p:nvSpPr>
          <p:spPr>
            <a:xfrm>
              <a:off x="6828666" y="6216852"/>
              <a:ext cx="909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51" normalizeH="0" baseline="0" noProof="0" dirty="0">
                  <a:ln w="0"/>
                  <a:solidFill>
                    <a:srgbClr val="0070C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公众号：</a:t>
              </a:r>
              <a:endParaRPr kumimoji="1" lang="en-US" altLang="zh-CN" sz="1400" b="1" i="0" u="none" strike="noStrike" kern="1200" cap="none" spc="51" normalizeH="0" baseline="0" noProof="0" dirty="0">
                <a:ln w="0"/>
                <a:solidFill>
                  <a:srgbClr val="0070C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5DDB311-B895-80F0-1285-88D844043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99767" y="6082679"/>
              <a:ext cx="558490" cy="555551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3B730EF-C09B-D6DE-DBB2-44D1279FCFCD}"/>
                </a:ext>
              </a:extLst>
            </p:cNvPr>
            <p:cNvSpPr txBox="1"/>
            <p:nvPr/>
          </p:nvSpPr>
          <p:spPr>
            <a:xfrm>
              <a:off x="5287082" y="6171941"/>
              <a:ext cx="821693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0" u="none" strike="noStrike" kern="1200" cap="none" spc="51" normalizeH="0" baseline="0" noProof="0" dirty="0">
                  <a:ln w="0"/>
                  <a:solidFill>
                    <a:srgbClr val="0070C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官   网</a:t>
              </a:r>
              <a:r>
                <a:rPr kumimoji="1" lang="en-US" altLang="zh-CN" sz="1400" b="1" i="0" u="none" strike="noStrike" kern="1200" cap="none" spc="51" normalizeH="0" baseline="0" noProof="0" dirty="0">
                  <a:ln w="0"/>
                  <a:solidFill>
                    <a:srgbClr val="0070C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: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endParaRPr>
            </a:p>
          </p:txBody>
        </p:sp>
      </p:grpSp>
      <p:pic>
        <p:nvPicPr>
          <p:cNvPr id="14" name="图片 13" descr="QR 代码&#10;&#10;描述已自动生成">
            <a:extLst>
              <a:ext uri="{FF2B5EF4-FFF2-40B4-BE49-F238E27FC236}">
                <a16:creationId xmlns:a16="http://schemas.microsoft.com/office/drawing/2014/main" id="{B5252AAB-FDAE-6536-30DA-7C1786CF9D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73" t="7097" r="31222" b="24083"/>
          <a:stretch/>
        </p:blipFill>
        <p:spPr>
          <a:xfrm>
            <a:off x="8325897" y="5895435"/>
            <a:ext cx="535369" cy="51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9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683E545-65A4-3D0D-C902-70DD7962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补充资料</a:t>
            </a:r>
          </a:p>
        </p:txBody>
      </p:sp>
      <p:pic>
        <p:nvPicPr>
          <p:cNvPr id="7" name="图片占位符 6" descr="人骑着自行车&#10;&#10;AI 生成的内容可能不正确。">
            <a:extLst>
              <a:ext uri="{FF2B5EF4-FFF2-40B4-BE49-F238E27FC236}">
                <a16:creationId xmlns:a16="http://schemas.microsoft.com/office/drawing/2014/main" id="{C2EE6F37-7892-362B-27E4-E68BA68072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4" r="256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1878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95804-EDFA-6459-00AB-9D55F902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荣誉一览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4D90661-1348-4F72-C9B9-EA0C914771CA}"/>
              </a:ext>
            </a:extLst>
          </p:cNvPr>
          <p:cNvSpPr/>
          <p:nvPr/>
        </p:nvSpPr>
        <p:spPr>
          <a:xfrm>
            <a:off x="6282440" y="1021005"/>
            <a:ext cx="687988" cy="369332"/>
          </a:xfrm>
          <a:prstGeom prst="roundRect">
            <a:avLst/>
          </a:prstGeom>
          <a:solidFill>
            <a:srgbClr val="0594F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Meiryo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04516A3-8D6F-A4D3-B71B-41865FF3A066}"/>
              </a:ext>
            </a:extLst>
          </p:cNvPr>
          <p:cNvSpPr/>
          <p:nvPr/>
        </p:nvSpPr>
        <p:spPr>
          <a:xfrm>
            <a:off x="683410" y="1090972"/>
            <a:ext cx="964517" cy="369332"/>
          </a:xfrm>
          <a:prstGeom prst="roundRect">
            <a:avLst/>
          </a:prstGeom>
          <a:solidFill>
            <a:srgbClr val="F5002F"/>
          </a:solidFill>
          <a:ln w="9525" cap="flat" cmpd="sng" algn="ctr">
            <a:solidFill>
              <a:srgbClr val="F5002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Meiryo"/>
              <a:cs typeface="+mn-cs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F563422F-89ED-D07F-29ED-6CEE839B66F2}"/>
              </a:ext>
            </a:extLst>
          </p:cNvPr>
          <p:cNvSpPr txBox="1"/>
          <p:nvPr/>
        </p:nvSpPr>
        <p:spPr>
          <a:xfrm>
            <a:off x="694804" y="1090972"/>
            <a:ext cx="96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国家级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A9368D9F-3C2F-8D99-375E-E7669915B2EB}"/>
              </a:ext>
            </a:extLst>
          </p:cNvPr>
          <p:cNvSpPr txBox="1"/>
          <p:nvPr/>
        </p:nvSpPr>
        <p:spPr>
          <a:xfrm>
            <a:off x="2207568" y="6277962"/>
            <a:ext cx="7128792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国家级获奖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件，省级获奖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24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件，无锡市区获奖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145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件，共计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179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件。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713D0F-7C67-3E4B-E2B5-A5A63C2D2F09}"/>
              </a:ext>
            </a:extLst>
          </p:cNvPr>
          <p:cNvSpPr/>
          <p:nvPr/>
        </p:nvSpPr>
        <p:spPr>
          <a:xfrm>
            <a:off x="720000" y="1460304"/>
            <a:ext cx="5376000" cy="2144177"/>
          </a:xfrm>
          <a:prstGeom prst="rect">
            <a:avLst/>
          </a:prstGeom>
          <a:ln w="28575">
            <a:solidFill>
              <a:srgbClr val="F5002F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2005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双优企业</a:t>
            </a:r>
          </a:p>
          <a:p>
            <a:pPr marL="0" marR="0" lvl="0" indent="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2008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全国模范职工之家</a:t>
            </a:r>
          </a:p>
          <a:p>
            <a:pPr marL="0" marR="0" lvl="0" indent="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2010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全国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CSR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活动优秀企业</a:t>
            </a:r>
          </a:p>
          <a:p>
            <a:pPr marL="0" marR="0" lvl="0" indent="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2015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中国质量信赖企业</a:t>
            </a:r>
          </a:p>
          <a:p>
            <a:pPr marL="342900" marR="0" lvl="0" indent="-34290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2016"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   中华全国总工会职工书屋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5002F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2016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出入境检验检疫信用管理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AA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级企业</a:t>
            </a:r>
          </a:p>
          <a:p>
            <a:pPr marL="342900" marR="0" lvl="0" indent="-34290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2017"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   全国文明单位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5002F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2025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国家健康企业建设优秀案例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A1C48C-06B9-1B99-40F8-8E574CDBEE55}"/>
              </a:ext>
            </a:extLst>
          </p:cNvPr>
          <p:cNvSpPr txBox="1"/>
          <p:nvPr/>
        </p:nvSpPr>
        <p:spPr>
          <a:xfrm>
            <a:off x="6310470" y="1042661"/>
            <a:ext cx="65995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省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级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0AD389F-AD76-560B-787F-007A15B98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10" y="3881991"/>
            <a:ext cx="2593379" cy="19998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DE5791E-D65F-1D34-F356-A7EE01C0D4D7}"/>
              </a:ext>
            </a:extLst>
          </p:cNvPr>
          <p:cNvSpPr/>
          <p:nvPr/>
        </p:nvSpPr>
        <p:spPr>
          <a:xfrm>
            <a:off x="6312024" y="1396604"/>
            <a:ext cx="5376000" cy="4418736"/>
          </a:xfrm>
          <a:prstGeom prst="rect">
            <a:avLst/>
          </a:prstGeom>
          <a:ln w="28575">
            <a:solidFill>
              <a:srgbClr val="0594FF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2001    2000</a:t>
            </a:r>
            <a:r>
              <a:rPr kumimoji="0" lang="zh-CN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年度外商投资产品出口企业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342900" marR="0" lvl="0" indent="-34290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2006"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   全省外商和台港澳投资企业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双爱双评先进单位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2006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江苏省和谐劳动关系模范企业（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2006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、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2011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）</a:t>
            </a:r>
          </a:p>
          <a:p>
            <a:pPr marL="342900" marR="0" lvl="0" indent="-34290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2008"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   模范职工之家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2010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江苏省文明单位（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2010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、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2013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）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2012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江苏省厂务公开民主管理先进单位（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2012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、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2015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、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2020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）</a:t>
            </a: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2015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江苏质量诚信企业</a:t>
            </a: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2016    2013-2015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年度书香企业建设示范点 </a:t>
            </a: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2021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江苏省先进基层党组织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2023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最具爱心慈善企业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342900" marR="0" lvl="0" indent="-34290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2024"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   江苏健康企业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342900" marR="0" lvl="0" indent="-34290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2024"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  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江苏省绿色工厂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            30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周年突出贡献</a:t>
            </a:r>
          </a:p>
        </p:txBody>
      </p:sp>
      <p:pic>
        <p:nvPicPr>
          <p:cNvPr id="19" name="图片 18" descr="文本&#10;&#10;描述已自动生成">
            <a:extLst>
              <a:ext uri="{FF2B5EF4-FFF2-40B4-BE49-F238E27FC236}">
                <a16:creationId xmlns:a16="http://schemas.microsoft.com/office/drawing/2014/main" id="{210FE9E6-3ADE-EE0D-CE3B-38A7EBB28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253" y="3894313"/>
            <a:ext cx="2652306" cy="197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08A4F-84FB-D142-1AFE-C8469355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其他认证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B25598-2088-CDF6-9A54-D5A4629FFEC5}"/>
              </a:ext>
            </a:extLst>
          </p:cNvPr>
          <p:cNvSpPr txBox="1"/>
          <p:nvPr/>
        </p:nvSpPr>
        <p:spPr>
          <a:xfrm>
            <a:off x="4829656" y="3777700"/>
            <a:ext cx="288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ISO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45001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:2018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认证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9C9AAF2-3865-A0BC-42BC-8E8DE4E4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207" y="4141825"/>
            <a:ext cx="1610472" cy="228172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A3B581A-952F-1F7D-B4DB-9C72A211D5A6}"/>
              </a:ext>
            </a:extLst>
          </p:cNvPr>
          <p:cNvSpPr txBox="1"/>
          <p:nvPr/>
        </p:nvSpPr>
        <p:spPr>
          <a:xfrm>
            <a:off x="1369815" y="3770963"/>
            <a:ext cx="270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ISO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14001:2015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2A4D68-CAD8-3EB6-21A4-D72E895EAF85}"/>
              </a:ext>
            </a:extLst>
          </p:cNvPr>
          <p:cNvSpPr txBox="1"/>
          <p:nvPr/>
        </p:nvSpPr>
        <p:spPr>
          <a:xfrm>
            <a:off x="8258466" y="3777700"/>
            <a:ext cx="270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ISO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50001:2018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4F3DF6-73EF-A0E2-A4D2-B41476CE9772}"/>
              </a:ext>
            </a:extLst>
          </p:cNvPr>
          <p:cNvSpPr txBox="1"/>
          <p:nvPr/>
        </p:nvSpPr>
        <p:spPr>
          <a:xfrm>
            <a:off x="2747156" y="1080098"/>
            <a:ext cx="1538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TISAX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认证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D8AB958-57BC-8A2A-81D9-E272C9DE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91" y="1385714"/>
            <a:ext cx="3355796" cy="2043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D04ED80-FF2D-0475-0ADD-19D0E9186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894" y="1385714"/>
            <a:ext cx="3329562" cy="213777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D0C4FCE3-D0B0-ABEF-6828-11E8B02176A2}"/>
              </a:ext>
            </a:extLst>
          </p:cNvPr>
          <p:cNvSpPr txBox="1"/>
          <p:nvPr/>
        </p:nvSpPr>
        <p:spPr>
          <a:xfrm>
            <a:off x="6913596" y="1067250"/>
            <a:ext cx="321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智能制造能力成熟度三级认证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75FB84F-DAE1-D2D6-04F9-D667292AE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9230" y="4130965"/>
            <a:ext cx="1750084" cy="229791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126AC17-B30B-A6F4-7B27-B64EF1ABB6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1859" y="4099610"/>
            <a:ext cx="1717338" cy="236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27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4E5BB87-1065-BFF5-DBF7-943ECDB22106}"/>
              </a:ext>
            </a:extLst>
          </p:cNvPr>
          <p:cNvGrpSpPr/>
          <p:nvPr/>
        </p:nvGrpSpPr>
        <p:grpSpPr>
          <a:xfrm>
            <a:off x="0" y="-1753"/>
            <a:ext cx="12192000" cy="6900922"/>
            <a:chOff x="0" y="1512806"/>
            <a:chExt cx="9144000" cy="5520807"/>
          </a:xfrm>
        </p:grpSpPr>
        <p:pic>
          <p:nvPicPr>
            <p:cNvPr id="5" name="图片 4" descr="文本&#10;&#10;描述已自动生成">
              <a:extLst>
                <a:ext uri="{FF2B5EF4-FFF2-40B4-BE49-F238E27FC236}">
                  <a16:creationId xmlns:a16="http://schemas.microsoft.com/office/drawing/2014/main" id="{7D20928B-1FD7-A6D5-1F88-E6F346C74D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0" t="12063" r="6939" b="53884"/>
            <a:stretch/>
          </p:blipFill>
          <p:spPr>
            <a:xfrm>
              <a:off x="0" y="1512806"/>
              <a:ext cx="9144000" cy="5520807"/>
            </a:xfrm>
            <a:prstGeom prst="rect">
              <a:avLst/>
            </a:prstGeom>
          </p:spPr>
        </p:pic>
        <p:pic>
          <p:nvPicPr>
            <p:cNvPr id="6" name="图片 5" descr="文本&#10;&#10;描述已自动生成">
              <a:extLst>
                <a:ext uri="{FF2B5EF4-FFF2-40B4-BE49-F238E27FC236}">
                  <a16:creationId xmlns:a16="http://schemas.microsoft.com/office/drawing/2014/main" id="{C4FE3641-24A4-2936-B5E5-FAAB377EDB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955" t="19971" r="31765" b="71459"/>
            <a:stretch/>
          </p:blipFill>
          <p:spPr>
            <a:xfrm>
              <a:off x="3702865" y="1736836"/>
              <a:ext cx="2668690" cy="1389424"/>
            </a:xfrm>
            <a:prstGeom prst="rect">
              <a:avLst/>
            </a:prstGeom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45883A4C-6B78-AD20-B8D4-E3871DA7805C}"/>
              </a:ext>
            </a:extLst>
          </p:cNvPr>
          <p:cNvSpPr/>
          <p:nvPr/>
        </p:nvSpPr>
        <p:spPr bwMode="auto">
          <a:xfrm>
            <a:off x="0" y="2304"/>
            <a:ext cx="12192000" cy="6855696"/>
          </a:xfrm>
          <a:prstGeom prst="rect">
            <a:avLst/>
          </a:prstGeom>
          <a:solidFill>
            <a:sysClr val="window" lastClr="FFFFFF">
              <a:alpha val="40000"/>
            </a:sysClr>
          </a:solidFill>
          <a:ln w="9525">
            <a:noFill/>
            <a:round/>
            <a:headEnd/>
            <a:tailEnd/>
          </a:ln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eiryo" pitchFamily="50" charset="-128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9D2C9C-4CF8-D79A-BDA5-F81DEDF4393C}"/>
              </a:ext>
            </a:extLst>
          </p:cNvPr>
          <p:cNvSpPr txBox="1"/>
          <p:nvPr/>
        </p:nvSpPr>
        <p:spPr>
          <a:xfrm>
            <a:off x="497233" y="2091146"/>
            <a:ext cx="83966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无锡连续三年荣登“中国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500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强企业”三榜单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江苏首位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（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中国企业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500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强、中国制造业企业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500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强、中国服务业企业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500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强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）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31552F6-64B2-7C99-BEA8-EA366F03529F}"/>
              </a:ext>
            </a:extLst>
          </p:cNvPr>
          <p:cNvSpPr txBox="1"/>
          <p:nvPr/>
        </p:nvSpPr>
        <p:spPr>
          <a:xfrm>
            <a:off x="623392" y="1052109"/>
            <a:ext cx="10585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在锡外商投资企业：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7200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多家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世界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500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强企业：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美国卡特彼勒、通用电气、康明斯、日本松下、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5002F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村田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、韩国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SK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、三星、德国西门子、博世等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产业：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新一代信息技术、生物医药、高端装备制造、新能源汽车、新能源、节能环保等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31" name="标题 30">
            <a:extLst>
              <a:ext uri="{FF2B5EF4-FFF2-40B4-BE49-F238E27FC236}">
                <a16:creationId xmlns:a16="http://schemas.microsoft.com/office/drawing/2014/main" id="{B2909C04-451B-9E97-D6ED-6DE19A799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无锡市介绍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65A4674-E25E-55D1-A053-0CE5CF518370}"/>
              </a:ext>
            </a:extLst>
          </p:cNvPr>
          <p:cNvSpPr txBox="1"/>
          <p:nvPr/>
        </p:nvSpPr>
        <p:spPr>
          <a:xfrm>
            <a:off x="1973857" y="2924944"/>
            <a:ext cx="11926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F142B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特产：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4E24284-ADD3-D5F5-904C-451395E3CF85}"/>
              </a:ext>
            </a:extLst>
          </p:cNvPr>
          <p:cNvGrpSpPr/>
          <p:nvPr/>
        </p:nvGrpSpPr>
        <p:grpSpPr>
          <a:xfrm>
            <a:off x="6579873" y="2976944"/>
            <a:ext cx="3522674" cy="1503765"/>
            <a:chOff x="7657639" y="2463776"/>
            <a:chExt cx="3522674" cy="1503765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6C816BA-33A8-1EF8-36B1-FC45A931B82B}"/>
                </a:ext>
              </a:extLst>
            </p:cNvPr>
            <p:cNvSpPr txBox="1"/>
            <p:nvPr/>
          </p:nvSpPr>
          <p:spPr>
            <a:xfrm>
              <a:off x="7657639" y="2463776"/>
              <a:ext cx="12705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观光胜地</a:t>
              </a:r>
              <a:r>
                <a:rPr kumimoji="0" lang="ja-JP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：</a:t>
              </a:r>
              <a:endParaRPr kumimoji="0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300D580-AF94-E005-8915-AD05CAB01FCA}"/>
                </a:ext>
              </a:extLst>
            </p:cNvPr>
            <p:cNvGrpSpPr/>
            <p:nvPr/>
          </p:nvGrpSpPr>
          <p:grpSpPr>
            <a:xfrm>
              <a:off x="9571104" y="2935540"/>
              <a:ext cx="1609209" cy="1032001"/>
              <a:chOff x="6667003" y="1517506"/>
              <a:chExt cx="1240521" cy="800923"/>
            </a:xfrm>
          </p:grpSpPr>
          <p:pic>
            <p:nvPicPr>
              <p:cNvPr id="39" name="图片 38" descr="湖边有山&#10;&#10;描述已自动生成">
                <a:extLst>
                  <a:ext uri="{FF2B5EF4-FFF2-40B4-BE49-F238E27FC236}">
                    <a16:creationId xmlns:a16="http://schemas.microsoft.com/office/drawing/2014/main" id="{212F2C53-2992-587D-D822-A5471E17F3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67003" y="1517506"/>
                <a:ext cx="1240521" cy="756470"/>
              </a:xfrm>
              <a:prstGeom prst="rect">
                <a:avLst/>
              </a:prstGeom>
            </p:spPr>
          </p:pic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398C8C5-FEC9-8D22-3C18-EF095AF97444}"/>
                  </a:ext>
                </a:extLst>
              </p:cNvPr>
              <p:cNvSpPr txBox="1"/>
              <p:nvPr/>
            </p:nvSpPr>
            <p:spPr>
              <a:xfrm>
                <a:off x="6667003" y="2079567"/>
                <a:ext cx="712269" cy="238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太湖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30F2BD51-7469-E9C2-C37B-0290C5EFAB58}"/>
                </a:ext>
              </a:extLst>
            </p:cNvPr>
            <p:cNvGrpSpPr/>
            <p:nvPr/>
          </p:nvGrpSpPr>
          <p:grpSpPr>
            <a:xfrm>
              <a:off x="7747946" y="2903106"/>
              <a:ext cx="1535614" cy="1051132"/>
              <a:chOff x="5230946" y="1497269"/>
              <a:chExt cx="1254663" cy="797457"/>
            </a:xfrm>
          </p:grpSpPr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0B101199-58B7-0FBD-2717-A6B0509EC9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0946" y="1497269"/>
                <a:ext cx="1254663" cy="756470"/>
              </a:xfrm>
              <a:prstGeom prst="rect">
                <a:avLst/>
              </a:prstGeom>
            </p:spPr>
          </p:pic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94FBD2E-FBB8-DCA0-B40B-C634E19AC0F8}"/>
                  </a:ext>
                </a:extLst>
              </p:cNvPr>
              <p:cNvSpPr txBox="1"/>
              <p:nvPr/>
            </p:nvSpPr>
            <p:spPr>
              <a:xfrm>
                <a:off x="5230946" y="2061226"/>
                <a:ext cx="847278" cy="23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鼋头</a:t>
                </a:r>
                <a:r>
                  <a:rPr kumimoji="0" lang="ja-JP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渚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8586D1B-51D8-8330-3927-3E6DBC8EC05C}"/>
              </a:ext>
            </a:extLst>
          </p:cNvPr>
          <p:cNvGrpSpPr/>
          <p:nvPr/>
        </p:nvGrpSpPr>
        <p:grpSpPr>
          <a:xfrm>
            <a:off x="1895973" y="3256445"/>
            <a:ext cx="4070100" cy="1303833"/>
            <a:chOff x="364945" y="1482072"/>
            <a:chExt cx="4070100" cy="1303833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48D4DEC7-A9C5-22A8-0CB4-9C8B92EF756C}"/>
                </a:ext>
              </a:extLst>
            </p:cNvPr>
            <p:cNvGrpSpPr/>
            <p:nvPr/>
          </p:nvGrpSpPr>
          <p:grpSpPr>
            <a:xfrm>
              <a:off x="364945" y="1489126"/>
              <a:ext cx="1270534" cy="1270534"/>
              <a:chOff x="364945" y="1489126"/>
              <a:chExt cx="1270534" cy="1270534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0A0FA367-7ACE-B07A-D104-735D561E883C}"/>
                  </a:ext>
                </a:extLst>
              </p:cNvPr>
              <p:cNvSpPr/>
              <p:nvPr/>
            </p:nvSpPr>
            <p:spPr bwMode="auto">
              <a:xfrm>
                <a:off x="364945" y="1489126"/>
                <a:ext cx="1270534" cy="1270534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Meiryo" pitchFamily="50" charset="-128"/>
                  <a:cs typeface="+mn-cs"/>
                </a:endParaRPr>
              </a:p>
            </p:txBody>
          </p:sp>
          <p:pic>
            <p:nvPicPr>
              <p:cNvPr id="51" name="图片 50" descr="u=3199649964,3714038433&amp;fm=26&amp;gp=0.jpg">
                <a:extLst>
                  <a:ext uri="{FF2B5EF4-FFF2-40B4-BE49-F238E27FC236}">
                    <a16:creationId xmlns:a16="http://schemas.microsoft.com/office/drawing/2014/main" id="{2385DE99-E0FC-53EB-0E3F-437EE54EDB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6733" b="94024" l="4828" r="97241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98" t="16360" r="3330" b="6558"/>
              <a:stretch/>
            </p:blipFill>
            <p:spPr>
              <a:xfrm>
                <a:off x="600207" y="1772062"/>
                <a:ext cx="781023" cy="5653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E7F3C9C5-5630-22C8-3CFE-8E78406A91B8}"/>
                </a:ext>
              </a:extLst>
            </p:cNvPr>
            <p:cNvGrpSpPr/>
            <p:nvPr/>
          </p:nvGrpSpPr>
          <p:grpSpPr>
            <a:xfrm>
              <a:off x="3164511" y="1515371"/>
              <a:ext cx="1270534" cy="1270534"/>
              <a:chOff x="3164511" y="1515371"/>
              <a:chExt cx="1270534" cy="1270534"/>
            </a:xfrm>
          </p:grpSpPr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7B26EC11-CA27-C191-C7D0-263225AEC352}"/>
                  </a:ext>
                </a:extLst>
              </p:cNvPr>
              <p:cNvSpPr/>
              <p:nvPr/>
            </p:nvSpPr>
            <p:spPr bwMode="auto">
              <a:xfrm>
                <a:off x="3164511" y="1515371"/>
                <a:ext cx="1270534" cy="1270534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Meiryo" pitchFamily="50" charset="-128"/>
                  <a:cs typeface="+mn-cs"/>
                </a:endParaRPr>
              </a:p>
            </p:txBody>
          </p:sp>
          <p:pic>
            <p:nvPicPr>
              <p:cNvPr id="49" name="图片 48" descr="timg-54.jpeg">
                <a:extLst>
                  <a:ext uri="{FF2B5EF4-FFF2-40B4-BE49-F238E27FC236}">
                    <a16:creationId xmlns:a16="http://schemas.microsoft.com/office/drawing/2014/main" id="{2E4B8230-B928-C2E3-DE3E-120699418E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750" b="99875" l="10875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449" r="24100"/>
              <a:stretch/>
            </p:blipFill>
            <p:spPr>
              <a:xfrm rot="1131979">
                <a:off x="3691892" y="1652240"/>
                <a:ext cx="291620" cy="739207"/>
              </a:xfrm>
              <a:prstGeom prst="rect">
                <a:avLst/>
              </a:prstGeom>
            </p:spPr>
          </p:pic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0D871830-BF11-0F16-97A5-EA2A5003701C}"/>
                </a:ext>
              </a:extLst>
            </p:cNvPr>
            <p:cNvGrpSpPr/>
            <p:nvPr/>
          </p:nvGrpSpPr>
          <p:grpSpPr>
            <a:xfrm>
              <a:off x="1764728" y="1482072"/>
              <a:ext cx="1270534" cy="1270534"/>
              <a:chOff x="1764728" y="1482072"/>
              <a:chExt cx="1270534" cy="1270534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D5E62813-32CF-A96E-152F-E43AB15948C6}"/>
                  </a:ext>
                </a:extLst>
              </p:cNvPr>
              <p:cNvSpPr/>
              <p:nvPr/>
            </p:nvSpPr>
            <p:spPr bwMode="auto">
              <a:xfrm>
                <a:off x="1764728" y="1482072"/>
                <a:ext cx="1270534" cy="1270534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noFill/>
                <a:round/>
                <a:headEnd/>
                <a:tailEnd/>
              </a:ln>
            </p:spPr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Meiryo" pitchFamily="50" charset="-128"/>
                  <a:cs typeface="+mn-cs"/>
                </a:endParaRPr>
              </a:p>
            </p:txBody>
          </p:sp>
          <p:pic>
            <p:nvPicPr>
              <p:cNvPr id="47" name="图片 46" descr="timg-34.jpeg">
                <a:extLst>
                  <a:ext uri="{FF2B5EF4-FFF2-40B4-BE49-F238E27FC236}">
                    <a16:creationId xmlns:a16="http://schemas.microsoft.com/office/drawing/2014/main" id="{B285B2A0-0917-1799-5083-4B866A6079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37250" b="80750" l="17750" r="90500">
                            <a14:backgroundMark x1="65250" y1="76750" x2="65250" y2="7675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142" t="32028" r="7295" b="15118"/>
              <a:stretch/>
            </p:blipFill>
            <p:spPr>
              <a:xfrm>
                <a:off x="1960716" y="1731984"/>
                <a:ext cx="899861" cy="6053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9334D59-0E3D-40A4-F931-1B67D567BCF7}"/>
                </a:ext>
              </a:extLst>
            </p:cNvPr>
            <p:cNvSpPr txBox="1"/>
            <p:nvPr/>
          </p:nvSpPr>
          <p:spPr>
            <a:xfrm>
              <a:off x="554617" y="2432046"/>
              <a:ext cx="37340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恵山泥人　                 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紫砂茶器     </a:t>
              </a:r>
              <a:r>
                <a:rPr kumimoji="0" lang="ja-JP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　               二胡</a:t>
              </a: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914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398484"/>
      </p:ext>
    </p:extLst>
  </p:cSld>
  <p:clrMapOvr>
    <a:masterClrMapping/>
  </p:clrMapOvr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EN&amp;JP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9DDA9305-EEDC-4E90-BD2F-4049D52A1662}" vid="{485A82BC-64B5-4112-A380-0F98612C6B4B}"/>
    </a:ext>
  </a:extLst>
</a:theme>
</file>

<file path=ppt/theme/theme2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EN&amp;JP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9DDA9305-EEDC-4E90-BD2F-4049D52A1662}" vid="{E08CE116-FC83-4E39-99D7-85848D3274CB}"/>
    </a:ext>
  </a:extLst>
</a:theme>
</file>

<file path=ppt/theme/theme3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EN&amp;JP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9DDA9305-EEDC-4E90-BD2F-4049D52A1662}" vid="{D1F7F6CA-6BFC-4A4A-BE1B-21A3A6C93E74}"/>
    </a:ext>
  </a:extLst>
</a:theme>
</file>

<file path=ppt/theme/theme4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EN&amp;JP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9DDA9305-EEDC-4E90-BD2F-4049D52A1662}" vid="{339A2AD7-1E06-49BF-A534-8709204DE5C7}"/>
    </a:ext>
  </a:extLst>
</a:theme>
</file>

<file path=ppt/theme/theme5.xml><?xml version="1.0" encoding="utf-8"?>
<a:theme xmlns:a="http://schemas.openxmlformats.org/drawingml/2006/main" name="1_Standard">
  <a:themeElements>
    <a:clrScheme name="ユーザー定義 2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FC20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FFF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022_Murata2024_Template_en_V2.potx" id="{198FB9A8-BF61-4EC4-A44E-848C59352560}" vid="{F2C11C07-CCA5-4A27-A21E-04252134DDA8}"/>
    </a:ext>
  </a:extLst>
</a:theme>
</file>

<file path=ppt/theme/theme6.xml><?xml version="1.0" encoding="utf-8"?>
<a:theme xmlns:a="http://schemas.openxmlformats.org/drawingml/2006/main" name="2_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021_Murata2024_Template_Widescreen_en.potx" id="{0A972CE4-A165-4E8C-B43E-56756F90B3FA}" vid="{F7D0F738-5E65-4DE5-AF55-BBE5708B28B4}"/>
    </a:ext>
  </a:extLst>
</a:theme>
</file>

<file path=ppt/theme/theme7.xml><?xml version="1.0" encoding="utf-8"?>
<a:theme xmlns:a="http://schemas.openxmlformats.org/drawingml/2006/main" name="1_Confidential">
  <a:themeElements>
    <a:clrScheme name="ユーザー定義 2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FC20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FFF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021_Murata2024_Template_Widescreen_en.potx" id="{0A972CE4-A165-4E8C-B43E-56756F90B3FA}" vid="{562B606E-042B-4E79-AE1A-ED299AD3852C}"/>
    </a:ext>
  </a:extLst>
</a:theme>
</file>

<file path=ppt/theme/theme8.xml><?xml version="1.0" encoding="utf-8"?>
<a:theme xmlns:a="http://schemas.openxmlformats.org/drawingml/2006/main" name="3_Standard">
  <a:themeElements>
    <a:clrScheme name="ユーザー定義 2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FC20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FFF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021_Murata2024_Template_Widescreen_en.potx" id="{0A972CE4-A165-4E8C-B43E-56756F90B3FA}" vid="{F7D0F738-5E65-4DE5-AF55-BBE5708B28B4}"/>
    </a:ext>
  </a:extLst>
</a:theme>
</file>

<file path=ppt/theme/theme9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6BAD3EB026FDE4AB55DDEB10122B2D4" ma:contentTypeVersion="4" ma:contentTypeDescription="新建文档。" ma:contentTypeScope="" ma:versionID="f5acd93c5f2a2efeb381198cb3188724">
  <xsd:schema xmlns:xsd="http://www.w3.org/2001/XMLSchema" xmlns:xs="http://www.w3.org/2001/XMLSchema" xmlns:p="http://schemas.microsoft.com/office/2006/metadata/properties" xmlns:ns2="50483d7d-fd5e-4cad-9f5b-458dc61f6f9b" targetNamespace="http://schemas.microsoft.com/office/2006/metadata/properties" ma:root="true" ma:fieldsID="fe8c422c2757bf5201e6b0b5fd9c9f9f" ns2:_="">
    <xsd:import namespace="50483d7d-fd5e-4cad-9f5b-458dc61f6f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483d7d-fd5e-4cad-9f5b-458dc61f6f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9F2FE4-C4A1-464E-8003-9B2342737166}">
  <ds:schemaRefs>
    <ds:schemaRef ds:uri="http://purl.org/dc/elements/1.1/"/>
    <ds:schemaRef ds:uri="http://schemas.microsoft.com/office/2006/metadata/properties"/>
    <ds:schemaRef ds:uri="7ac60751-c2df-4612-8a8b-50012035c52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882901A-B48D-4DF2-A6B7-56106D0D0A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27EAB9-1DDD-4A2F-A3C2-794A1D3A59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483d7d-fd5e-4cad-9f5b-458dc61f6f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1107_Murata2024_Template_Widescreen_en_V1</Template>
  <TotalTime>16959</TotalTime>
  <Words>493</Words>
  <Application>Microsoft Office PowerPoint</Application>
  <PresentationFormat>宽屏</PresentationFormat>
  <Paragraphs>87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微软雅黑</vt:lpstr>
      <vt:lpstr>微软雅黑</vt:lpstr>
      <vt:lpstr>Meiryo</vt:lpstr>
      <vt:lpstr>游ゴシック</vt:lpstr>
      <vt:lpstr>Arial</vt:lpstr>
      <vt:lpstr>Confidential</vt:lpstr>
      <vt:lpstr>Standard</vt:lpstr>
      <vt:lpstr>Strictly Confidential</vt:lpstr>
      <vt:lpstr>Limited Disclosure</vt:lpstr>
      <vt:lpstr>1_Standard</vt:lpstr>
      <vt:lpstr>2_Standard</vt:lpstr>
      <vt:lpstr>1_Confidential</vt:lpstr>
      <vt:lpstr>3_Standard</vt:lpstr>
      <vt:lpstr>PowerPoint 演示文稿</vt:lpstr>
      <vt:lpstr>关于村田集团</vt:lpstr>
      <vt:lpstr>关于无锡村田电子</vt:lpstr>
      <vt:lpstr>公司概要</vt:lpstr>
      <vt:lpstr>主要产品及运用</vt:lpstr>
      <vt:lpstr>感谢您的光临  期待您的指导</vt:lpstr>
      <vt:lpstr>补充资料</vt:lpstr>
      <vt:lpstr>荣誉一览</vt:lpstr>
      <vt:lpstr>其他认证</vt:lpstr>
      <vt:lpstr>无锡市介绍</vt:lpstr>
      <vt:lpstr>PowerPoint 演示文稿</vt:lpstr>
    </vt:vector>
  </TitlesOfParts>
  <Company>Murata202211-QU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Yumiko Arai/荒井　有美子</dc:creator>
  <cp:lastModifiedBy>meng dai/戴萌</cp:lastModifiedBy>
  <cp:revision>145</cp:revision>
  <cp:lastPrinted>2024-09-26T05:33:04Z</cp:lastPrinted>
  <dcterms:created xsi:type="dcterms:W3CDTF">2024-11-15T02:17:40Z</dcterms:created>
  <dcterms:modified xsi:type="dcterms:W3CDTF">2026-07-28T00:51:38Z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07f84-0b99-4b68-a117-0af48dfa769c_Enabled">
    <vt:lpwstr>true</vt:lpwstr>
  </property>
  <property fmtid="{D5CDD505-2E9C-101B-9397-08002B2CF9AE}" pid="3" name="MSIP_Label_e0e07f84-0b99-4b68-a117-0af48dfa769c_SetDate">
    <vt:lpwstr>2024-11-15T00:02:50Z</vt:lpwstr>
  </property>
  <property fmtid="{D5CDD505-2E9C-101B-9397-08002B2CF9AE}" pid="4" name="MSIP_Label_e0e07f84-0b99-4b68-a117-0af48dfa769c_Method">
    <vt:lpwstr>Privileged</vt:lpwstr>
  </property>
  <property fmtid="{D5CDD505-2E9C-101B-9397-08002B2CF9AE}" pid="5" name="MSIP_Label_e0e07f84-0b99-4b68-a117-0af48dfa769c_Name">
    <vt:lpwstr>Public</vt:lpwstr>
  </property>
  <property fmtid="{D5CDD505-2E9C-101B-9397-08002B2CF9AE}" pid="6" name="MSIP_Label_e0e07f84-0b99-4b68-a117-0af48dfa769c_SiteId">
    <vt:lpwstr>afff1096-7fd8-4cdd-879a-7db50a47287a</vt:lpwstr>
  </property>
  <property fmtid="{D5CDD505-2E9C-101B-9397-08002B2CF9AE}" pid="7" name="MSIP_Label_e0e07f84-0b99-4b68-a117-0af48dfa769c_ActionId">
    <vt:lpwstr>9665db57-b9fa-4432-bee7-ceef6d040842</vt:lpwstr>
  </property>
  <property fmtid="{D5CDD505-2E9C-101B-9397-08002B2CF9AE}" pid="8" name="MSIP_Label_e0e07f84-0b99-4b68-a117-0af48dfa769c_ContentBits">
    <vt:lpwstr>0</vt:lpwstr>
  </property>
  <property fmtid="{D5CDD505-2E9C-101B-9397-08002B2CF9AE}" pid="9" name="ContentTypeId">
    <vt:lpwstr>0x01010016BAD3EB026FDE4AB55DDEB10122B2D4</vt:lpwstr>
  </property>
</Properties>
</file>