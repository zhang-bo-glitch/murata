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Masters/slideMaster4.xml" ContentType="application/vnd.openxmlformats-officedocument.presentationml.slideMaster+xml"/>
  <Override PartName="/ppt/slideMasters/theme/theme5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6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60bf21f7394cc5" /><Relationship Type="http://schemas.openxmlformats.org/officeDocument/2006/relationships/extended-properties" Target="/docProps/app.xml" Id="Rda0e6f513a6b43d3" /><Relationship Type="http://schemas.openxmlformats.org/officeDocument/2006/relationships/officeDocument" Target="/ppt/presentation.xml" Id="R664732a67e1b49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e679f5224f41a8"/>
    <p:sldMasterId xmlns:r="http://schemas.openxmlformats.org/officeDocument/2006/relationships" id="2147483669" r:id="Rb0717e6ff6e046dc"/>
    <p:sldMasterId xmlns:r="http://schemas.openxmlformats.org/officeDocument/2006/relationships" id="2147483690" r:id="Rce86d31c67894e2e"/>
    <p:sldMasterId xmlns:r="http://schemas.openxmlformats.org/officeDocument/2006/relationships" id="2147483711" r:id="R56401329340f4cbb"/>
  </p:sldMasterIdLst>
  <p:notesMasterIdLst>
    <p:notesMasterId xmlns:r="http://schemas.openxmlformats.org/officeDocument/2006/relationships" r:id="R14ffede8dd3a4bd8"/>
  </p:notesMasterIdLst>
  <p:sldIdLst>
    <p:sldId xmlns:r="http://schemas.openxmlformats.org/officeDocument/2006/relationships" id="256" r:id="R37d30c01b6644309"/>
    <p:sldId xmlns:r="http://schemas.openxmlformats.org/officeDocument/2006/relationships" id="257" r:id="Rd948cd0c25804045"/>
    <p:sldId xmlns:r="http://schemas.openxmlformats.org/officeDocument/2006/relationships" id="258" r:id="R2d0fc4f282be4f9f"/>
    <p:sldId xmlns:r="http://schemas.openxmlformats.org/officeDocument/2006/relationships" id="259" r:id="R3bc8b3f1bec0425b"/>
    <p:sldId xmlns:r="http://schemas.openxmlformats.org/officeDocument/2006/relationships" id="260" r:id="R448274d2c2254766"/>
    <p:sldId xmlns:r="http://schemas.openxmlformats.org/officeDocument/2006/relationships" id="261" r:id="R3370556dd1eb4e65"/>
    <p:sldId xmlns:r="http://schemas.openxmlformats.org/officeDocument/2006/relationships" id="262" r:id="R5370b42f72b24e45"/>
    <p:sldId xmlns:r="http://schemas.openxmlformats.org/officeDocument/2006/relationships" id="263" r:id="R24532c7fa5f94e0f"/>
    <p:sldId xmlns:r="http://schemas.openxmlformats.org/officeDocument/2006/relationships" id="264" r:id="Rc008b84296794409"/>
    <p:sldId xmlns:r="http://schemas.openxmlformats.org/officeDocument/2006/relationships" id="265" r:id="R562c5ac544054e77"/>
    <p:sldId xmlns:r="http://schemas.openxmlformats.org/officeDocument/2006/relationships" id="266" r:id="Rf85f73ac71534b2b"/>
    <p:sldId xmlns:r="http://schemas.openxmlformats.org/officeDocument/2006/relationships" id="267" r:id="R9f74e514408f4381"/>
    <p:sldId xmlns:r="http://schemas.openxmlformats.org/officeDocument/2006/relationships" id="268" r:id="R0e2af48b29c745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fb9e771c374064" /><Relationship Type="http://schemas.openxmlformats.org/officeDocument/2006/relationships/slideMaster" Target="/ppt/slideMasters/slideMaster1.xml" Id="R4ce679f5224f41a8" /><Relationship Type="http://schemas.openxmlformats.org/officeDocument/2006/relationships/slideMaster" Target="/ppt/slideMasters/slideMaster2.xml" Id="Rb0717e6ff6e046dc" /><Relationship Type="http://schemas.openxmlformats.org/officeDocument/2006/relationships/slideMaster" Target="/ppt/slideMasters/slideMaster3.xml" Id="Rce86d31c67894e2e" /><Relationship Type="http://schemas.openxmlformats.org/officeDocument/2006/relationships/slideMaster" Target="/ppt/slideMasters/slideMaster4.xml" Id="R56401329340f4cbb" /><Relationship Type="http://schemas.openxmlformats.org/officeDocument/2006/relationships/notesMaster" Target="/ppt/notesMasters/notesMaster1.xml" Id="R14ffede8dd3a4bd8" /><Relationship Type="http://schemas.openxmlformats.org/officeDocument/2006/relationships/presProps" Target="/ppt/presProps.xml" Id="R600dc5d7f96240a9" /><Relationship Type="http://schemas.openxmlformats.org/officeDocument/2006/relationships/viewProps" Target="/ppt/viewProps.xml" Id="Rf7b1cb3ea387468c" /><Relationship Type="http://schemas.openxmlformats.org/officeDocument/2006/relationships/tableStyles" Target="/ppt/tableStyles.xml" Id="R7c46b53c7b4142d0" /><Relationship Type="http://schemas.openxmlformats.org/officeDocument/2006/relationships/slide" Target="/ppt/slides/slide1.xml" Id="R37d30c01b6644309" /><Relationship Type="http://schemas.openxmlformats.org/officeDocument/2006/relationships/slide" Target="/ppt/slides/slide2.xml" Id="Rd948cd0c25804045" /><Relationship Type="http://schemas.openxmlformats.org/officeDocument/2006/relationships/slide" Target="/ppt/slides/slide3.xml" Id="R2d0fc4f282be4f9f" /><Relationship Type="http://schemas.openxmlformats.org/officeDocument/2006/relationships/slide" Target="/ppt/slides/slide4.xml" Id="R3bc8b3f1bec0425b" /><Relationship Type="http://schemas.openxmlformats.org/officeDocument/2006/relationships/slide" Target="/ppt/slides/slide5.xml" Id="R448274d2c2254766" /><Relationship Type="http://schemas.openxmlformats.org/officeDocument/2006/relationships/slide" Target="/ppt/slides/slide6.xml" Id="R3370556dd1eb4e65" /><Relationship Type="http://schemas.openxmlformats.org/officeDocument/2006/relationships/slide" Target="/ppt/slides/slide7.xml" Id="R5370b42f72b24e45" /><Relationship Type="http://schemas.openxmlformats.org/officeDocument/2006/relationships/slide" Target="/ppt/slides/slide8.xml" Id="R24532c7fa5f94e0f" /><Relationship Type="http://schemas.openxmlformats.org/officeDocument/2006/relationships/slide" Target="/ppt/slides/slide9.xml" Id="Rc008b84296794409" /><Relationship Type="http://schemas.openxmlformats.org/officeDocument/2006/relationships/slide" Target="/ppt/slides/slide10.xml" Id="R562c5ac544054e77" /><Relationship Type="http://schemas.openxmlformats.org/officeDocument/2006/relationships/slide" Target="/ppt/slides/slide11.xml" Id="Rf85f73ac71534b2b" /><Relationship Type="http://schemas.openxmlformats.org/officeDocument/2006/relationships/slide" Target="/ppt/slides/slide12.xml" Id="R9f74e514408f4381" /><Relationship Type="http://schemas.openxmlformats.org/officeDocument/2006/relationships/slide" Target="/ppt/slides/slide13.xml" Id="R0e2af48b29c745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6.xml" Id="Re4c80743279f4d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6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5902792fb74a7b" /><Relationship Type="http://schemas.openxmlformats.org/officeDocument/2006/relationships/notesMaster" Target="/ppt/notesMasters/notesMaster1.xml" Id="Ra94f60337d534a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a8ebf2d09f49c0" /><Relationship Type="http://schemas.openxmlformats.org/officeDocument/2006/relationships/notesMaster" Target="/ppt/notesMasters/notesMaster1.xml" Id="R21806d8032ea4a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b99bd3abd748e7" /><Relationship Type="http://schemas.openxmlformats.org/officeDocument/2006/relationships/notesMaster" Target="/ppt/notesMasters/notesMaster1.xml" Id="R7703c541f97d46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e9466e21aa412a" /><Relationship Type="http://schemas.openxmlformats.org/officeDocument/2006/relationships/notesMaster" Target="/ppt/notesMasters/notesMaster1.xml" Id="R47949c0200d044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02a75778f54b48" /><Relationship Type="http://schemas.openxmlformats.org/officeDocument/2006/relationships/notesMaster" Target="/ppt/notesMasters/notesMaster1.xml" Id="Rc2bda22d57ac42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7f12863aa74c80" /><Relationship Type="http://schemas.openxmlformats.org/officeDocument/2006/relationships/notesMaster" Target="/ppt/notesMasters/notesMaster1.xml" Id="Rd299f17790cc4c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37aabb6b104a69" /><Relationship Type="http://schemas.openxmlformats.org/officeDocument/2006/relationships/notesMaster" Target="/ppt/notesMasters/notesMaster1.xml" Id="R5c57d02e548f49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02bca7fbf8452e" /><Relationship Type="http://schemas.openxmlformats.org/officeDocument/2006/relationships/notesMaster" Target="/ppt/notesMasters/notesMaster1.xml" Id="Rf0dc233559ed4d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5038db64954281" /><Relationship Type="http://schemas.openxmlformats.org/officeDocument/2006/relationships/notesMaster" Target="/ppt/notesMasters/notesMaster1.xml" Id="Rfbee9401243a47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5c4b3ced3945f5" /><Relationship Type="http://schemas.openxmlformats.org/officeDocument/2006/relationships/notesMaster" Target="/ppt/notesMasters/notesMaster1.xml" Id="Re1032631c02a4b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0da8b16ec540ce" /><Relationship Type="http://schemas.openxmlformats.org/officeDocument/2006/relationships/notesMaster" Target="/ppt/notesMasters/notesMaster1.xml" Id="R15e6981d5800409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e911479c9fc4481" /><Relationship Type="http://schemas.openxmlformats.org/officeDocument/2006/relationships/notesMaster" Target="/ppt/notesMasters/notesMaster1.xml" Id="R999fc89e9d654d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07efc1e4104936" /><Relationship Type="http://schemas.openxmlformats.org/officeDocument/2006/relationships/notesMaster" Target="/ppt/notesMasters/notesMaster1.xml" Id="Rbbee2af8221d4e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01/13｜开场｜约35秒】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各位领导、各位老师，大家好，我是南京理工大学控制工程专业的张博。今天这份汇报不以某一项技术细节为主，而是从公司视角总结我在一个月夏令营中的参与过程、部门工作、代表性课题以及个人收获。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我希望通过这次汇报说明一件事：我不仅完成了学习计划，也开始尝试在真实工艺、安全和设备约束下，把控制知识转化为现场能够执行和继续验证的动作。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过渡：首先用一页概括，这一个月我的角色发生了怎样的变化。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User-provided internship narrative and confirmed source deck.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Cover visual retained from the user-provided source deck; explanatory/AI-assisted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02/13｜结果先行｜约40秒】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30天里，我经历了三次角色转变。第一阶段是活动参与者，通过安全教育、企业介绍、产业课程和交流活动建立公司认知；第二阶段是部门学习者，从产线、PLC、通信和机器人入手理解设备如何协同；第三阶段是课题参与者，在指导下完成单传感器双角检测动作单元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对我来说，最重要的结果不是学习项目的数量，而是形成了一条比较完整的路径：先理解现场，再连接系统，最后用动作和验证边界说明结果。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过渡：这条路径的起点，是夏令营提供的公司级视野。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User-provided summer-camp participation, department learning sequence and project status.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03/13｜参加活动情况｜约40秒】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夏令营从7月13日持续到8月12日，安排覆盖企业与安全、产业与技术、团队交流和成果输出。我参加了EHS教育、企业介绍、智能装备自动化课程、集成电路产业课程、人工智能趋势课程以及户外拓展和交流活动。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这些内容让我认识到，制造企业的竞争力不仅来自单项技术，还来自安全体系、工艺规范、设备能力、人才协作和持续改善的共同作用。这种公司级视野，为后续部门实践提供了判断背景。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过渡：进入部门后，这种视野被进一步收敛成一条具体的技术成长路径。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User-provided summer-camp schedule image embedded in the confirmed source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04/13｜部门工作路径｜约40秒】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部门实习计划分为五个阶段：现场认知、PLC与通信、机器人学习、课题实践以及总结输出。它并不是五项孤立的培训，而是一条前后递进的工作路径。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先理解产线和执行元件，才能看懂程序变量对应什么；理解PLC和通信，才能知道状态如何流动；理解机器人坐标系，才能安全、准确地修改动作。最终的课题实践，是前面各阶段共同支撑的结果。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过渡：沿着这条路径，我对部门工作的理解也从单台设备上升到整条控制链。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[Sources]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User-provided department internship plan image embedded in the confirmed source deck.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05/13｜部门工作理解｜约35秒】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在一场熟悉SUS合理化线、UV贴膜自动化线以及常见电气部品后，我逐步认识到，部门工作面对的不是彼此独立的设备，而是一条从感知、判断、通信到执行的控制链。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传感器提供状态，PLC和程序完成判断，工业网络传递信息，机构与机器人执行动作。一个局部修改是否合理，必须放回整条链中判断它对上游条件、下游工艺和安全边界的影响。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过渡：在这条控制链中，我参与的代表性课题位于取膜、检测、贴合和加压之间。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User-provided department and production-line observation content.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Production-line visual retained from the user-provided source deck; explanatory/AI-assisted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06/13｜参加课题情况｜约45秒】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我参与的代表性课题，是机械臂双角检测动作改造。生产流程中，取膜机通过激光测距和吸嘴完成取膜、抖动与放膜，机械臂随后取膜并判断是否为单张，再进入贴合和加压。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只检测一个角，提供的是局部信息。我的任务是在指导下、不新增激光传感器、不改变原主流程的条件下，通过调整机器人运动，让膜材两个角依次经过同一个固定检测点，并完成关键点定位、低速调试和流程衔接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过渡：这个课题的核心方案，可以用P0、P1、P0、P2四个位置说明。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[Sources]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User-provided production process, assigned project and engineering constraints.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Process schematic retained from the user-provided source deck; explanatory/AI-assisted image, not a site photograph.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07/13｜个人工作内容｜约45秒】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方案使用同一个固定激光检测点。机械臂在P0取膜后移动到P1，使膜材左上角经过检测点；随后回到P0，再移动到P2，使右上角经过同一检测点。P1和P2不是两个传感器，而是膜材相对同一传感器的两个检测姿态。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我在这项工作中的主要参与内容，是理解原动作、确认P0/P1/P2含义、低速移动机器人完成点位和姿态确认，并将新动作与原后续流程衔接。方案复用了传感器和主流程，变化集中在机器人路径。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过渡：下一页用一张图和现场视频位置展示动作实际如何运行。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[Sources]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User-provided original and target motion sequence using one fixed laser sensor.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08/13｜动作实现证据｜约35秒】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这一页只需要关注一个固定检测点：传感器不动，移动的是膜材。P0是共同中间位置，P1和P2分别让两个角经过相同检测基准。这样既便于逐段低速确认，也便于重复运行时保持路径一致。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如果现场规定允许，我会在这里播放10到15秒实际动作视频。视频的作用不是展示机器人会移动，而是证明图中的位置定义、动作顺序和现场执行能够对应起来。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过渡：动作实现之后，更重要的是准确判断成果已经到达哪一步。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[Sources]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User-provided corrected P0-P1-P0-P2 motion definition.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Motion visual retained from the user-provided source deck; explanatory/AI-assisted image. Actual evidence should use the user-recorded site video.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09/13｜成果与边界｜约40秒】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目前已经完成双角检测动作序列、P0/P1/P2关键点位定位、与原后续动作衔接，并进行了连续多次运行观察。这说明动作单元已经从概念进入现场执行。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同时我也认识到，动作跑通不等于工程闭环。下一步仍需扩大单张和多张样本覆盖，记录异常、报警和流程中断，并用节拍影响、运行次数和成功率等数据判断稳定性。主动说明边界，不是弱化成果，而是对结果负责。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过渡：能够较快进入这项课题，既来自已有基础，也来自对现场约束的重新学习。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t>[Sources]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User-provided commissioning sequence, completed items and next validation needs.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10/13｜能力迁移｜约40秒】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本科PLC毕业设计帮助我快速恢复梯形图和顺序控制；硕士期间参与八电机协同控制项目，帮助我理解多执行器协同与通信；惯性导航研究则帮助我理解坐标变换和姿态表达。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些经历缩短了知识上手时间，但不能替代现场学习。真正决定方案的是现场工艺、安全规范、设备边界和调试方法。对我而言，能力迁移不是把学校方案直接搬到产线，而是更快理解问题，再在现场约束下形成可验证的方案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过渡：这次活动最终沉淀下来的，是三种比单项指令更重要的工作方法。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[Sources]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User-provided undergraduate project, national-level project participation and inertial-navigation research background.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11/13｜活动收获感想｜约40秒】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次活动最重要的收获可以概括为三点。第一是工程意识：现场调试必须先安全、再动作、后速度；第二是系统视角：一个指令背后连接着传感器、PLC、网络、机构和工艺；第三是验证习惯：成果不能只靠一次演示，而要用边界、样本和数据定义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这三点让我从关注‘我有没有完成任务’，进一步转向关注‘结果是否安全、是否稳定、是否能够被团队复用’。这是我认为最有价值的角色变化。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过渡：如果有机会继续在村田发展，我希望把这三种方法转化为更具体的现场价值。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User-provided internship reflections and confirmed project experience.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12/13｜岗位匹配与后续计划｜约40秒】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认为自己与自动化和控制相关岗位的匹配点主要有三项：已有技术基础和学习能力，可以缩短新设备上手时间；能够从感知、控制、通信和执行理解系统，有助于定位跨设备问题；愿意明确验证边界并记录数据，有助于把改善结果变得可量化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如果有机会继续留在村田，我希望从完成动作进一步走向稳定设备、改善节拍和沉淀标准，逐步成长为能够理解现场、连接系统并推动改善的控制工程人才。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过渡：最后，用一句话总结这一个月，也表达我对未来的期待。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[Sources]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t>- Synthesis based on the user-provided internship work, academic background and stated future direction.</a:t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【演讲词 13/13｜结尾｜约30秒】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回顾这一个月，我完成了从活动参与者、部门学习者到课题参与者的变化，也更加确认自己希望在智能制造和自动化控制方向长期发展的选择。</a:t>
            </a:r>
          </a:p>
          <a:p xmlns:a="http://schemas.openxmlformats.org/drawingml/2006/main">
            <a:r>
              <a:t/>
            </a:r>
            <a:endParaRPr sz="120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感谢公司提供这次机会，感谢夏令营团队的组织，也感谢部门各位老师和前辈的指导。夏令营即将结束，但我希望把这里形成的工程意识、系统视角和验证习惯带入下一阶段，继续把控制工程能力转化为现场价值。谢谢大家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收束：汇报结束，进入提问与交流。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User-provided internship reflection and future direction.</a:t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- Closing visual retained from the user-provided source deck; explanatory/AI-assisted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29ed10471a415f" /><Relationship Type="http://schemas.openxmlformats.org/officeDocument/2006/relationships/image" Target="/ppt/media/image.png" Id="R025fa640730442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b9c20e521f40aa" /><Relationship Type="http://schemas.openxmlformats.org/officeDocument/2006/relationships/image" Target="/ppt/media/image2.png" Id="R44dea5bdda50470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15680eb02145c5" /><Relationship Type="http://schemas.openxmlformats.org/officeDocument/2006/relationships/image" Target="/ppt/media/image3.png" Id="Ra6481a48db2c4a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1619924ee8447c" /><Relationship Type="http://schemas.openxmlformats.org/officeDocument/2006/relationships/image" Target="/ppt/media/image4.png" Id="R49573d08e6c242d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82aa860ad94f45" /><Relationship Type="http://schemas.openxmlformats.org/officeDocument/2006/relationships/image" Target="/ppt/media/image5.png" Id="R514a403e2546435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ac905ac4f841d3" /><Relationship Type="http://schemas.openxmlformats.org/officeDocument/2006/relationships/image" Target="/ppt/media/image6.png" Id="R4b82c38188e9473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72a0eeaf64cd8" /><Relationship Type="http://schemas.openxmlformats.org/officeDocument/2006/relationships/image" Target="/ppt/media/image7.png" Id="R3afff3125b2a4b6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7eb7e19fbe44d7" /><Relationship Type="http://schemas.openxmlformats.org/officeDocument/2006/relationships/image" Target="/ppt/media/image8.png" Id="R303cf5d9015c46a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20987c96e1487a" /><Relationship Type="http://schemas.openxmlformats.org/officeDocument/2006/relationships/image" Target="/ppt/media/image9.png" Id="R094399893fad461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a4568e3974619" /><Relationship Type="http://schemas.openxmlformats.org/officeDocument/2006/relationships/image" Target="/ppt/media/image10.png" Id="R97beae2c9d794eb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f26576ed0c45bb" /><Relationship Type="http://schemas.openxmlformats.org/officeDocument/2006/relationships/image" Target="/ppt/media/image11.png" Id="Rb76929fb40be48b7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cf0dccdcc94c03" /><Relationship Type="http://schemas.openxmlformats.org/officeDocument/2006/relationships/image" Target="/ppt/media/image12.png" Id="R860cdc97e46c40b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5c38d69af42e7" /><Relationship Type="http://schemas.openxmlformats.org/officeDocument/2006/relationships/image" Target="/ppt/media/image13.png" Id="R53720ad39ff04ed3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f806e312f24d28" /><Relationship Type="http://schemas.openxmlformats.org/officeDocument/2006/relationships/image" Target="/ppt/media/image14.png" Id="R7233e981600c4a6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dbc1b29684cbd" /><Relationship Type="http://schemas.openxmlformats.org/officeDocument/2006/relationships/image" Target="/ppt/media/image15.png" Id="R30cddc15b67744d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3439570e7d479e" /><Relationship Type="http://schemas.openxmlformats.org/officeDocument/2006/relationships/image" Target="/ppt/media/image16.png" Id="Raf5f0d89af744c42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5947e13d9e4ed9" /><Relationship Type="http://schemas.openxmlformats.org/officeDocument/2006/relationships/image" Target="/ppt/media/image17.png" Id="R382165caff144d63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f8b9cd0d774158" /><Relationship Type="http://schemas.openxmlformats.org/officeDocument/2006/relationships/image" Target="/ppt/media/image18.png" Id="Rd16bd792ecad4a90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80a53b5ec4487d" /><Relationship Type="http://schemas.openxmlformats.org/officeDocument/2006/relationships/image" Target="/ppt/media/image19.png" Id="R124337d900544d4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48554319624c9e" /><Relationship Type="http://schemas.openxmlformats.org/officeDocument/2006/relationships/image" Target="/ppt/media/image20.png" Id="R163f095cd4de4acc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f22216aff564008" /><Relationship Type="http://schemas.openxmlformats.org/officeDocument/2006/relationships/image" Target="/ppt/media/image.png" Id="R5fcce2684b5d4195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f45ef5edc954710" /><Relationship Type="http://schemas.openxmlformats.org/officeDocument/2006/relationships/image" Target="/ppt/media/image2.png" Id="Reec1cb3c438d4f5b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c0f3d36613f4330" /><Relationship Type="http://schemas.openxmlformats.org/officeDocument/2006/relationships/image" Target="/ppt/media/image3.png" Id="Rb5aafaeae0dd4bfe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3698ea423e74abd" /><Relationship Type="http://schemas.openxmlformats.org/officeDocument/2006/relationships/image" Target="/ppt/media/image4.png" Id="R2fc5767d671a4164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0c5e58c81504dc8" /><Relationship Type="http://schemas.openxmlformats.org/officeDocument/2006/relationships/image" Target="/ppt/media/image5.png" Id="R81b1766cf3dd43aa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6ea8e5f28ad4acb" /><Relationship Type="http://schemas.openxmlformats.org/officeDocument/2006/relationships/image" Target="/ppt/media/image6.png" Id="R307f9a41a27642c3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98a683dc52b4bda" /><Relationship Type="http://schemas.openxmlformats.org/officeDocument/2006/relationships/image" Target="/ppt/media/image7.png" Id="Rd44e56889f464be8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98bcaa1697d4b53" /><Relationship Type="http://schemas.openxmlformats.org/officeDocument/2006/relationships/image" Target="/ppt/media/image8.png" Id="R39789f2a3d90468a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b70888f502442c7" /><Relationship Type="http://schemas.openxmlformats.org/officeDocument/2006/relationships/image" Target="/ppt/media/image9.png" Id="Rc3bb90b0fe654969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c83bdc96264472c" /><Relationship Type="http://schemas.openxmlformats.org/officeDocument/2006/relationships/image" Target="/ppt/media/image10.png" Id="Rfc2d76a8148e4764" /></Relationships>
</file>

<file path=ppt/slideLayouts/_rels/slideLayout3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59b28e469944520" /><Relationship Type="http://schemas.openxmlformats.org/officeDocument/2006/relationships/image" Target="/ppt/media/image11.png" Id="R9213965d07fd4f4e" /></Relationships>
</file>

<file path=ppt/slideLayouts/_rels/slideLayout3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70df2bdf8774203" /><Relationship Type="http://schemas.openxmlformats.org/officeDocument/2006/relationships/image" Target="/ppt/media/image12.png" Id="R04eb07e0ee7b4557" /></Relationships>
</file>

<file path=ppt/slideLayouts/_rels/slideLayout3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1ba91dedbd043f5" /><Relationship Type="http://schemas.openxmlformats.org/officeDocument/2006/relationships/image" Target="/ppt/media/image13.png" Id="R421d5c13d3ed4566" /></Relationships>
</file>

<file path=ppt/slideLayouts/_rels/slideLayout3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b97fc739e3040f2" /><Relationship Type="http://schemas.openxmlformats.org/officeDocument/2006/relationships/image" Target="/ppt/media/image14.png" Id="Re944718e8847493e" /></Relationships>
</file>

<file path=ppt/slideLayouts/_rels/slideLayout3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19590b0d854aec" /><Relationship Type="http://schemas.openxmlformats.org/officeDocument/2006/relationships/image" Target="/ppt/media/image15.png" Id="Ra82d9cf32b804f53" /></Relationships>
</file>

<file path=ppt/slideLayouts/_rels/slideLayout3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3f78f33b3b64052" /><Relationship Type="http://schemas.openxmlformats.org/officeDocument/2006/relationships/image" Target="/ppt/media/image16.png" Id="Rc990544563864ebf" /></Relationships>
</file>

<file path=ppt/slideLayouts/_rels/slideLayout3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fa036f05ea24307" /><Relationship Type="http://schemas.openxmlformats.org/officeDocument/2006/relationships/image" Target="/ppt/media/image17.png" Id="R19bec831d0a8423d" /></Relationships>
</file>

<file path=ppt/slideLayouts/_rels/slideLayout3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d9e7e7bb1fe4e49" /><Relationship Type="http://schemas.openxmlformats.org/officeDocument/2006/relationships/image" Target="/ppt/media/image18.png" Id="Rd01452fd289644c6" /></Relationships>
</file>

<file path=ppt/slideLayouts/_rels/slideLayout3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6b37b379da94c81" /><Relationship Type="http://schemas.openxmlformats.org/officeDocument/2006/relationships/image" Target="/ppt/media/image19.png" Id="R5ab9b21a16f74748" /></Relationships>
</file>

<file path=ppt/slideLayouts/_rels/slideLayout4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6c482988d1d4962" /><Relationship Type="http://schemas.openxmlformats.org/officeDocument/2006/relationships/image" Target="/ppt/media/image20.png" Id="R55e85e5262d649ab" /></Relationships>
</file>

<file path=ppt/slideLayouts/_rels/slideLayout41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10262feea2204e42" /><Relationship Type="http://schemas.openxmlformats.org/officeDocument/2006/relationships/image" Target="/ppt/media/image.png" Id="Rea6b2d743e5b412e" /></Relationships>
</file>

<file path=ppt/slideLayouts/_rels/slideLayout42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870b5935c2a34c46" /><Relationship Type="http://schemas.openxmlformats.org/officeDocument/2006/relationships/image" Target="/ppt/media/image2.png" Id="R3482d2f144cd4957" /></Relationships>
</file>

<file path=ppt/slideLayouts/_rels/slideLayout43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d91223d77e724db3" /><Relationship Type="http://schemas.openxmlformats.org/officeDocument/2006/relationships/image" Target="/ppt/media/image3.png" Id="Re11e51ce817a4a4a" /></Relationships>
</file>

<file path=ppt/slideLayouts/_rels/slideLayout4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7acf8897881e435d" /><Relationship Type="http://schemas.openxmlformats.org/officeDocument/2006/relationships/image" Target="/ppt/media/image4.png" Id="Rbd5687af008a4e70" /></Relationships>
</file>

<file path=ppt/slideLayouts/_rels/slideLayout4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82bef7b50dff4883" /><Relationship Type="http://schemas.openxmlformats.org/officeDocument/2006/relationships/image" Target="/ppt/media/image5.png" Id="R45d3f50ec50b451b" /></Relationships>
</file>

<file path=ppt/slideLayouts/_rels/slideLayout46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8160f56f4b594cdd" /><Relationship Type="http://schemas.openxmlformats.org/officeDocument/2006/relationships/image" Target="/ppt/media/image6.png" Id="Rc9bdc80a51ff4e2a" /></Relationships>
</file>

<file path=ppt/slideLayouts/_rels/slideLayout47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880e5f8f0ed74250" /><Relationship Type="http://schemas.openxmlformats.org/officeDocument/2006/relationships/image" Target="/ppt/media/image7.png" Id="Ra4396bb476aa4bd0" /></Relationships>
</file>

<file path=ppt/slideLayouts/_rels/slideLayout48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68242e8198ba4b53" /><Relationship Type="http://schemas.openxmlformats.org/officeDocument/2006/relationships/image" Target="/ppt/media/image8.png" Id="R9ef443d7489a44e6" /></Relationships>
</file>

<file path=ppt/slideLayouts/_rels/slideLayout49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a76647a8c7ce4747" /><Relationship Type="http://schemas.openxmlformats.org/officeDocument/2006/relationships/image" Target="/ppt/media/image9.png" Id="R43827221226b4f36" /></Relationships>
</file>

<file path=ppt/slideLayouts/_rels/slideLayout50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26ff6795387f4a5d" /><Relationship Type="http://schemas.openxmlformats.org/officeDocument/2006/relationships/image" Target="/ppt/media/image10.png" Id="Rd5fa4be035b24725" /></Relationships>
</file>

<file path=ppt/slideLayouts/_rels/slideLayout51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2cd412a8cfea4851" /><Relationship Type="http://schemas.openxmlformats.org/officeDocument/2006/relationships/image" Target="/ppt/media/image11.png" Id="R09dfe58106de44f0" /></Relationships>
</file>

<file path=ppt/slideLayouts/_rels/slideLayout52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bc133bbb9947487c" /><Relationship Type="http://schemas.openxmlformats.org/officeDocument/2006/relationships/image" Target="/ppt/media/image12.png" Id="Rb224624e377a41af" /></Relationships>
</file>

<file path=ppt/slideLayouts/_rels/slideLayout53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b1fbc3762b5d4310" /><Relationship Type="http://schemas.openxmlformats.org/officeDocument/2006/relationships/image" Target="/ppt/media/image13.png" Id="R839785852f994b6d" /></Relationships>
</file>

<file path=ppt/slideLayouts/_rels/slideLayout5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fe5caa73266343c7" /><Relationship Type="http://schemas.openxmlformats.org/officeDocument/2006/relationships/image" Target="/ppt/media/image14.png" Id="R424a6866732743c2" /></Relationships>
</file>

<file path=ppt/slideLayouts/_rels/slideLayout5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30307f328bd14cb0" /><Relationship Type="http://schemas.openxmlformats.org/officeDocument/2006/relationships/image" Target="/ppt/media/image15.png" Id="Ra3a14fb0adb74252" /></Relationships>
</file>

<file path=ppt/slideLayouts/_rels/slideLayout56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2d0bcae21bd544e2" /><Relationship Type="http://schemas.openxmlformats.org/officeDocument/2006/relationships/image" Target="/ppt/media/image16.png" Id="R27acb1cb79cf416f" /></Relationships>
</file>

<file path=ppt/slideLayouts/_rels/slideLayout57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adb65eff623e4a99" /><Relationship Type="http://schemas.openxmlformats.org/officeDocument/2006/relationships/image" Target="/ppt/media/image17.png" Id="R57c6f8ce75304948" /></Relationships>
</file>

<file path=ppt/slideLayouts/_rels/slideLayout58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cd61c799ae6b44db" /><Relationship Type="http://schemas.openxmlformats.org/officeDocument/2006/relationships/image" Target="/ppt/media/image18.png" Id="R394b3d9ca278488e" /></Relationships>
</file>

<file path=ppt/slideLayouts/_rels/slideLayout59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65df51b3062740db" /><Relationship Type="http://schemas.openxmlformats.org/officeDocument/2006/relationships/image" Target="/ppt/media/image19.png" Id="R3083668391cd4427" /></Relationships>
</file>

<file path=ppt/slideLayouts/_rels/slideLayout60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c373d6832dbf4614" /><Relationship Type="http://schemas.openxmlformats.org/officeDocument/2006/relationships/image" Target="/ppt/media/image20.png" Id="Raab64c668a844b33" /></Relationships>
</file>

<file path=ppt/slideLayouts/_rels/slideLayout61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ac5c6b6830274684" /><Relationship Type="http://schemas.openxmlformats.org/officeDocument/2006/relationships/image" Target="/ppt/media/image.png" Id="R64a9cb19dc50464d" /></Relationships>
</file>

<file path=ppt/slideLayouts/_rels/slideLayout62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d3430765bf294e72" /><Relationship Type="http://schemas.openxmlformats.org/officeDocument/2006/relationships/image" Target="/ppt/media/image2.png" Id="R012489d777b745d5" /></Relationships>
</file>

<file path=ppt/slideLayouts/_rels/slideLayout63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050cd774bb3f4224" /><Relationship Type="http://schemas.openxmlformats.org/officeDocument/2006/relationships/image" Target="/ppt/media/image3.png" Id="R75c5741dc4e04091" /></Relationships>
</file>

<file path=ppt/slideLayouts/_rels/slideLayout64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5fba6f682df849f2" /><Relationship Type="http://schemas.openxmlformats.org/officeDocument/2006/relationships/image" Target="/ppt/media/image4.png" Id="R4c21c303da2346c8" /></Relationships>
</file>

<file path=ppt/slideLayouts/_rels/slideLayout65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8176de10c3f240f2" /><Relationship Type="http://schemas.openxmlformats.org/officeDocument/2006/relationships/image" Target="/ppt/media/image5.png" Id="R204d5349adbb41a6" /></Relationships>
</file>

<file path=ppt/slideLayouts/_rels/slideLayout66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144ee1213d6f4e49" /><Relationship Type="http://schemas.openxmlformats.org/officeDocument/2006/relationships/image" Target="/ppt/media/image6.png" Id="R420144b1f80a4057" /></Relationships>
</file>

<file path=ppt/slideLayouts/_rels/slideLayout67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04aeecaa23264db1" /><Relationship Type="http://schemas.openxmlformats.org/officeDocument/2006/relationships/image" Target="/ppt/media/image7.png" Id="R5fc2609453604af1" /></Relationships>
</file>

<file path=ppt/slideLayouts/_rels/slideLayout68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6df5aa8bf01d4306" /><Relationship Type="http://schemas.openxmlformats.org/officeDocument/2006/relationships/image" Target="/ppt/media/image8.png" Id="Ra8233079248a40f3" /></Relationships>
</file>

<file path=ppt/slideLayouts/_rels/slideLayout69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9d70928e45f2494d" /><Relationship Type="http://schemas.openxmlformats.org/officeDocument/2006/relationships/image" Target="/ppt/media/image9.png" Id="Rf52ebd889d844407" /></Relationships>
</file>

<file path=ppt/slideLayouts/_rels/slideLayout70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d1b20675fbb545eb" /><Relationship Type="http://schemas.openxmlformats.org/officeDocument/2006/relationships/image" Target="/ppt/media/image10.png" Id="Re85ec4a751954a2c" /></Relationships>
</file>

<file path=ppt/slideLayouts/_rels/slideLayout71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d43deb2434484a47" /><Relationship Type="http://schemas.openxmlformats.org/officeDocument/2006/relationships/image" Target="/ppt/media/image11.png" Id="R2d655d3e02284a18" /></Relationships>
</file>

<file path=ppt/slideLayouts/_rels/slideLayout72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40f4bf3cb4394ec3" /><Relationship Type="http://schemas.openxmlformats.org/officeDocument/2006/relationships/image" Target="/ppt/media/image12.png" Id="R1ad528b1a337495b" /></Relationships>
</file>

<file path=ppt/slideLayouts/_rels/slideLayout73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8c7b51f18500453a" /><Relationship Type="http://schemas.openxmlformats.org/officeDocument/2006/relationships/image" Target="/ppt/media/image13.png" Id="Rad5575edc69042dd" /></Relationships>
</file>

<file path=ppt/slideLayouts/_rels/slideLayout74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fb36e6df275f4e8d" /><Relationship Type="http://schemas.openxmlformats.org/officeDocument/2006/relationships/image" Target="/ppt/media/image14.png" Id="Rc43bb55a97ce4c5b" /></Relationships>
</file>

<file path=ppt/slideLayouts/_rels/slideLayout75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57867b0bddb241dc" /><Relationship Type="http://schemas.openxmlformats.org/officeDocument/2006/relationships/image" Target="/ppt/media/image15.png" Id="Rbd1bc4f092f34238" /></Relationships>
</file>

<file path=ppt/slideLayouts/_rels/slideLayout76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769bd0e42ef947bc" /><Relationship Type="http://schemas.openxmlformats.org/officeDocument/2006/relationships/image" Target="/ppt/media/image16.png" Id="R143e5911e8a046a0" /></Relationships>
</file>

<file path=ppt/slideLayouts/_rels/slideLayout77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0a17d4f59d9e4e67" /><Relationship Type="http://schemas.openxmlformats.org/officeDocument/2006/relationships/image" Target="/ppt/media/image17.png" Id="R58c5e0f8b6974211" /></Relationships>
</file>

<file path=ppt/slideLayouts/_rels/slideLayout78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d9941f06876f42e1" /><Relationship Type="http://schemas.openxmlformats.org/officeDocument/2006/relationships/image" Target="/ppt/media/image18.png" Id="R603e392649e0405b" /></Relationships>
</file>

<file path=ppt/slideLayouts/_rels/slideLayout79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7ca5619dd7bf4a27" /><Relationship Type="http://schemas.openxmlformats.org/officeDocument/2006/relationships/image" Target="/ppt/media/image19.png" Id="R0c28107dce764f91" /></Relationships>
</file>

<file path=ppt/slideLayouts/_rels/slideLayout80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154b1180bca744b8" /><Relationship Type="http://schemas.openxmlformats.org/officeDocument/2006/relationships/image" Target="/ppt/media/image20.png" Id="R0443f1c5d0354b8e" /></Relationships>
</file>

<file path=ppt/slideLayouts/slideLayout1.xml><?xml version="1.0" encoding="utf-8"?>
<p:sldLayout xmlns:p="http://schemas.openxmlformats.org/presentationml/2006/main" preserve="1" userDrawn="1">
  <p:cSld name="Title Slide1">
    <p:bg>
      <p:bgPr>
        <a:blipFill xmlns:a="http://schemas.openxmlformats.org/drawingml/2006/main" rotWithShape="1">
          <a:blip xmlns:r="http://schemas.openxmlformats.org/officeDocument/2006/relationships" r:embed="R025fa6407304428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図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83F422D9-218F-4DEE-A31F-C39D2F00675D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0" y="-2"/>
            <a:ext cx="3359696" cy="5209200"/>
          </a:xfrm>
          <a:custGeom xmlns:a="http://schemas.openxmlformats.org/drawingml/2006/main"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4C6FA72-5044-4625-B0A1-4EAA6F648FB2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4140000" y="3528000"/>
            <a:ext cx="733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FB13C45C-8897-4EA3-BB83-DE07D340D84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140000" y="1260000"/>
            <a:ext cx="733200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94CDCFD-B975-4751-99B8-09FA1E4D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Slide2">
    <p:bg>
      <p:bgPr>
        <a:blipFill xmlns:a="http://schemas.openxmlformats.org/drawingml/2006/main" rotWithShape="1">
          <a:blip xmlns:r="http://schemas.openxmlformats.org/officeDocument/2006/relationships" r:embed="R44dea5bdda50470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44EA38A-A199-4A85-9F82-CA80FF42A801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5879976" y="3708000"/>
            <a:ext cx="5592024" cy="972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3758DA18-CABE-4649-B29E-0E4EE465473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879976" y="1440000"/>
            <a:ext cx="5592024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B86C763-08F7-4848-A913-79675559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12" name="図プレースホルダー 11">
            <a:extLst xmlns:a="http://schemas.openxmlformats.org/drawingml/2006/main">
              <a:ext uri="{FF2B5EF4-FFF2-40B4-BE49-F238E27FC236}">
                <a16:creationId xmlns:a16="http://schemas.microsoft.com/office/drawing/2014/main" id="{B5CB17F4-9979-4B13-BB8F-E7C503B3B0C9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0" y="-2383"/>
            <a:ext cx="5152698" cy="6865651"/>
          </a:xfrm>
          <a:custGeom xmlns:a="http://schemas.openxmlformats.org/drawingml/2006/main"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itle Slide3">
    <p:bg>
      <p:bgPr>
        <a:blipFill xmlns:a="http://schemas.openxmlformats.org/drawingml/2006/main" rotWithShape="1">
          <a:blip xmlns:r="http://schemas.openxmlformats.org/officeDocument/2006/relationships" r:embed="Ra6481a48db2c4a2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218A10E-23A9-4F38-AAC4-4294A3685A32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720000" y="3204000"/>
            <a:ext cx="1075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A17841A9-CD92-44A9-8B95-737A579B6F7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1620000"/>
            <a:ext cx="10776600" cy="1224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CA80842-6648-49F6-B79C-968FCD41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1_Contents Slide (Red)">
    <p:bg>
      <p:bgPr>
        <a:blipFill xmlns:a="http://schemas.openxmlformats.org/drawingml/2006/main" rotWithShape="1">
          <a:blip xmlns:r="http://schemas.openxmlformats.org/officeDocument/2006/relationships" r:embed="R49573d08e6c242d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1F723F53-2A13-47C2-A1FB-74BF3053874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27686269-B1FC-4A25-9F3F-7E2A707D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E8CAEC40-8DDE-4285-BAF1-D61C2DC5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688F005B-80C8-4714-BB05-9BCC41C6054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2_Contents Slide (Grey)">
    <p:bg>
      <p:bgPr>
        <a:blipFill xmlns:a="http://schemas.openxmlformats.org/drawingml/2006/main" rotWithShape="1">
          <a:blip xmlns:r="http://schemas.openxmlformats.org/officeDocument/2006/relationships" r:embed="R514a403e2546435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B85596F4-569E-4F50-864E-E627C2FD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C0E09A92-9989-401B-B787-248EB0E2BEBF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8F44A177-6392-43CB-96BA-9AFC2FAE530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8EA17C15-308D-4976-BB40-785D0A75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3_Contents Slide (Yellow)">
    <p:bg>
      <p:bgPr>
        <a:blipFill xmlns:a="http://schemas.openxmlformats.org/drawingml/2006/main" rotWithShape="1">
          <a:blip xmlns:r="http://schemas.openxmlformats.org/officeDocument/2006/relationships" r:embed="R4b82c38188e9473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D5703584-43CB-40AB-9BEB-E6D4498F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0D98D45E-DE2F-4E14-8A5B-9BF3C447D057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D6D82D5E-B5CD-4CB7-A15B-0501B8402AB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63B116C6-BB57-4009-93C0-7EDCBF3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4_Contents Slide (Purple)">
    <p:bg>
      <p:bgPr>
        <a:blipFill xmlns:a="http://schemas.openxmlformats.org/drawingml/2006/main" rotWithShape="1">
          <a:blip xmlns:r="http://schemas.openxmlformats.org/officeDocument/2006/relationships" r:embed="R3afff3125b2a4b6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5D8CD4CA-0307-4B88-8B88-F30B11BA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F222E49E-BB12-4C1F-B43D-D9DEFA5E028C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2AA8AA1B-10BC-44A0-9737-47B35861AEC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397DABEE-98C3-469B-9F56-E8B43D94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5_Contents Slide (Blue)">
    <p:bg>
      <p:bgPr>
        <a:blipFill xmlns:a="http://schemas.openxmlformats.org/drawingml/2006/main" rotWithShape="1">
          <a:blip xmlns:r="http://schemas.openxmlformats.org/officeDocument/2006/relationships" r:embed="R303cf5d9015c46a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CFC6442C-10E7-47E1-BC3B-599EF858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2BA0583E-CC02-4EEF-A1F9-BC24E31ECEC6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14FA603E-5A15-40BF-970A-E72CD694EA0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18788025-CBD2-4395-A609-A1669844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userDrawn="1">
  <p:cSld name="6_Contents Slide (Orange)">
    <p:bg>
      <p:bgPr>
        <a:blipFill xmlns:a="http://schemas.openxmlformats.org/drawingml/2006/main" rotWithShape="1">
          <a:blip xmlns:r="http://schemas.openxmlformats.org/officeDocument/2006/relationships" r:embed="R094399893fad461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7EE3D772-11B4-48CA-A4DB-BD6F1808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34FB35C5-9602-4684-A6D0-73A16918DA4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5C395BE5-66E6-4240-8F1D-C6DBBA4CEF3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C03106F0-9741-4043-8813-9EE1135D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7_Contents Slide (Green)">
    <p:bg>
      <p:bgPr>
        <a:blipFill xmlns:a="http://schemas.openxmlformats.org/drawingml/2006/main" rotWithShape="1">
          <a:blip xmlns:r="http://schemas.openxmlformats.org/officeDocument/2006/relationships" r:embed="R97beae2c9d794eb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3F00181D-3CB2-451C-B1D9-4550A823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8B0E12CB-DBE3-4DDC-88C3-DEC139AC976E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AD6B13E2-386E-450B-A973-884892F0AA2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FCF20D3-5637-4F0C-BE9D-972E3A69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Blank Slide">
    <p:bg>
      <p:bgPr>
        <a:blipFill xmlns:a="http://schemas.openxmlformats.org/drawingml/2006/main" rotWithShape="1">
          <a:blip xmlns:r="http://schemas.openxmlformats.org/officeDocument/2006/relationships" r:embed="Rb76929fb40be48b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図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71144C94-D547-4DF6-AF6B-F207786DE6A6}"/>
              </a:ext>
            </a:extLst>
          </p:cNvPr>
          <p:cNvSpPr>
            <a:spLocks xmlns:a="http://schemas.openxmlformats.org/drawingml/2006/main" noGrp="1"/>
          </p:cNvSpPr>
          <p:nvPr>
            <p:ph type="pic" idx="12" hasCustomPrompt="1"/>
          </p:nvPr>
        </p:nvSpPr>
        <p:spPr>
          <a:xfrm xmlns:a="http://schemas.openxmlformats.org/drawingml/2006/main">
            <a:off x="0" y="0"/>
            <a:ext cx="12192000" cy="6426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6A40B24F-ADE3-4B32-BD96-CB1B55C1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0E69CF0-DC65-45ED-BE74-79C48727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1_Divider Slide (Red)">
    <p:bg>
      <p:bgPr>
        <a:blipFill xmlns:a="http://schemas.openxmlformats.org/drawingml/2006/main" rotWithShape="1">
          <a:blip xmlns:r="http://schemas.openxmlformats.org/officeDocument/2006/relationships" r:embed="R860cdc97e46c40b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D2F9DEC7-DF53-4708-BB76-6F991AEF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018198C-C8FE-42FF-82C2-7E696013A086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6BB9F988-861A-4E58-9F3D-A2A2F6729632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13A55EA3-7418-4981-9D19-791203DD049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204C470-54BA-4E33-9BEF-CEFD2854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2_Divider Slide (Grey)">
    <p:bg>
      <p:bgPr>
        <a:blipFill xmlns:a="http://schemas.openxmlformats.org/drawingml/2006/main" rotWithShape="1">
          <a:blip xmlns:r="http://schemas.openxmlformats.org/officeDocument/2006/relationships" r:embed="R53720ad39ff04ed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D90EAA9B-A483-4429-A084-C004FF32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1547A460-D598-4995-8053-88D0299A2C6D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8AA6751F-FA2B-4139-8BFC-A38FB18FA721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0736A460-523B-42B2-9674-FF7A8E482EA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0070EEBB-BCA5-461E-B1AF-20E25F8C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3_Divider Slide (Yellow)">
    <p:bg>
      <p:bgPr>
        <a:blipFill xmlns:a="http://schemas.openxmlformats.org/drawingml/2006/main" rotWithShape="1">
          <a:blip xmlns:r="http://schemas.openxmlformats.org/officeDocument/2006/relationships" r:embed="R7233e981600c4a6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26B461EA-B568-44EF-B2F2-C9A21FE7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973A119-04A7-4BA0-996B-E0B71F298426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0B3DB25D-C639-4184-9A32-8B959407B045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64B9FF78-8185-4146-AD7A-1808BDD6294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8A540DB-F236-4A01-A0D3-36220C3A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4_Divider Slide (Purple)">
    <p:bg>
      <p:bgPr>
        <a:blipFill xmlns:a="http://schemas.openxmlformats.org/drawingml/2006/main" rotWithShape="1">
          <a:blip xmlns:r="http://schemas.openxmlformats.org/officeDocument/2006/relationships" r:embed="R30cddc15b67744d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D4088D11-A2BC-415F-9419-27815770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13A760E6-8E4F-45A4-BBF9-C13C839DA31E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88F22826-21ED-4F6C-B125-CFAC7A6FBD08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01017C51-48A8-4125-9C4A-1C09A86FE9D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1ACEEF61-F04F-41C0-9858-A8355528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5_Divider Slide (Blue)">
    <p:bg>
      <p:bgPr>
        <a:blipFill xmlns:a="http://schemas.openxmlformats.org/drawingml/2006/main" rotWithShape="1">
          <a:blip xmlns:r="http://schemas.openxmlformats.org/officeDocument/2006/relationships" r:embed="Raf5f0d89af744c4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50C5EB21-CB0B-4646-A41C-F84B939A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DA77FBE4-492F-4865-A6E4-C9DA07B4709E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97C1D8D9-2F1B-48AC-AA4E-30A36C2BCE0B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B7820738-A459-4F58-917F-E9E462700A4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C5F7A91B-6C89-49A3-97BA-097F2B8F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6_Divider Slide (Orange)">
    <p:bg>
      <p:bgPr>
        <a:blipFill xmlns:a="http://schemas.openxmlformats.org/drawingml/2006/main" rotWithShape="1">
          <a:blip xmlns:r="http://schemas.openxmlformats.org/officeDocument/2006/relationships" r:embed="R382165caff144d6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28337539-DA06-4844-A9B1-3ADD6A3F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35E3D8D-9086-47D0-87E8-047D9A0C990D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862E2903-A6A0-4FD0-8FFD-67DA2F83CB16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80300B9-53C3-49CA-8512-CF006AE6F08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ABFC884-F0FC-40BD-AADE-09660657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7_Divider Slide (Green)">
    <p:bg>
      <p:bgPr>
        <a:blipFill xmlns:a="http://schemas.openxmlformats.org/drawingml/2006/main" rotWithShape="1">
          <a:blip xmlns:r="http://schemas.openxmlformats.org/officeDocument/2006/relationships" r:embed="Rd16bd792ecad4a9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94BDCBA6-2431-4B20-8388-B6957621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F126AC54-8C75-4434-B325-5EB7BBC26637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168E1E2F-797D-405B-9091-1D8149532EA0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D045FCA7-3CE9-403A-B372-F1A9734FBD2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96C79A3-B002-4E69-8B46-F0D30C01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End Slide1">
    <p:bg>
      <p:bgPr>
        <a:blipFill xmlns:a="http://schemas.openxmlformats.org/drawingml/2006/main" rotWithShape="1">
          <a:blip xmlns:r="http://schemas.openxmlformats.org/officeDocument/2006/relationships" r:embed="R124337d900544d4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008E4BF-3F57-4850-A119-EF05094E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End Slide2">
    <p:bg>
      <p:bgPr>
        <a:blipFill xmlns:a="http://schemas.openxmlformats.org/drawingml/2006/main" rotWithShape="1">
          <a:blip xmlns:r="http://schemas.openxmlformats.org/officeDocument/2006/relationships" r:embed="R163f095cd4de4ac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5C59BB3D-D259-4055-B577-7A5575FE4CD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575720" y="2439000"/>
            <a:ext cx="789628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A4CD72F-CFCD-4232-AAE9-5B290EBA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 userDrawn="1">
  <p:cSld name="Title Slide1">
    <p:bg>
      <p:bgPr>
        <a:blipFill xmlns:a="http://schemas.openxmlformats.org/drawingml/2006/main" rotWithShape="1">
          <a:blip xmlns:r="http://schemas.openxmlformats.org/officeDocument/2006/relationships" r:embed="R5fcce2684b5d419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図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91DB4D60-F5EF-4C93-BDC0-EC649E463677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0" y="-2"/>
            <a:ext cx="3359696" cy="5209200"/>
          </a:xfrm>
          <a:custGeom xmlns:a="http://schemas.openxmlformats.org/drawingml/2006/main"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CA8E907-A511-499B-898F-20B15CDCDC3E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4140000" y="3528000"/>
            <a:ext cx="733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5DE38E0D-5FAD-4073-9631-AF26C1717ED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140000" y="1260000"/>
            <a:ext cx="733200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1A322F9-E814-4F34-B628-483A7A85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Title Slide2">
    <p:bg>
      <p:bgPr>
        <a:blipFill xmlns:a="http://schemas.openxmlformats.org/drawingml/2006/main" rotWithShape="1">
          <a:blip xmlns:r="http://schemas.openxmlformats.org/officeDocument/2006/relationships" r:embed="Reec1cb3c438d4f5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CC33E2F-FD02-4563-B45A-AC6A184E7954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5879976" y="3708000"/>
            <a:ext cx="5592024" cy="972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7E08F1EE-CB48-44D0-8011-66FF045F03B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879976" y="1440000"/>
            <a:ext cx="5592024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E7466CC-3097-48DF-A2A3-38E616B5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12" name="図プレースホルダー 11">
            <a:extLst xmlns:a="http://schemas.openxmlformats.org/drawingml/2006/main">
              <a:ext uri="{FF2B5EF4-FFF2-40B4-BE49-F238E27FC236}">
                <a16:creationId xmlns:a16="http://schemas.microsoft.com/office/drawing/2014/main" id="{261588DB-B59C-40D7-BF0E-DCD3816ADFB7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0" y="-2383"/>
            <a:ext cx="5152698" cy="6865651"/>
          </a:xfrm>
          <a:custGeom xmlns:a="http://schemas.openxmlformats.org/drawingml/2006/main"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preserve="1" userDrawn="1">
  <p:cSld name="Title Slide3">
    <p:bg>
      <p:bgPr>
        <a:blipFill xmlns:a="http://schemas.openxmlformats.org/drawingml/2006/main" rotWithShape="1">
          <a:blip xmlns:r="http://schemas.openxmlformats.org/officeDocument/2006/relationships" r:embed="Rb5aafaeae0dd4bf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104437-90F6-4FB7-80A4-DFE56B4AB285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720000" y="3204000"/>
            <a:ext cx="1075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12E00DF5-2CF5-4EFE-972C-19A45248F01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1620000"/>
            <a:ext cx="10776600" cy="1224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D992550-124A-4F0A-885C-75986C4F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preserve="1" userDrawn="1">
  <p:cSld name="1_Contents Slide (Red)">
    <p:bg>
      <p:bgPr>
        <a:blipFill xmlns:a="http://schemas.openxmlformats.org/drawingml/2006/main" rotWithShape="1">
          <a:blip xmlns:r="http://schemas.openxmlformats.org/officeDocument/2006/relationships" r:embed="R2fc5767d671a41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3BB6DDA2-5F3E-4B37-AF5A-B3790B3B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D782297E-FC00-4088-BC1F-2C8727A7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C62FC3C1-91CA-4CCE-A102-80788771FC19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544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D05459D-1881-40F0-813B-2578D31E203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 userDrawn="1">
  <p:cSld name="2_Contents Slide (Grey)">
    <p:bg>
      <p:bgPr>
        <a:blipFill xmlns:a="http://schemas.openxmlformats.org/drawingml/2006/main" rotWithShape="1">
          <a:blip xmlns:r="http://schemas.openxmlformats.org/officeDocument/2006/relationships" r:embed="R81b1766cf3dd43a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E82688DB-7ED7-4551-9EC7-25C3CF79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3EE4DE46-FB6A-4FDE-80DA-F69F4B97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44719A15-AF9C-4C3F-B996-5016AA2B9CCA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544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C34C66A3-97CA-46F7-B36B-A598A1F8AB8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 userDrawn="1">
  <p:cSld name="3_Contents Slide (Yellow)">
    <p:bg>
      <p:bgPr>
        <a:blipFill xmlns:a="http://schemas.openxmlformats.org/drawingml/2006/main" rotWithShape="1">
          <a:blip xmlns:r="http://schemas.openxmlformats.org/officeDocument/2006/relationships" r:embed="R307f9a41a27642c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D845ACA1-E8E4-41B0-B0C9-A57484A1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6BC612C3-0960-4D0F-BF27-223E29F1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E5189489-297B-4286-A1AB-A3E877511B1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544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B8EFB00A-D52A-4001-8F25-0749C6039FD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 userDrawn="1">
  <p:cSld name="4_Contents Slide (Purple)">
    <p:bg>
      <p:bgPr>
        <a:blipFill xmlns:a="http://schemas.openxmlformats.org/drawingml/2006/main" rotWithShape="1">
          <a:blip xmlns:r="http://schemas.openxmlformats.org/officeDocument/2006/relationships" r:embed="Rd44e56889f464be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CDE20962-145F-4136-A9EE-9D10BC1C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CFB75A44-90A5-46F8-99D7-53EAEBD9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5146C329-562D-4FAA-B304-BDB7EC5EE1E7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544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BAC38A19-34F9-4EC0-BD5F-0EA1D18EBD3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28.xml><?xml version="1.0" encoding="utf-8"?>
<p:sldLayout xmlns:p="http://schemas.openxmlformats.org/presentationml/2006/main" preserve="1" userDrawn="1">
  <p:cSld name="5_Contents Slide (Blue)">
    <p:bg>
      <p:bgPr>
        <a:blipFill xmlns:a="http://schemas.openxmlformats.org/drawingml/2006/main" rotWithShape="1">
          <a:blip xmlns:r="http://schemas.openxmlformats.org/officeDocument/2006/relationships" r:embed="R39789f2a3d90468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31123E7C-B564-413E-9C7F-305CEEFC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55A95CC-5370-4D8B-8D9E-8C91D4CF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537FE76C-5752-4E18-A679-254D07B2A5C9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544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AC4F1E8A-1FF3-4C3B-AE27-9743125DD91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29.xml><?xml version="1.0" encoding="utf-8"?>
<p:sldLayout xmlns:p="http://schemas.openxmlformats.org/presentationml/2006/main" preserve="1" userDrawn="1">
  <p:cSld name="6_Contents Slide (Orange)">
    <p:bg>
      <p:bgPr>
        <a:blipFill xmlns:a="http://schemas.openxmlformats.org/drawingml/2006/main" rotWithShape="1">
          <a:blip xmlns:r="http://schemas.openxmlformats.org/officeDocument/2006/relationships" r:embed="Rc3bb90b0fe65496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BFE437C7-0F76-413F-81A1-C426514E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303D0828-9331-4DD1-A733-11CAA6F4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394B8EDF-CAC2-4ABE-929B-84E2268DE914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544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D50940E0-EE96-46FC-92BE-E33F4024C33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30.xml><?xml version="1.0" encoding="utf-8"?>
<p:sldLayout xmlns:p="http://schemas.openxmlformats.org/presentationml/2006/main" preserve="1" userDrawn="1">
  <p:cSld name="7_Contents Slide (Green)">
    <p:bg>
      <p:bgPr>
        <a:blipFill xmlns:a="http://schemas.openxmlformats.org/drawingml/2006/main" rotWithShape="1">
          <a:blip xmlns:r="http://schemas.openxmlformats.org/officeDocument/2006/relationships" r:embed="Rfc2d76a8148e47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58AA9F3B-7230-4C3E-9696-6A2024E0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AD38F11-019D-4460-89F5-B9F97706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1091AA4A-A345-4AFE-802D-842B82A7BF16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544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0B832D51-1A5C-4277-81BC-EDA3771A4EA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31.xml><?xml version="1.0" encoding="utf-8"?>
<p:sldLayout xmlns:p="http://schemas.openxmlformats.org/presentationml/2006/main" preserve="1" userDrawn="1">
  <p:cSld name="Blank Slide">
    <p:bg>
      <p:bgPr>
        <a:blipFill xmlns:a="http://schemas.openxmlformats.org/drawingml/2006/main" rotWithShape="1">
          <a:blip xmlns:r="http://schemas.openxmlformats.org/officeDocument/2006/relationships" r:embed="R9213965d07fd4f4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図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E7C0D5D7-3ADC-4A99-A8AE-0CB4A00CC650}"/>
              </a:ext>
            </a:extLst>
          </p:cNvPr>
          <p:cNvSpPr>
            <a:spLocks xmlns:a="http://schemas.openxmlformats.org/drawingml/2006/main" noGrp="1"/>
          </p:cNvSpPr>
          <p:nvPr>
            <p:ph type="pic" idx="12" hasCustomPrompt="1"/>
          </p:nvPr>
        </p:nvSpPr>
        <p:spPr>
          <a:xfrm xmlns:a="http://schemas.openxmlformats.org/drawingml/2006/main">
            <a:off x="0" y="0"/>
            <a:ext cx="12192000" cy="6552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CF999D24-1E3D-480F-B54B-A0AA3154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5C0D87A-726B-4D63-AAE8-59E0716D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</p:spTree>
  </p:cSld>
</p:sldLayout>
</file>

<file path=ppt/slideLayouts/slideLayout32.xml><?xml version="1.0" encoding="utf-8"?>
<p:sldLayout xmlns:p="http://schemas.openxmlformats.org/presentationml/2006/main" preserve="1" userDrawn="1">
  <p:cSld name="1_Divider Slide (Red)">
    <p:bg>
      <p:bgPr>
        <a:blipFill xmlns:a="http://schemas.openxmlformats.org/drawingml/2006/main" rotWithShape="1">
          <a:blip xmlns:r="http://schemas.openxmlformats.org/officeDocument/2006/relationships" r:embed="R04eb07e0ee7b455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3E94FF62-445E-46BB-A879-0BA36BA4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47751C9-DED0-472C-9B5D-D31BE931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31F954D-443D-4459-A971-7D60FAA430B1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3806" y="0"/>
            <a:ext cx="12198187" cy="6549619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48CAF560-CC48-4851-BBD4-7F6B967A14FB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F0DB83E6-1609-4704-99E6-79DC8D05703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33.xml><?xml version="1.0" encoding="utf-8"?>
<p:sldLayout xmlns:p="http://schemas.openxmlformats.org/presentationml/2006/main" preserve="1" userDrawn="1">
  <p:cSld name="2_Divider Slide (Grey)">
    <p:bg>
      <p:bgPr>
        <a:blipFill xmlns:a="http://schemas.openxmlformats.org/drawingml/2006/main" rotWithShape="1">
          <a:blip xmlns:r="http://schemas.openxmlformats.org/officeDocument/2006/relationships" r:embed="R421d5c13d3ed456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0F281D22-A2E9-4BE7-925F-62F996F45A6D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3806" y="0"/>
            <a:ext cx="12198187" cy="6549619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8972A594-B5C4-4C43-9174-F05D8799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C4293BE-F4D5-4483-92B1-C05D65F9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40214F00-0385-4594-BAB1-0CDDDC1CCED9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7FE791C3-2473-4E6D-94C8-39D61029210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34.xml><?xml version="1.0" encoding="utf-8"?>
<p:sldLayout xmlns:p="http://schemas.openxmlformats.org/presentationml/2006/main" preserve="1" userDrawn="1">
  <p:cSld name="3_Divider Slide (Yellow)">
    <p:bg>
      <p:bgPr>
        <a:blipFill xmlns:a="http://schemas.openxmlformats.org/drawingml/2006/main" rotWithShape="1">
          <a:blip xmlns:r="http://schemas.openxmlformats.org/officeDocument/2006/relationships" r:embed="Re944718e8847493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177676F7-EF71-43D3-A95D-DE998927B6EF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3806" y="0"/>
            <a:ext cx="12198187" cy="6549619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8B596D2A-E610-49D2-9053-673F4082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63E9D930-038D-49D2-BE2F-FDD0159C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3ADCD6D1-5797-4469-BE21-992D68BF8A5F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CE485C24-F3AC-45DD-A477-6A9385DBE3E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35.xml><?xml version="1.0" encoding="utf-8"?>
<p:sldLayout xmlns:p="http://schemas.openxmlformats.org/presentationml/2006/main" preserve="1" userDrawn="1">
  <p:cSld name="4_Divider Slide (Purple)">
    <p:bg>
      <p:bgPr>
        <a:blipFill xmlns:a="http://schemas.openxmlformats.org/drawingml/2006/main" rotWithShape="1">
          <a:blip xmlns:r="http://schemas.openxmlformats.org/officeDocument/2006/relationships" r:embed="Ra82d9cf32b804f5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1BC7B64E-80D7-44DE-A8F4-4A094462D743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3806" y="0"/>
            <a:ext cx="12198187" cy="6549619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07358847-A19D-425B-9879-4CC47743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30EF570-FBA8-4ED2-9A13-88A3AAEB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0D90BA21-DE48-49C0-867C-029434CFA5C1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B910790-1B84-4428-A9B0-612E2003452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36.xml><?xml version="1.0" encoding="utf-8"?>
<p:sldLayout xmlns:p="http://schemas.openxmlformats.org/presentationml/2006/main" preserve="1" userDrawn="1">
  <p:cSld name="5_Divider Slide (Blue)">
    <p:bg>
      <p:bgPr>
        <a:blipFill xmlns:a="http://schemas.openxmlformats.org/drawingml/2006/main" rotWithShape="1">
          <a:blip xmlns:r="http://schemas.openxmlformats.org/officeDocument/2006/relationships" r:embed="Rc990544563864eb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CA7F1F08-FC9B-448A-929F-269FAE78EB32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3806" y="0"/>
            <a:ext cx="12198187" cy="6549619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6BCC303A-C1D8-4F90-8611-21758886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A82523A-B5C8-42E0-9D88-8C81B09A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665CE31E-67AE-4091-95CE-43CE28B7C526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0D818086-4698-4A7D-B7D6-CE97A256602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37.xml><?xml version="1.0" encoding="utf-8"?>
<p:sldLayout xmlns:p="http://schemas.openxmlformats.org/presentationml/2006/main" preserve="1" userDrawn="1">
  <p:cSld name="6_Divider Slide (Orange)">
    <p:bg>
      <p:bgPr>
        <a:blipFill xmlns:a="http://schemas.openxmlformats.org/drawingml/2006/main" rotWithShape="1">
          <a:blip xmlns:r="http://schemas.openxmlformats.org/officeDocument/2006/relationships" r:embed="R19bec831d0a8423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D5455CC5-2FA0-40C0-987E-028DDA49B8B8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3806" y="0"/>
            <a:ext cx="12198187" cy="6549619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7E8A788B-6E20-4323-B213-45029026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C877F5C-EBE5-45EA-A3B7-7BCD059A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ABB46168-2703-4496-AAD7-6EA3F56C9E05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3CE68EE9-14C9-4018-8FB4-74DF0C0A410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38.xml><?xml version="1.0" encoding="utf-8"?>
<p:sldLayout xmlns:p="http://schemas.openxmlformats.org/presentationml/2006/main" preserve="1" userDrawn="1">
  <p:cSld name="7_Divider Slide (Green)">
    <p:bg>
      <p:bgPr>
        <a:blipFill xmlns:a="http://schemas.openxmlformats.org/drawingml/2006/main" rotWithShape="1">
          <a:blip xmlns:r="http://schemas.openxmlformats.org/officeDocument/2006/relationships" r:embed="Rd01452fd289644c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E00E599-5C3B-4EDB-ACA3-365A29CB8F44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3806" y="0"/>
            <a:ext cx="12198187" cy="6549619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181CDAB8-5AD5-4323-A527-6F6ED336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80DA7A7D-D341-4F12-8CD1-273F1296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56B40ED2-F3F1-4A1C-BCCD-3B6CBB2DC519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8A3EE32-E174-4414-BE61-08E1A40FD75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39.xml><?xml version="1.0" encoding="utf-8"?>
<p:sldLayout xmlns:p="http://schemas.openxmlformats.org/presentationml/2006/main" preserve="1" userDrawn="1">
  <p:cSld name="End Slide1">
    <p:bg>
      <p:bgPr>
        <a:blipFill xmlns:a="http://schemas.openxmlformats.org/drawingml/2006/main" rotWithShape="1">
          <a:blip xmlns:r="http://schemas.openxmlformats.org/officeDocument/2006/relationships" r:embed="R5ab9b21a16f7474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86A2B7C-6E31-4EF0-AFAB-A62CBE51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</p:spTree>
  </p:cSld>
</p:sldLayout>
</file>

<file path=ppt/slideLayouts/slideLayout40.xml><?xml version="1.0" encoding="utf-8"?>
<p:sldLayout xmlns:p="http://schemas.openxmlformats.org/presentationml/2006/main" preserve="1" userDrawn="1">
  <p:cSld name="End Slide2">
    <p:bg>
      <p:bgPr>
        <a:blipFill xmlns:a="http://schemas.openxmlformats.org/drawingml/2006/main" rotWithShape="1">
          <a:blip xmlns:r="http://schemas.openxmlformats.org/officeDocument/2006/relationships" r:embed="R55e85e5262d649a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56E35476-EC3F-4A6D-A2DB-6661E0169FE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575720" y="2439000"/>
            <a:ext cx="789628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Ending Remarks Here (YaHei, Bold, 40px, grey)  </a:t>
            </a:r>
          </a:p>
        </p:txBody>
      </p:sp>
      <p:sp>
        <p:nvSpPr>
          <p:cNvPr id="3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EEDB3866-BE22-44BA-A8B3-E5A5FE07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endParaRPr/>
          </a:p>
        </p:txBody>
      </p:sp>
    </p:spTree>
  </p:cSld>
</p:sldLayout>
</file>

<file path=ppt/slideLayouts/slideLayout41.xml><?xml version="1.0" encoding="utf-8"?>
<p:sldLayout xmlns:p="http://schemas.openxmlformats.org/presentationml/2006/main" preserve="1" userDrawn="1">
  <p:cSld name="Title Slide1">
    <p:bg>
      <p:bgPr>
        <a:blipFill xmlns:a="http://schemas.openxmlformats.org/drawingml/2006/main" rotWithShape="1">
          <a:blip xmlns:r="http://schemas.openxmlformats.org/officeDocument/2006/relationships" r:embed="Rea6b2d743e5b412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図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6580F9DD-3E54-45B0-AC81-566C916738C0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0" y="-2"/>
            <a:ext cx="3359696" cy="5209200"/>
          </a:xfrm>
          <a:custGeom xmlns:a="http://schemas.openxmlformats.org/drawingml/2006/main"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8A6FC40-4E9F-4768-A70F-21A58EDD97C9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4140000" y="3528000"/>
            <a:ext cx="733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751CC426-9946-46E5-BA4A-C130027C893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140000" y="1260000"/>
            <a:ext cx="733200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D88D004-757F-4D1F-8B32-57B7D61C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42.xml><?xml version="1.0" encoding="utf-8"?>
<p:sldLayout xmlns:p="http://schemas.openxmlformats.org/presentationml/2006/main" preserve="1" userDrawn="1">
  <p:cSld name="Title Slide2">
    <p:bg>
      <p:bgPr>
        <a:blipFill xmlns:a="http://schemas.openxmlformats.org/drawingml/2006/main" rotWithShape="1">
          <a:blip xmlns:r="http://schemas.openxmlformats.org/officeDocument/2006/relationships" r:embed="R3482d2f144cd495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061FDA5-5FD9-448F-BF0F-0BEC916769BA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5879976" y="3708000"/>
            <a:ext cx="5592024" cy="972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E366F7C5-43F7-4275-8DF3-47FCAE68097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879976" y="1440000"/>
            <a:ext cx="5592024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8A4A1359-5C33-4842-AD8A-BF919C76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12" name="図プレースホルダー 11">
            <a:extLst xmlns:a="http://schemas.openxmlformats.org/drawingml/2006/main">
              <a:ext uri="{FF2B5EF4-FFF2-40B4-BE49-F238E27FC236}">
                <a16:creationId xmlns:a16="http://schemas.microsoft.com/office/drawing/2014/main" id="{281DB56D-6A7F-43EB-928F-6626651D299E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0" y="-2383"/>
            <a:ext cx="5152698" cy="6865651"/>
          </a:xfrm>
          <a:custGeom xmlns:a="http://schemas.openxmlformats.org/drawingml/2006/main"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</p:sldLayout>
</file>

<file path=ppt/slideLayouts/slideLayout43.xml><?xml version="1.0" encoding="utf-8"?>
<p:sldLayout xmlns:p="http://schemas.openxmlformats.org/presentationml/2006/main" preserve="1" userDrawn="1">
  <p:cSld name="Title Slide3">
    <p:bg>
      <p:bgPr>
        <a:blipFill xmlns:a="http://schemas.openxmlformats.org/drawingml/2006/main" rotWithShape="1">
          <a:blip xmlns:r="http://schemas.openxmlformats.org/officeDocument/2006/relationships" r:embed="Re11e51ce817a4a4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2F0F078-4E63-4197-8630-BACD59F75DD4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720000" y="3204000"/>
            <a:ext cx="1075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89646B7D-FB11-4B7B-BEAF-090D2A7831D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1620000"/>
            <a:ext cx="10776600" cy="1224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63A43863-E433-49C3-91BA-82884ECC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44.xml><?xml version="1.0" encoding="utf-8"?>
<p:sldLayout xmlns:p="http://schemas.openxmlformats.org/presentationml/2006/main" preserve="1" userDrawn="1">
  <p:cSld name="1_Contents Slide (Red)">
    <p:bg>
      <p:bgPr>
        <a:blipFill xmlns:a="http://schemas.openxmlformats.org/drawingml/2006/main" rotWithShape="1">
          <a:blip xmlns:r="http://schemas.openxmlformats.org/officeDocument/2006/relationships" r:embed="Rbd5687af008a4e7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92A0E0BC-3425-41D1-A25D-1229DC80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945DE09-1FB3-44DF-8ED9-8D91630D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6D7D8201-A745-4329-838F-8B4C6580BF4F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1DCA235-0DC4-4E24-82E5-46FE998757A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45.xml><?xml version="1.0" encoding="utf-8"?>
<p:sldLayout xmlns:p="http://schemas.openxmlformats.org/presentationml/2006/main" preserve="1" userDrawn="1">
  <p:cSld name="2_Contents Slide (Grey)">
    <p:bg>
      <p:bgPr>
        <a:blipFill xmlns:a="http://schemas.openxmlformats.org/drawingml/2006/main" rotWithShape="1">
          <a:blip xmlns:r="http://schemas.openxmlformats.org/officeDocument/2006/relationships" r:embed="R45d3f50ec50b451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38BFE317-1B50-496C-AF2B-2C7F185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12D78409-FCC0-419F-A6E6-CE1346E2CB82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87D52615-A3C5-4B3B-998F-B94FC15AE91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4ACB050-B056-42A4-96E7-55CDDD38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46.xml><?xml version="1.0" encoding="utf-8"?>
<p:sldLayout xmlns:p="http://schemas.openxmlformats.org/presentationml/2006/main" preserve="1" userDrawn="1">
  <p:cSld name="3_Contents Slide (Yellow)">
    <p:bg>
      <p:bgPr>
        <a:blipFill xmlns:a="http://schemas.openxmlformats.org/drawingml/2006/main" rotWithShape="1">
          <a:blip xmlns:r="http://schemas.openxmlformats.org/officeDocument/2006/relationships" r:embed="Rc9bdc80a51ff4e2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76FBB2BB-7751-48CF-9723-D234E8C5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6C0B0BDF-D675-46D1-8E14-75F183E50B5A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49B06756-EB43-40DD-9805-581C1D7A3D4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308519E1-C2D8-4843-80BA-86EE8CF2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47.xml><?xml version="1.0" encoding="utf-8"?>
<p:sldLayout xmlns:p="http://schemas.openxmlformats.org/presentationml/2006/main" preserve="1" userDrawn="1">
  <p:cSld name="4_Contents Slide (Purple)">
    <p:bg>
      <p:bgPr>
        <a:blipFill xmlns:a="http://schemas.openxmlformats.org/drawingml/2006/main" rotWithShape="1">
          <a:blip xmlns:r="http://schemas.openxmlformats.org/officeDocument/2006/relationships" r:embed="Ra4396bb476aa4bd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7782D048-7B3E-4DA8-8DAB-552AEA1E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191391B2-72B7-467B-8B89-E6BCDE4BEE42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43D8865-5AB5-4FBE-BD8B-3AC84DBA87E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6913FAF9-F78E-4BDF-BFD7-BDFBF537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48.xml><?xml version="1.0" encoding="utf-8"?>
<p:sldLayout xmlns:p="http://schemas.openxmlformats.org/presentationml/2006/main" preserve="1" userDrawn="1">
  <p:cSld name="5_Contents Slide (Blue)">
    <p:bg>
      <p:bgPr>
        <a:blipFill xmlns:a="http://schemas.openxmlformats.org/drawingml/2006/main" rotWithShape="1">
          <a:blip xmlns:r="http://schemas.openxmlformats.org/officeDocument/2006/relationships" r:embed="R9ef443d7489a44e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99D1CA62-20E2-471E-8FC6-23A91358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9C4C6191-BD98-4A3A-A554-4C3A14E3C9E9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7F8B8CA6-07B2-461E-A0E3-357596CF878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80E858E2-9E79-43A3-962F-D8C84F26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49.xml><?xml version="1.0" encoding="utf-8"?>
<p:sldLayout xmlns:p="http://schemas.openxmlformats.org/presentationml/2006/main" preserve="1" userDrawn="1">
  <p:cSld name="6_Contents Slide (Orange)">
    <p:bg>
      <p:bgPr>
        <a:blipFill xmlns:a="http://schemas.openxmlformats.org/drawingml/2006/main" rotWithShape="1">
          <a:blip xmlns:r="http://schemas.openxmlformats.org/officeDocument/2006/relationships" r:embed="R43827221226b4f3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DE2DEB69-723C-46FD-B4AB-1CF8D1F2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C97D81E5-B331-4AEA-BB3C-CCDF844B15FB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4C0F8E99-7A23-4923-B066-4C79A4B9496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17407B3-B6CF-47A1-AB8D-E886BD4F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0.xml><?xml version="1.0" encoding="utf-8"?>
<p:sldLayout xmlns:p="http://schemas.openxmlformats.org/presentationml/2006/main" preserve="1" userDrawn="1">
  <p:cSld name="7_Contents Slide (Green)">
    <p:bg>
      <p:bgPr>
        <a:blipFill xmlns:a="http://schemas.openxmlformats.org/drawingml/2006/main" rotWithShape="1">
          <a:blip xmlns:r="http://schemas.openxmlformats.org/officeDocument/2006/relationships" r:embed="Rd5fa4be035b2472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FBF58B2A-5E02-4225-BCED-114BA72D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E0D03C4F-D7C3-404F-AA15-220287426EAD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4E823C12-2588-48BE-8417-BBC9E4612AA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043A4F9-38B8-497B-BBFE-DE2A9AC2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1.xml><?xml version="1.0" encoding="utf-8"?>
<p:sldLayout xmlns:p="http://schemas.openxmlformats.org/presentationml/2006/main" preserve="1" userDrawn="1">
  <p:cSld name="Blank Slide">
    <p:bg>
      <p:bgPr>
        <a:blipFill xmlns:a="http://schemas.openxmlformats.org/drawingml/2006/main" rotWithShape="1">
          <a:blip xmlns:r="http://schemas.openxmlformats.org/officeDocument/2006/relationships" r:embed="R09dfe58106de44f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図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2210AECD-F66B-48C1-A78B-DDC71BE09D46}"/>
              </a:ext>
            </a:extLst>
          </p:cNvPr>
          <p:cNvSpPr>
            <a:spLocks xmlns:a="http://schemas.openxmlformats.org/drawingml/2006/main" noGrp="1"/>
          </p:cNvSpPr>
          <p:nvPr>
            <p:ph type="pic" idx="12" hasCustomPrompt="1"/>
          </p:nvPr>
        </p:nvSpPr>
        <p:spPr>
          <a:xfrm xmlns:a="http://schemas.openxmlformats.org/drawingml/2006/main">
            <a:off x="0" y="0"/>
            <a:ext cx="12192000" cy="6426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74022F91-472C-4B73-AE22-7F27DE88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0DC5603-1074-4108-BA09-43C2470F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2.xml><?xml version="1.0" encoding="utf-8"?>
<p:sldLayout xmlns:p="http://schemas.openxmlformats.org/presentationml/2006/main" preserve="1" userDrawn="1">
  <p:cSld name="1_Divider Slide (Red)">
    <p:bg>
      <p:bgPr>
        <a:blipFill xmlns:a="http://schemas.openxmlformats.org/drawingml/2006/main" rotWithShape="1">
          <a:blip xmlns:r="http://schemas.openxmlformats.org/officeDocument/2006/relationships" r:embed="Rb224624e377a41a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316630E6-FBA6-4806-9FC5-3BA199E3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01CEBAD5-99C7-467A-884C-255B9087B3C6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C1A56D2F-1F83-4F13-9314-BF3F676AB4A6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DE1D6BF-48B4-4A5E-9A90-5303E39AB31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03784CC3-4C68-42D5-8606-19B8EC1C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3.xml><?xml version="1.0" encoding="utf-8"?>
<p:sldLayout xmlns:p="http://schemas.openxmlformats.org/presentationml/2006/main" preserve="1" userDrawn="1">
  <p:cSld name="2_Divider Slide (Grey)">
    <p:bg>
      <p:bgPr>
        <a:blipFill xmlns:a="http://schemas.openxmlformats.org/drawingml/2006/main" rotWithShape="1">
          <a:blip xmlns:r="http://schemas.openxmlformats.org/officeDocument/2006/relationships" r:embed="R839785852f994b6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2D2FCA89-B610-4329-9134-2AA006FA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41E1F57-F98C-4953-AF4E-5F7387E2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FDC93C10-AC5B-4330-A914-0C7F54411F73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7A396A56-E47E-41EB-82DA-4A7E96AFB354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DC359EE1-D6E0-4A06-96B7-E765F6920F2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54.xml><?xml version="1.0" encoding="utf-8"?>
<p:sldLayout xmlns:p="http://schemas.openxmlformats.org/presentationml/2006/main" preserve="1" userDrawn="1">
  <p:cSld name="3_Divider Slide (Yellow)">
    <p:bg>
      <p:bgPr>
        <a:blipFill xmlns:a="http://schemas.openxmlformats.org/drawingml/2006/main" rotWithShape="1">
          <a:blip xmlns:r="http://schemas.openxmlformats.org/officeDocument/2006/relationships" r:embed="R424a6866732743c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A559E2C8-5658-4F5A-A611-F4579818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0F31537-3A12-4B19-AF62-C47B372C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198944E5-5D5D-4DDC-9DB0-087115DDA30C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591A20DA-0367-4BB7-B8B0-BE2B398F6332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EDF53796-7598-41E1-8411-F70FCAFA731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</p:spTree>
  </p:cSld>
</p:sldLayout>
</file>

<file path=ppt/slideLayouts/slideLayout55.xml><?xml version="1.0" encoding="utf-8"?>
<p:sldLayout xmlns:p="http://schemas.openxmlformats.org/presentationml/2006/main" preserve="1" userDrawn="1">
  <p:cSld name="4_Divider Slide (Purple)">
    <p:bg>
      <p:bgPr>
        <a:blipFill xmlns:a="http://schemas.openxmlformats.org/drawingml/2006/main" rotWithShape="1">
          <a:blip xmlns:r="http://schemas.openxmlformats.org/officeDocument/2006/relationships" r:embed="Ra3a14fb0adb7425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9A00D7E3-7A1D-4AAA-A854-9514E963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E035AB91-7D5C-4527-96C9-F260945A393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8204B80F-0E52-4ED8-959A-FA3E9353E267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27C6834-CA0A-4249-BF2C-B7734D11305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2788B72-4766-4D27-B719-E50C6AA0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6.xml><?xml version="1.0" encoding="utf-8"?>
<p:sldLayout xmlns:p="http://schemas.openxmlformats.org/presentationml/2006/main" preserve="1" userDrawn="1">
  <p:cSld name="5_Divider Slide (Blue)">
    <p:bg>
      <p:bgPr>
        <a:blipFill xmlns:a="http://schemas.openxmlformats.org/drawingml/2006/main" rotWithShape="1">
          <a:blip xmlns:r="http://schemas.openxmlformats.org/officeDocument/2006/relationships" r:embed="R27acb1cb79cf416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973F03CB-A2A0-4C49-B489-1E2487E4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8FFB0AF-35EE-4CA6-B9AC-FB5E54684EF6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01CDD310-E604-4AB9-9984-A320A893AA00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C83A5519-C6B3-42B7-87C9-698C7403C3F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E5EE319-5661-44C0-8254-D378A0AF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7.xml><?xml version="1.0" encoding="utf-8"?>
<p:sldLayout xmlns:p="http://schemas.openxmlformats.org/presentationml/2006/main" preserve="1" userDrawn="1">
  <p:cSld name="6_Divider Slide (Orange)">
    <p:bg>
      <p:bgPr>
        <a:blipFill xmlns:a="http://schemas.openxmlformats.org/drawingml/2006/main" rotWithShape="1">
          <a:blip xmlns:r="http://schemas.openxmlformats.org/officeDocument/2006/relationships" r:embed="R57c6f8ce7530494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96DCB487-69BE-4A8E-80F1-3AC3602B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FFE9F37-6998-48CB-9F7D-A6C53AA287A7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3AB4CB99-B06E-4281-8B59-4D2223E2F1A2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BD84A8F1-5758-4124-A261-056DEC0397E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FCA04BE7-5A64-4F02-A12B-5DE123AD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8.xml><?xml version="1.0" encoding="utf-8"?>
<p:sldLayout xmlns:p="http://schemas.openxmlformats.org/presentationml/2006/main" preserve="1" userDrawn="1">
  <p:cSld name="7_Divider Slide (Green)">
    <p:bg>
      <p:bgPr>
        <a:blipFill xmlns:a="http://schemas.openxmlformats.org/drawingml/2006/main" rotWithShape="1">
          <a:blip xmlns:r="http://schemas.openxmlformats.org/officeDocument/2006/relationships" r:embed="R394b3d9ca278488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7F7B32AC-FEA5-49AC-97D1-F30D401B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DB3948A-87A5-4CD9-834D-CEE540DC9690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80CEFF76-9631-4F31-A1B0-88EEC3ACB631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311AF99-89D9-490D-89F9-C233DF1F0D1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A45713B-90EE-4ACF-8745-CD00BDEE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59.xml><?xml version="1.0" encoding="utf-8"?>
<p:sldLayout xmlns:p="http://schemas.openxmlformats.org/presentationml/2006/main" preserve="1" userDrawn="1">
  <p:cSld name="End Slide1">
    <p:bg>
      <p:bgPr>
        <a:blipFill xmlns:a="http://schemas.openxmlformats.org/drawingml/2006/main" rotWithShape="1">
          <a:blip xmlns:r="http://schemas.openxmlformats.org/officeDocument/2006/relationships" r:embed="R3083668391cd442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6A6F1F09-F0E3-47CC-96C1-A294BBE3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60.xml><?xml version="1.0" encoding="utf-8"?>
<p:sldLayout xmlns:p="http://schemas.openxmlformats.org/presentationml/2006/main" preserve="1" userDrawn="1">
  <p:cSld name="End Slide2">
    <p:bg>
      <p:bgPr>
        <a:blipFill xmlns:a="http://schemas.openxmlformats.org/drawingml/2006/main" rotWithShape="1">
          <a:blip xmlns:r="http://schemas.openxmlformats.org/officeDocument/2006/relationships" r:embed="Raab64c668a844b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5F2127E-B722-42FE-8A67-705164B02F7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575720" y="2439000"/>
            <a:ext cx="789628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2DA92EC-5808-47AD-B9F9-2812D9E8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</p:sldLayout>
</file>

<file path=ppt/slideLayouts/slideLayout61.xml><?xml version="1.0" encoding="utf-8"?>
<p:sldLayout xmlns:p="http://schemas.openxmlformats.org/presentationml/2006/main" preserve="1" userDrawn="1">
  <p:cSld name="Title Slide1">
    <p:bg>
      <p:bgPr>
        <a:blipFill xmlns:a="http://schemas.openxmlformats.org/drawingml/2006/main" rotWithShape="1">
          <a:blip xmlns:r="http://schemas.openxmlformats.org/officeDocument/2006/relationships" r:embed="R64a9cb19dc50464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図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A3EA6917-2EFB-4253-823F-EE8088C1E0EB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0" y="-2"/>
            <a:ext cx="3359696" cy="5209200"/>
          </a:xfrm>
          <a:custGeom xmlns:a="http://schemas.openxmlformats.org/drawingml/2006/main"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F752466-3D0E-41D5-8BBA-B8480DB742DE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4140000" y="3528000"/>
            <a:ext cx="733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3C42402D-22B7-4DBC-9DF6-7A2ED7752D1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140000" y="1260000"/>
            <a:ext cx="733200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6FB7FFA6-D742-4116-BBEB-02B5F4C1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62.xml><?xml version="1.0" encoding="utf-8"?>
<p:sldLayout xmlns:p="http://schemas.openxmlformats.org/presentationml/2006/main" preserve="1" userDrawn="1">
  <p:cSld name="Title Slide2">
    <p:bg>
      <p:bgPr>
        <a:blipFill xmlns:a="http://schemas.openxmlformats.org/drawingml/2006/main" rotWithShape="1">
          <a:blip xmlns:r="http://schemas.openxmlformats.org/officeDocument/2006/relationships" r:embed="R012489d777b745d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EC45E63-408A-4C62-BA70-790DDA0C968C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5879976" y="3708000"/>
            <a:ext cx="5592024" cy="972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BFA98987-CE85-44E6-89B9-4B44D39C449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879976" y="1440000"/>
            <a:ext cx="5592024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73F02F4-4FE2-4365-87ED-92FCC3FC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12" name="図プレースホルダー 11">
            <a:extLst xmlns:a="http://schemas.openxmlformats.org/drawingml/2006/main">
              <a:ext uri="{FF2B5EF4-FFF2-40B4-BE49-F238E27FC236}">
                <a16:creationId xmlns:a16="http://schemas.microsoft.com/office/drawing/2014/main" id="{18B47C4A-732B-406F-BF7F-26B133FDAE01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0" y="-2383"/>
            <a:ext cx="5152698" cy="6865651"/>
          </a:xfrm>
          <a:custGeom xmlns:a="http://schemas.openxmlformats.org/drawingml/2006/main"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</p:sldLayout>
</file>

<file path=ppt/slideLayouts/slideLayout63.xml><?xml version="1.0" encoding="utf-8"?>
<p:sldLayout xmlns:p="http://schemas.openxmlformats.org/presentationml/2006/main" preserve="1" userDrawn="1">
  <p:cSld name="Title Slide3">
    <p:bg>
      <p:bgPr>
        <a:blipFill xmlns:a="http://schemas.openxmlformats.org/drawingml/2006/main" rotWithShape="1">
          <a:blip xmlns:r="http://schemas.openxmlformats.org/officeDocument/2006/relationships" r:embed="R75c5741dc4e040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F946E52-1E3C-4E05-A64D-E246657504D5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720000" y="3204000"/>
            <a:ext cx="10752000" cy="1276597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Author(s) and company name (YaHei, 20px, grey)  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E6EB5F2E-2004-4C4B-86E7-2AAAF10FA9A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1620000"/>
            <a:ext cx="10776600" cy="1224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DBF97967-0B79-4034-B1A5-B8A796F5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800" y="6449400"/>
            <a:ext cx="3600000" cy="1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64.xml><?xml version="1.0" encoding="utf-8"?>
<p:sldLayout xmlns:p="http://schemas.openxmlformats.org/presentationml/2006/main" preserve="1" userDrawn="1">
  <p:cSld name="1_Contents Slide (Red)">
    <p:bg>
      <p:bgPr>
        <a:blipFill xmlns:a="http://schemas.openxmlformats.org/drawingml/2006/main" rotWithShape="1">
          <a:blip xmlns:r="http://schemas.openxmlformats.org/officeDocument/2006/relationships" r:embed="R4c21c303da2346c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C7DE5AA2-5459-48D4-A055-45434010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E259FDF-42B1-4266-8EE7-55D67D57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E4DFDA3F-8408-474E-8E3C-E9E42A1F4EAD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D9690E95-7846-4AC2-A70D-744B1942D42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</p:spTree>
  </p:cSld>
</p:sldLayout>
</file>

<file path=ppt/slideLayouts/slideLayout65.xml><?xml version="1.0" encoding="utf-8"?>
<p:sldLayout xmlns:p="http://schemas.openxmlformats.org/presentationml/2006/main" preserve="1" userDrawn="1">
  <p:cSld name="2_Contents Slide (Grey)">
    <p:bg>
      <p:bgPr>
        <a:blipFill xmlns:a="http://schemas.openxmlformats.org/drawingml/2006/main" rotWithShape="1">
          <a:blip xmlns:r="http://schemas.openxmlformats.org/officeDocument/2006/relationships" r:embed="R204d5349adbb41a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46FF4DFC-A585-4592-AF15-3DD6FA8B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108AFBEE-46C8-4FFD-BA0B-6391F3FC9F3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23475132-CF76-4862-859A-B32F9DFFC7D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DFBC610F-5D26-45C1-BF29-A983E8DE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66.xml><?xml version="1.0" encoding="utf-8"?>
<p:sldLayout xmlns:p="http://schemas.openxmlformats.org/presentationml/2006/main" preserve="1" userDrawn="1">
  <p:cSld name="3_Contents Slide (Yellow)">
    <p:bg>
      <p:bgPr>
        <a:blipFill xmlns:a="http://schemas.openxmlformats.org/drawingml/2006/main" rotWithShape="1">
          <a:blip xmlns:r="http://schemas.openxmlformats.org/officeDocument/2006/relationships" r:embed="R420144b1f80a405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DD8146B1-6A88-401A-8DC7-9EAF9466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1551DC8D-680B-4E90-B32F-3A5EBCC34016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2E542700-8CDC-43A0-B6AB-591197E113F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E932C8C6-DACC-427C-84B8-FA0C6A8D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67.xml><?xml version="1.0" encoding="utf-8"?>
<p:sldLayout xmlns:p="http://schemas.openxmlformats.org/presentationml/2006/main" preserve="1" userDrawn="1">
  <p:cSld name="4_Contents Slide (Purple)">
    <p:bg>
      <p:bgPr>
        <a:blipFill xmlns:a="http://schemas.openxmlformats.org/drawingml/2006/main" rotWithShape="1">
          <a:blip xmlns:r="http://schemas.openxmlformats.org/officeDocument/2006/relationships" r:embed="R5fc2609453604af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2F8BCB0D-2F33-4CA7-8DEB-F703286A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3E2D1B36-1D6F-41E9-A7E6-79BCB20EB4A1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6E4454CE-5D06-478C-96AE-16629917CF8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6F78084-F023-4074-AB8E-81216656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68.xml><?xml version="1.0" encoding="utf-8"?>
<p:sldLayout xmlns:p="http://schemas.openxmlformats.org/presentationml/2006/main" preserve="1" userDrawn="1">
  <p:cSld name="5_Contents Slide (Blue)">
    <p:bg>
      <p:bgPr>
        <a:blipFill xmlns:a="http://schemas.openxmlformats.org/drawingml/2006/main" rotWithShape="1">
          <a:blip xmlns:r="http://schemas.openxmlformats.org/officeDocument/2006/relationships" r:embed="Ra8233079248a40f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DA6792E0-0E77-4DF9-8CE7-DBC22C27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AB91B7B8-CE51-45E6-97B0-A6924F98ED8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DF3303DA-D45A-4B08-9637-7C48138CFBA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34DF48F-E431-4436-81CB-B33A1C38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69.xml><?xml version="1.0" encoding="utf-8"?>
<p:sldLayout xmlns:p="http://schemas.openxmlformats.org/presentationml/2006/main" preserve="1" userDrawn="1">
  <p:cSld name="6_Contents Slide (Orange)">
    <p:bg>
      <p:bgPr>
        <a:blipFill xmlns:a="http://schemas.openxmlformats.org/drawingml/2006/main" rotWithShape="1">
          <a:blip xmlns:r="http://schemas.openxmlformats.org/officeDocument/2006/relationships" r:embed="Rf52ebd889d84440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0D6FE6E8-E84F-4CBF-BB3D-5F21160C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82B3CE6F-64F7-4470-B827-DFF44D396E42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E6D08994-7206-48A3-8EE1-1EBC5D13F1D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0976ED8-0A29-433E-9606-1173BD2C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0.xml><?xml version="1.0" encoding="utf-8"?>
<p:sldLayout xmlns:p="http://schemas.openxmlformats.org/presentationml/2006/main" preserve="1" userDrawn="1">
  <p:cSld name="7_Contents Slide (Green)">
    <p:bg>
      <p:bgPr>
        <a:blipFill xmlns:a="http://schemas.openxmlformats.org/drawingml/2006/main" rotWithShape="1">
          <a:blip xmlns:r="http://schemas.openxmlformats.org/officeDocument/2006/relationships" r:embed="Re85ec4a751954a2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テキスト ボックス 8">
            <a:extLst xmlns:a="http://schemas.openxmlformats.org/drawingml/2006/main">
              <a:ext uri="{FF2B5EF4-FFF2-40B4-BE49-F238E27FC236}">
                <a16:creationId xmlns:a16="http://schemas.microsoft.com/office/drawing/2014/main" id="{72A4D199-54A1-476A-8A14-95BE666A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 xmlns:a="http://schemas.openxmlformats.org/drawingml/2006/main">
              <a:ext uri="{FF2B5EF4-FFF2-40B4-BE49-F238E27FC236}">
                <a16:creationId xmlns:a16="http://schemas.microsoft.com/office/drawing/2014/main" id="{2908F9E5-57C2-4C99-86FB-B4D1142F926B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720000" y="1008000"/>
            <a:ext cx="10753200" cy="5418000"/>
          </a:xfrm>
        </p:spPr>
        <p:txBody>
          <a:bodyPr xmlns:a="http://schemas.openxmlformats.org/drawingml/2006/main"/>
          <a:lstStyle xmlns:a="http://schemas.openxmlformats.org/drawingml/2006/main"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edit text (YaHei, 18px)</a:t>
            </a:r>
          </a:p>
          <a:p xmlns:a="http://schemas.openxmlformats.org/drawingml/2006/main">
            <a:pPr lvl="1">
              <a:buNone/>
            </a:pPr>
            <a:r>
              <a:t>Click to edit text (YaHei, 18px)</a:t>
            </a:r>
          </a:p>
          <a:p xmlns:a="http://schemas.openxmlformats.org/drawingml/2006/main">
            <a:pPr lvl="2">
              <a:buNone/>
            </a:pPr>
            <a:r>
              <a:t>Click to edit text (YaHei, 16px)</a:t>
            </a:r>
          </a:p>
          <a:p xmlns:a="http://schemas.openxmlformats.org/drawingml/2006/main">
            <a:pPr lvl="3">
              <a:buNone/>
            </a:pPr>
            <a:r>
              <a:t>Click to edit text (YaHei, 14px)</a:t>
            </a:r>
          </a:p>
          <a:p xmlns:a="http://schemas.openxmlformats.org/drawingml/2006/main"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AA15E83F-2DCF-4148-87B5-9C0EBCD26F3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0000" y="360000"/>
            <a:ext cx="9900000" cy="36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CC60FD7-DC27-4FDF-A26B-9148EBDB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1.xml><?xml version="1.0" encoding="utf-8"?>
<p:sldLayout xmlns:p="http://schemas.openxmlformats.org/presentationml/2006/main" preserve="1" userDrawn="1">
  <p:cSld name="Blank Slide">
    <p:bg>
      <p:bgPr>
        <a:blipFill xmlns:a="http://schemas.openxmlformats.org/drawingml/2006/main" rotWithShape="1">
          <a:blip xmlns:r="http://schemas.openxmlformats.org/officeDocument/2006/relationships" r:embed="R2d655d3e02284a1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図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B56D9101-C642-44C4-A0CB-BBAEBA1A6001}"/>
              </a:ext>
            </a:extLst>
          </p:cNvPr>
          <p:cNvSpPr>
            <a:spLocks xmlns:a="http://schemas.openxmlformats.org/drawingml/2006/main" noGrp="1"/>
          </p:cNvSpPr>
          <p:nvPr>
            <p:ph type="pic" idx="12" hasCustomPrompt="1"/>
          </p:nvPr>
        </p:nvSpPr>
        <p:spPr>
          <a:xfrm xmlns:a="http://schemas.openxmlformats.org/drawingml/2006/main">
            <a:off x="0" y="0"/>
            <a:ext cx="12192000" cy="6426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r>
              <a:t>Click icon to add element, or select to remove</a:t>
            </a:r>
          </a:p>
        </p:txBody>
      </p:sp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3020548A-04CD-4B4F-94E4-D27B3DE0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53959AC3-A85D-4362-9FDF-9A75F001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2.xml><?xml version="1.0" encoding="utf-8"?>
<p:sldLayout xmlns:p="http://schemas.openxmlformats.org/presentationml/2006/main" preserve="1" userDrawn="1">
  <p:cSld name="1_Divider Slide (Red)">
    <p:bg>
      <p:bgPr>
        <a:blipFill xmlns:a="http://schemas.openxmlformats.org/drawingml/2006/main" rotWithShape="1">
          <a:blip xmlns:r="http://schemas.openxmlformats.org/officeDocument/2006/relationships" r:embed="R1ad528b1a337495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6CE0C353-E2C1-4FF1-AA3D-BBDFA8EA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0D46DAA-CE5B-45B6-ACC1-0710068A56C3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BC2FDAFD-A3ED-4333-9BCC-2D2C321B8CCB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4788C98F-60C5-437F-AA6D-AB29E333680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0B4F5917-D910-4841-9DD3-EC9CA8AE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3.xml><?xml version="1.0" encoding="utf-8"?>
<p:sldLayout xmlns:p="http://schemas.openxmlformats.org/presentationml/2006/main" preserve="1" userDrawn="1">
  <p:cSld name="2_Divider Slide (Grey)">
    <p:bg>
      <p:bgPr>
        <a:blipFill xmlns:a="http://schemas.openxmlformats.org/drawingml/2006/main" rotWithShape="1">
          <a:blip xmlns:r="http://schemas.openxmlformats.org/officeDocument/2006/relationships" r:embed="Rad5575edc69042d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9C6306D7-0EA5-4709-850D-3CF73286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EFE02765-6105-47D2-9E40-EEDA421AA6FC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62A80C73-6B85-4A00-890E-5871E95A505F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6F5E274D-6215-4D3B-B7F6-0E4F00EBAF7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84E929B-26BA-4D08-9C61-2F73C1F9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4.xml><?xml version="1.0" encoding="utf-8"?>
<p:sldLayout xmlns:p="http://schemas.openxmlformats.org/presentationml/2006/main" preserve="1" userDrawn="1">
  <p:cSld name="3_Divider Slide (Yellow)">
    <p:bg>
      <p:bgPr>
        <a:blipFill xmlns:a="http://schemas.openxmlformats.org/drawingml/2006/main" rotWithShape="1">
          <a:blip xmlns:r="http://schemas.openxmlformats.org/officeDocument/2006/relationships" r:embed="Rc43bb55a97ce4c5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DAA7E800-E674-482E-B38D-74AAA860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210400A-4EC0-4ED3-8B11-9D58E8E193C8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3120E8B4-5E7C-41C9-93C2-AEA605A5AED8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5EBF605F-39F0-4FAB-AA5A-933D15D0FA9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246E81A8-5C83-41FC-B4EC-C4D2CDE7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5.xml><?xml version="1.0" encoding="utf-8"?>
<p:sldLayout xmlns:p="http://schemas.openxmlformats.org/presentationml/2006/main" preserve="1" userDrawn="1">
  <p:cSld name="4_Divider Slide (Purple)">
    <p:bg>
      <p:bgPr>
        <a:blipFill xmlns:a="http://schemas.openxmlformats.org/drawingml/2006/main" rotWithShape="1">
          <a:blip xmlns:r="http://schemas.openxmlformats.org/officeDocument/2006/relationships" r:embed="Rbd1bc4f092f3423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B6D7D1B5-72D8-4C0E-AA56-065CB902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E0CC2A5-BE2E-4666-A9C9-EAEF058E0C42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2B750C15-526B-48D8-B353-A8E8FCD6258F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0902441F-5129-448F-AF87-EE496C6275A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DD53BB84-CFFA-4960-BB5A-9AF79AE7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6.xml><?xml version="1.0" encoding="utf-8"?>
<p:sldLayout xmlns:p="http://schemas.openxmlformats.org/presentationml/2006/main" preserve="1" userDrawn="1">
  <p:cSld name="5_Divider Slide (Blue)">
    <p:bg>
      <p:bgPr>
        <a:blipFill xmlns:a="http://schemas.openxmlformats.org/drawingml/2006/main" rotWithShape="1">
          <a:blip xmlns:r="http://schemas.openxmlformats.org/officeDocument/2006/relationships" r:embed="R143e5911e8a046a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8012600A-6D8E-4858-8A88-5F38CEB6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E62B4823-1D95-4A48-AFAD-0D7957A5B525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0BBAB8BC-9B77-4BB5-B8C5-DF8096F5157E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2074A657-D690-417E-B7E6-83865EBFEAA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C878A82-D987-4C6F-921E-C5EDA56A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7.xml><?xml version="1.0" encoding="utf-8"?>
<p:sldLayout xmlns:p="http://schemas.openxmlformats.org/presentationml/2006/main" preserve="1" userDrawn="1">
  <p:cSld name="6_Divider Slide (Orange)">
    <p:bg>
      <p:bgPr>
        <a:blipFill xmlns:a="http://schemas.openxmlformats.org/drawingml/2006/main" rotWithShape="1">
          <a:blip xmlns:r="http://schemas.openxmlformats.org/officeDocument/2006/relationships" r:embed="R58c5e0f8b69742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5A0E8A03-4C5F-4A0E-84CC-4A5C6838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ABC51F9-1321-4335-B9B3-77F3126A2CE1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ACAE73DA-8D65-4A0E-AB44-89C2C6F71D2A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9E764FC0-1708-486A-9526-9D6DD191BB4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6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B8EC5B2C-19F8-4373-9F22-0354176D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8.xml><?xml version="1.0" encoding="utf-8"?>
<p:sldLayout xmlns:p="http://schemas.openxmlformats.org/presentationml/2006/main" preserve="1" userDrawn="1">
  <p:cSld name="7_Divider Slide (Green)">
    <p:bg>
      <p:bgPr>
        <a:blipFill xmlns:a="http://schemas.openxmlformats.org/drawingml/2006/main" rotWithShape="1">
          <a:blip xmlns:r="http://schemas.openxmlformats.org/officeDocument/2006/relationships" r:embed="R603e392649e0405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ボックス 1">
            <a:extLst xmlns:a="http://schemas.openxmlformats.org/drawingml/2006/main">
              <a:ext uri="{FF2B5EF4-FFF2-40B4-BE49-F238E27FC236}">
                <a16:creationId xmlns:a16="http://schemas.microsoft.com/office/drawing/2014/main" id="{EF6D76D3-D284-464A-86FF-85ABBAA6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2800" y="6641560"/>
            <a:ext cx="216000" cy="1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図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8DFA79D0-B903-4831-9987-B82B61159CD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-4762" y="-2381"/>
            <a:ext cx="12199143" cy="6431334"/>
          </a:xfrm>
          <a:custGeom xmlns:a="http://schemas.openxmlformats.org/drawingml/2006/main"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/>
            </a:lvl1pPr>
          </a:lstStyle>
          <a:p xmlns:a="http://schemas.openxmlformats.org/drawingml/2006/main"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 xmlns:a="http://schemas.openxmlformats.org/drawingml/2006/main">
              <a:ext uri="{FF2B5EF4-FFF2-40B4-BE49-F238E27FC236}">
                <a16:creationId xmlns:a16="http://schemas.microsoft.com/office/drawing/2014/main" id="{F14AD355-3B85-4F08-8C2F-CB2286D13596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540000" y="2420888"/>
            <a:ext cx="1476000" cy="1008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03ED4979-9806-412A-AE70-F8900313FDC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71664" y="2672888"/>
            <a:ext cx="8400336" cy="5040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Divider Slide (YaHei, Bold, 40px) </a:t>
            </a:r>
          </a:p>
        </p:txBody>
      </p:sp>
      <p:sp>
        <p:nvSpPr>
          <p:cNvPr id="3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F668D2C4-451A-4725-BD03-43C590B7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79.xml><?xml version="1.0" encoding="utf-8"?>
<p:sldLayout xmlns:p="http://schemas.openxmlformats.org/presentationml/2006/main" preserve="1" userDrawn="1">
  <p:cSld name="End Slide1">
    <p:bg>
      <p:bgPr>
        <a:blipFill xmlns:a="http://schemas.openxmlformats.org/drawingml/2006/main" rotWithShape="1">
          <a:blip xmlns:r="http://schemas.openxmlformats.org/officeDocument/2006/relationships" r:embed="R0c28107dce764f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75E1650-4ECE-4CE0-9A24-DE4C5828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Layouts/slideLayout80.xml><?xml version="1.0" encoding="utf-8"?>
<p:sldLayout xmlns:p="http://schemas.openxmlformats.org/presentationml/2006/main" preserve="1" userDrawn="1">
  <p:cSld name="End Slide2">
    <p:bg>
      <p:bgPr>
        <a:blipFill xmlns:a="http://schemas.openxmlformats.org/drawingml/2006/main" rotWithShape="1">
          <a:blip xmlns:r="http://schemas.openxmlformats.org/officeDocument/2006/relationships" r:embed="R0443f1c5d0354b8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タイトル 18">
            <a:extLst xmlns:a="http://schemas.openxmlformats.org/drawingml/2006/main">
              <a:ext uri="{FF2B5EF4-FFF2-40B4-BE49-F238E27FC236}">
                <a16:creationId xmlns:a16="http://schemas.microsoft.com/office/drawing/2014/main" id="{8D25BBCA-9EAF-4BEB-9D20-4DAAF7DEC60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575720" y="2439000"/>
            <a:ext cx="7896280" cy="1980000"/>
          </a:xfr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8D9BC86-36D3-404E-A3E7-2975F789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498000"/>
            <a:ext cx="2520000" cy="1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/>
          <a:lstStyle xmlns:a="http://schemas.openxmlformats.org/drawingml/2006/main"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6940d92c754b9c" /><Relationship Type="http://schemas.openxmlformats.org/officeDocument/2006/relationships/slideLayout" Target="/ppt/slideLayouts/slideLayout1.xml" Id="R7cabe1b1a873469a" /><Relationship Type="http://schemas.openxmlformats.org/officeDocument/2006/relationships/slideLayout" Target="/ppt/slideLayouts/slideLayout2.xml" Id="R31cfebd9107043b2" /><Relationship Type="http://schemas.openxmlformats.org/officeDocument/2006/relationships/slideLayout" Target="/ppt/slideLayouts/slideLayout3.xml" Id="R7d07e309017d4420" /><Relationship Type="http://schemas.openxmlformats.org/officeDocument/2006/relationships/slideLayout" Target="/ppt/slideLayouts/slideLayout4.xml" Id="R1da99dc03e194257" /><Relationship Type="http://schemas.openxmlformats.org/officeDocument/2006/relationships/slideLayout" Target="/ppt/slideLayouts/slideLayout5.xml" Id="Rfc09274acf4342db" /><Relationship Type="http://schemas.openxmlformats.org/officeDocument/2006/relationships/slideLayout" Target="/ppt/slideLayouts/slideLayout6.xml" Id="R8497a92a33d34ad8" /><Relationship Type="http://schemas.openxmlformats.org/officeDocument/2006/relationships/slideLayout" Target="/ppt/slideLayouts/slideLayout7.xml" Id="R3e41686954994798" /><Relationship Type="http://schemas.openxmlformats.org/officeDocument/2006/relationships/slideLayout" Target="/ppt/slideLayouts/slideLayout8.xml" Id="R658438662d684a71" /><Relationship Type="http://schemas.openxmlformats.org/officeDocument/2006/relationships/slideLayout" Target="/ppt/slideLayouts/slideLayout9.xml" Id="R4b924d06062a4dc6" /><Relationship Type="http://schemas.openxmlformats.org/officeDocument/2006/relationships/slideLayout" Target="/ppt/slideLayouts/slideLayout10.xml" Id="Rf30c0fc68cb54c48" /><Relationship Type="http://schemas.openxmlformats.org/officeDocument/2006/relationships/slideLayout" Target="/ppt/slideLayouts/slideLayout11.xml" Id="R74a92d89f7954e93" /><Relationship Type="http://schemas.openxmlformats.org/officeDocument/2006/relationships/slideLayout" Target="/ppt/slideLayouts/slideLayout12.xml" Id="Rd28015aa7c124806" /><Relationship Type="http://schemas.openxmlformats.org/officeDocument/2006/relationships/slideLayout" Target="/ppt/slideLayouts/slideLayout13.xml" Id="R7f90963e721a445b" /><Relationship Type="http://schemas.openxmlformats.org/officeDocument/2006/relationships/slideLayout" Target="/ppt/slideLayouts/slideLayout14.xml" Id="R57d0a0aeea9a4cdd" /><Relationship Type="http://schemas.openxmlformats.org/officeDocument/2006/relationships/slideLayout" Target="/ppt/slideLayouts/slideLayout15.xml" Id="R30276a62a92240e0" /><Relationship Type="http://schemas.openxmlformats.org/officeDocument/2006/relationships/slideLayout" Target="/ppt/slideLayouts/slideLayout16.xml" Id="R9fdf59c8fc5b41af" /><Relationship Type="http://schemas.openxmlformats.org/officeDocument/2006/relationships/slideLayout" Target="/ppt/slideLayouts/slideLayout17.xml" Id="R1954cfa1e25b40f4" /><Relationship Type="http://schemas.openxmlformats.org/officeDocument/2006/relationships/slideLayout" Target="/ppt/slideLayouts/slideLayout18.xml" Id="R8da19844d9514620" /><Relationship Type="http://schemas.openxmlformats.org/officeDocument/2006/relationships/slideLayout" Target="/ppt/slideLayouts/slideLayout19.xml" Id="R3300b34446684dc7" /><Relationship Type="http://schemas.openxmlformats.org/officeDocument/2006/relationships/slideLayout" Target="/ppt/slideLayouts/slideLayout20.xml" Id="Rf294a2afadfb49f0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be75e3e64bea4492" /><Relationship Type="http://schemas.openxmlformats.org/officeDocument/2006/relationships/slideLayout" Target="/ppt/slideLayouts/slideLayout21.xml" Id="R57c661aff4bc4a0e" /><Relationship Type="http://schemas.openxmlformats.org/officeDocument/2006/relationships/slideLayout" Target="/ppt/slideLayouts/slideLayout22.xml" Id="R92d24b53fa0f443c" /><Relationship Type="http://schemas.openxmlformats.org/officeDocument/2006/relationships/slideLayout" Target="/ppt/slideLayouts/slideLayout23.xml" Id="Re316e93faa884a93" /><Relationship Type="http://schemas.openxmlformats.org/officeDocument/2006/relationships/slideLayout" Target="/ppt/slideLayouts/slideLayout24.xml" Id="R7849464504534719" /><Relationship Type="http://schemas.openxmlformats.org/officeDocument/2006/relationships/slideLayout" Target="/ppt/slideLayouts/slideLayout25.xml" Id="Rbf4a88e6f4754c18" /><Relationship Type="http://schemas.openxmlformats.org/officeDocument/2006/relationships/slideLayout" Target="/ppt/slideLayouts/slideLayout26.xml" Id="R963ae275ac0242bf" /><Relationship Type="http://schemas.openxmlformats.org/officeDocument/2006/relationships/slideLayout" Target="/ppt/slideLayouts/slideLayout27.xml" Id="R1989f274587b4a3f" /><Relationship Type="http://schemas.openxmlformats.org/officeDocument/2006/relationships/slideLayout" Target="/ppt/slideLayouts/slideLayout28.xml" Id="Rd335f484b3be4d61" /><Relationship Type="http://schemas.openxmlformats.org/officeDocument/2006/relationships/slideLayout" Target="/ppt/slideLayouts/slideLayout29.xml" Id="R2274b8a12a0c48b7" /><Relationship Type="http://schemas.openxmlformats.org/officeDocument/2006/relationships/slideLayout" Target="/ppt/slideLayouts/slideLayout30.xml" Id="R88c374032b9643c3" /><Relationship Type="http://schemas.openxmlformats.org/officeDocument/2006/relationships/slideLayout" Target="/ppt/slideLayouts/slideLayout31.xml" Id="Raa307cb8fa2c41d4" /><Relationship Type="http://schemas.openxmlformats.org/officeDocument/2006/relationships/slideLayout" Target="/ppt/slideLayouts/slideLayout32.xml" Id="Rb6b27e6a2ea74c31" /><Relationship Type="http://schemas.openxmlformats.org/officeDocument/2006/relationships/slideLayout" Target="/ppt/slideLayouts/slideLayout33.xml" Id="R063d0182213f425d" /><Relationship Type="http://schemas.openxmlformats.org/officeDocument/2006/relationships/slideLayout" Target="/ppt/slideLayouts/slideLayout34.xml" Id="R59a9552c2ac445d2" /><Relationship Type="http://schemas.openxmlformats.org/officeDocument/2006/relationships/slideLayout" Target="/ppt/slideLayouts/slideLayout35.xml" Id="R0b9736ef674f4e56" /><Relationship Type="http://schemas.openxmlformats.org/officeDocument/2006/relationships/slideLayout" Target="/ppt/slideLayouts/slideLayout36.xml" Id="R9ab0dd1c1dbe4f19" /><Relationship Type="http://schemas.openxmlformats.org/officeDocument/2006/relationships/slideLayout" Target="/ppt/slideLayouts/slideLayout37.xml" Id="R0c6519b79fbe4a3e" /><Relationship Type="http://schemas.openxmlformats.org/officeDocument/2006/relationships/slideLayout" Target="/ppt/slideLayouts/slideLayout38.xml" Id="R7cdc809b43e14700" /><Relationship Type="http://schemas.openxmlformats.org/officeDocument/2006/relationships/slideLayout" Target="/ppt/slideLayouts/slideLayout39.xml" Id="R3ab4efd16f674ffb" /><Relationship Type="http://schemas.openxmlformats.org/officeDocument/2006/relationships/slideLayout" Target="/ppt/slideLayouts/slideLayout40.xml" Id="R0131c94aabad4d9f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c4f9d99514fb457e" /><Relationship Type="http://schemas.openxmlformats.org/officeDocument/2006/relationships/slideLayout" Target="/ppt/slideLayouts/slideLayout41.xml" Id="R70b440e77c7948be" /><Relationship Type="http://schemas.openxmlformats.org/officeDocument/2006/relationships/slideLayout" Target="/ppt/slideLayouts/slideLayout42.xml" Id="R95d9c7f861484203" /><Relationship Type="http://schemas.openxmlformats.org/officeDocument/2006/relationships/slideLayout" Target="/ppt/slideLayouts/slideLayout43.xml" Id="R1a6227afef10492a" /><Relationship Type="http://schemas.openxmlformats.org/officeDocument/2006/relationships/slideLayout" Target="/ppt/slideLayouts/slideLayout44.xml" Id="R67758eace99b4d4e" /><Relationship Type="http://schemas.openxmlformats.org/officeDocument/2006/relationships/slideLayout" Target="/ppt/slideLayouts/slideLayout45.xml" Id="R08072a0ee67143d2" /><Relationship Type="http://schemas.openxmlformats.org/officeDocument/2006/relationships/slideLayout" Target="/ppt/slideLayouts/slideLayout46.xml" Id="R2ea6a2725cca4012" /><Relationship Type="http://schemas.openxmlformats.org/officeDocument/2006/relationships/slideLayout" Target="/ppt/slideLayouts/slideLayout47.xml" Id="R8cc402e4c24049a8" /><Relationship Type="http://schemas.openxmlformats.org/officeDocument/2006/relationships/slideLayout" Target="/ppt/slideLayouts/slideLayout48.xml" Id="R19d1da842fd0404d" /><Relationship Type="http://schemas.openxmlformats.org/officeDocument/2006/relationships/slideLayout" Target="/ppt/slideLayouts/slideLayout49.xml" Id="Raeb0b1b5cff8440d" /><Relationship Type="http://schemas.openxmlformats.org/officeDocument/2006/relationships/slideLayout" Target="/ppt/slideLayouts/slideLayout50.xml" Id="Rfdf591eb0f5d4f6a" /><Relationship Type="http://schemas.openxmlformats.org/officeDocument/2006/relationships/slideLayout" Target="/ppt/slideLayouts/slideLayout51.xml" Id="Rc75e476500674b16" /><Relationship Type="http://schemas.openxmlformats.org/officeDocument/2006/relationships/slideLayout" Target="/ppt/slideLayouts/slideLayout52.xml" Id="Reb60c1ab0df94298" /><Relationship Type="http://schemas.openxmlformats.org/officeDocument/2006/relationships/slideLayout" Target="/ppt/slideLayouts/slideLayout53.xml" Id="R1c012db22ff84ffc" /><Relationship Type="http://schemas.openxmlformats.org/officeDocument/2006/relationships/slideLayout" Target="/ppt/slideLayouts/slideLayout54.xml" Id="R48cd46838b3645b8" /><Relationship Type="http://schemas.openxmlformats.org/officeDocument/2006/relationships/slideLayout" Target="/ppt/slideLayouts/slideLayout55.xml" Id="R776a3e09dc4d465e" /><Relationship Type="http://schemas.openxmlformats.org/officeDocument/2006/relationships/slideLayout" Target="/ppt/slideLayouts/slideLayout56.xml" Id="R60bfac936d2845a7" /><Relationship Type="http://schemas.openxmlformats.org/officeDocument/2006/relationships/slideLayout" Target="/ppt/slideLayouts/slideLayout57.xml" Id="R338e6bd6cb1b49be" /><Relationship Type="http://schemas.openxmlformats.org/officeDocument/2006/relationships/slideLayout" Target="/ppt/slideLayouts/slideLayout58.xml" Id="R05051e2792484f32" /><Relationship Type="http://schemas.openxmlformats.org/officeDocument/2006/relationships/slideLayout" Target="/ppt/slideLayouts/slideLayout59.xml" Id="R8735641fc22b454f" /><Relationship Type="http://schemas.openxmlformats.org/officeDocument/2006/relationships/slideLayout" Target="/ppt/slideLayouts/slideLayout60.xml" Id="R88c48794f4c046ad" /></Relationships>
</file>

<file path=ppt/slideMasters/_rels/slideMaster4.xml.rels>&#65279;<?xml version="1.0" encoding="utf-8"?><Relationships xmlns="http://schemas.openxmlformats.org/package/2006/relationships"><Relationship Type="http://schemas.openxmlformats.org/officeDocument/2006/relationships/theme" Target="/ppt/slideMasters/theme/theme5.xml" Id="Re89aeed883444611" /><Relationship Type="http://schemas.openxmlformats.org/officeDocument/2006/relationships/slideLayout" Target="/ppt/slideLayouts/slideLayout61.xml" Id="Rb518a966c2714a9a" /><Relationship Type="http://schemas.openxmlformats.org/officeDocument/2006/relationships/slideLayout" Target="/ppt/slideLayouts/slideLayout62.xml" Id="R929d23c39a3740c9" /><Relationship Type="http://schemas.openxmlformats.org/officeDocument/2006/relationships/slideLayout" Target="/ppt/slideLayouts/slideLayout63.xml" Id="R563b3e8ad7ab4891" /><Relationship Type="http://schemas.openxmlformats.org/officeDocument/2006/relationships/slideLayout" Target="/ppt/slideLayouts/slideLayout64.xml" Id="Ra06d5bfddf444a5b" /><Relationship Type="http://schemas.openxmlformats.org/officeDocument/2006/relationships/slideLayout" Target="/ppt/slideLayouts/slideLayout65.xml" Id="R7ffe5fc166384aa0" /><Relationship Type="http://schemas.openxmlformats.org/officeDocument/2006/relationships/slideLayout" Target="/ppt/slideLayouts/slideLayout66.xml" Id="R327b6f5517094b14" /><Relationship Type="http://schemas.openxmlformats.org/officeDocument/2006/relationships/slideLayout" Target="/ppt/slideLayouts/slideLayout67.xml" Id="Rb983cd5601334ce3" /><Relationship Type="http://schemas.openxmlformats.org/officeDocument/2006/relationships/slideLayout" Target="/ppt/slideLayouts/slideLayout68.xml" Id="R5ef6664eec9c42b9" /><Relationship Type="http://schemas.openxmlformats.org/officeDocument/2006/relationships/slideLayout" Target="/ppt/slideLayouts/slideLayout69.xml" Id="R9de547299a7a44ad" /><Relationship Type="http://schemas.openxmlformats.org/officeDocument/2006/relationships/slideLayout" Target="/ppt/slideLayouts/slideLayout70.xml" Id="Rb5b4468d979649c7" /><Relationship Type="http://schemas.openxmlformats.org/officeDocument/2006/relationships/slideLayout" Target="/ppt/slideLayouts/slideLayout71.xml" Id="Rc69386fbe31849fb" /><Relationship Type="http://schemas.openxmlformats.org/officeDocument/2006/relationships/slideLayout" Target="/ppt/slideLayouts/slideLayout72.xml" Id="Rf9716d0fa5d64afd" /><Relationship Type="http://schemas.openxmlformats.org/officeDocument/2006/relationships/slideLayout" Target="/ppt/slideLayouts/slideLayout73.xml" Id="R929d1640c88443f6" /><Relationship Type="http://schemas.openxmlformats.org/officeDocument/2006/relationships/slideLayout" Target="/ppt/slideLayouts/slideLayout74.xml" Id="Re26d81d51c3b4030" /><Relationship Type="http://schemas.openxmlformats.org/officeDocument/2006/relationships/slideLayout" Target="/ppt/slideLayouts/slideLayout75.xml" Id="R08404351145148d4" /><Relationship Type="http://schemas.openxmlformats.org/officeDocument/2006/relationships/slideLayout" Target="/ppt/slideLayouts/slideLayout76.xml" Id="Rb77c381e276740dd" /><Relationship Type="http://schemas.openxmlformats.org/officeDocument/2006/relationships/slideLayout" Target="/ppt/slideLayouts/slideLayout77.xml" Id="R3be69d8b150f4a29" /><Relationship Type="http://schemas.openxmlformats.org/officeDocument/2006/relationships/slideLayout" Target="/ppt/slideLayouts/slideLayout78.xml" Id="Rfcefd1baa1484609" /><Relationship Type="http://schemas.openxmlformats.org/officeDocument/2006/relationships/slideLayout" Target="/ppt/slideLayouts/slideLayout79.xml" Id="Racfa5130d87e4bbf" /><Relationship Type="http://schemas.openxmlformats.org/officeDocument/2006/relationships/slideLayout" Target="/ppt/slideLayouts/slideLayout80.xml" Id="Rbb20a5e3c5f5435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367DF5AF-003B-4F36-8F16-89DAF8E8FE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90BFA9D4-1C81-44A4-8DAE-6E9712D257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マスター テキストの書式設定</a:t>
            </a:r>
          </a:p>
          <a:p xmlns:a="http://schemas.openxmlformats.org/drawingml/2006/main">
            <a:pPr lvl="1">
              <a:buNone/>
            </a:pPr>
            <a:r>
              <a:t>第 2 レベル</a:t>
            </a:r>
          </a:p>
          <a:p xmlns:a="http://schemas.openxmlformats.org/drawingml/2006/main">
            <a:pPr lvl="2">
              <a:buNone/>
            </a:pPr>
            <a:r>
              <a:t>第 3 レベル</a:t>
            </a:r>
          </a:p>
          <a:p xmlns:a="http://schemas.openxmlformats.org/drawingml/2006/main">
            <a:pPr lvl="3">
              <a:buNone/>
            </a:pPr>
            <a:r>
              <a:t>第 4 レベル</a:t>
            </a:r>
          </a:p>
          <a:p xmlns:a="http://schemas.openxmlformats.org/drawingml/2006/main"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A472252-2DE7-4FDB-B36C-78A15CCEA64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フッター プレースホルダー 4">
            <a:extLst xmlns:a="http://schemas.openxmlformats.org/drawingml/2006/main">
              <a:ext uri="{FF2B5EF4-FFF2-40B4-BE49-F238E27FC236}">
                <a16:creationId xmlns:a16="http://schemas.microsoft.com/office/drawing/2014/main" id="{D028BDA2-C802-4263-BB91-2097A58215C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スライド番号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E0F49411-4AFC-4B25-BE74-3EACE4961F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abe1b1a873469a"/>
    <p:sldLayoutId xmlns:r="http://schemas.openxmlformats.org/officeDocument/2006/relationships" id="2147483650" r:id="R31cfebd9107043b2"/>
    <p:sldLayoutId xmlns:r="http://schemas.openxmlformats.org/officeDocument/2006/relationships" id="2147483651" r:id="R7d07e309017d4420"/>
    <p:sldLayoutId xmlns:r="http://schemas.openxmlformats.org/officeDocument/2006/relationships" id="2147483652" r:id="R1da99dc03e194257"/>
    <p:sldLayoutId xmlns:r="http://schemas.openxmlformats.org/officeDocument/2006/relationships" id="2147483653" r:id="Rfc09274acf4342db"/>
    <p:sldLayoutId xmlns:r="http://schemas.openxmlformats.org/officeDocument/2006/relationships" id="2147483654" r:id="R8497a92a33d34ad8"/>
    <p:sldLayoutId xmlns:r="http://schemas.openxmlformats.org/officeDocument/2006/relationships" id="2147483655" r:id="R3e41686954994798"/>
    <p:sldLayoutId xmlns:r="http://schemas.openxmlformats.org/officeDocument/2006/relationships" id="2147483656" r:id="R658438662d684a71"/>
    <p:sldLayoutId xmlns:r="http://schemas.openxmlformats.org/officeDocument/2006/relationships" id="2147483657" r:id="R4b924d06062a4dc6"/>
    <p:sldLayoutId xmlns:r="http://schemas.openxmlformats.org/officeDocument/2006/relationships" id="2147483658" r:id="Rf30c0fc68cb54c48"/>
    <p:sldLayoutId xmlns:r="http://schemas.openxmlformats.org/officeDocument/2006/relationships" id="2147483659" r:id="R74a92d89f7954e93"/>
    <p:sldLayoutId xmlns:r="http://schemas.openxmlformats.org/officeDocument/2006/relationships" id="2147483660" r:id="Rd28015aa7c124806"/>
    <p:sldLayoutId xmlns:r="http://schemas.openxmlformats.org/officeDocument/2006/relationships" id="2147483661" r:id="R7f90963e721a445b"/>
    <p:sldLayoutId xmlns:r="http://schemas.openxmlformats.org/officeDocument/2006/relationships" id="2147483662" r:id="R57d0a0aeea9a4cdd"/>
    <p:sldLayoutId xmlns:r="http://schemas.openxmlformats.org/officeDocument/2006/relationships" id="2147483663" r:id="R30276a62a92240e0"/>
    <p:sldLayoutId xmlns:r="http://schemas.openxmlformats.org/officeDocument/2006/relationships" id="2147483664" r:id="R9fdf59c8fc5b41af"/>
    <p:sldLayoutId xmlns:r="http://schemas.openxmlformats.org/officeDocument/2006/relationships" id="2147483665" r:id="R1954cfa1e25b40f4"/>
    <p:sldLayoutId xmlns:r="http://schemas.openxmlformats.org/officeDocument/2006/relationships" id="2147483666" r:id="R8da19844d9514620"/>
    <p:sldLayoutId xmlns:r="http://schemas.openxmlformats.org/officeDocument/2006/relationships" id="2147483667" r:id="R3300b34446684dc7"/>
    <p:sldLayoutId xmlns:r="http://schemas.openxmlformats.org/officeDocument/2006/relationships" id="2147483668" r:id="Rf294a2afadfb49f0"/>
  </p:sldLayoutIdLst>
  <p:hf sldNum="0" hdr="0" ftr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5D419E07-7879-47C3-B058-48FDCB2DDA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864EEC6F-9B61-4904-829E-695A4C63BA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マスター テキストの書式設定</a:t>
            </a:r>
          </a:p>
          <a:p xmlns:a="http://schemas.openxmlformats.org/drawingml/2006/main">
            <a:pPr lvl="1">
              <a:buNone/>
            </a:pPr>
            <a:r>
              <a:t>第 2 レベル</a:t>
            </a:r>
          </a:p>
          <a:p xmlns:a="http://schemas.openxmlformats.org/drawingml/2006/main">
            <a:pPr lvl="2">
              <a:buNone/>
            </a:pPr>
            <a:r>
              <a:t>第 3 レベル</a:t>
            </a:r>
          </a:p>
          <a:p xmlns:a="http://schemas.openxmlformats.org/drawingml/2006/main">
            <a:pPr lvl="3">
              <a:buNone/>
            </a:pPr>
            <a:r>
              <a:t>第 4 レベル</a:t>
            </a:r>
          </a:p>
          <a:p xmlns:a="http://schemas.openxmlformats.org/drawingml/2006/main"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309242E0-6220-49AC-B89B-A8E790A56BF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フッター プレースホルダー 4">
            <a:extLst xmlns:a="http://schemas.openxmlformats.org/drawingml/2006/main">
              <a:ext uri="{FF2B5EF4-FFF2-40B4-BE49-F238E27FC236}">
                <a16:creationId xmlns:a16="http://schemas.microsoft.com/office/drawing/2014/main" id="{94ECC91C-20D2-4D47-8B8C-84AFAD083E1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スライド番号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903C6658-9BD0-4253-A84D-A477F2598D7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57c661aff4bc4a0e"/>
    <p:sldLayoutId xmlns:r="http://schemas.openxmlformats.org/officeDocument/2006/relationships" id="2147483671" r:id="R92d24b53fa0f443c"/>
    <p:sldLayoutId xmlns:r="http://schemas.openxmlformats.org/officeDocument/2006/relationships" id="2147483672" r:id="Re316e93faa884a93"/>
    <p:sldLayoutId xmlns:r="http://schemas.openxmlformats.org/officeDocument/2006/relationships" id="2147483673" r:id="R7849464504534719"/>
    <p:sldLayoutId xmlns:r="http://schemas.openxmlformats.org/officeDocument/2006/relationships" id="2147483674" r:id="Rbf4a88e6f4754c18"/>
    <p:sldLayoutId xmlns:r="http://schemas.openxmlformats.org/officeDocument/2006/relationships" id="2147483675" r:id="R963ae275ac0242bf"/>
    <p:sldLayoutId xmlns:r="http://schemas.openxmlformats.org/officeDocument/2006/relationships" id="2147483676" r:id="R1989f274587b4a3f"/>
    <p:sldLayoutId xmlns:r="http://schemas.openxmlformats.org/officeDocument/2006/relationships" id="2147483677" r:id="Rd335f484b3be4d61"/>
    <p:sldLayoutId xmlns:r="http://schemas.openxmlformats.org/officeDocument/2006/relationships" id="2147483678" r:id="R2274b8a12a0c48b7"/>
    <p:sldLayoutId xmlns:r="http://schemas.openxmlformats.org/officeDocument/2006/relationships" id="2147483679" r:id="R88c374032b9643c3"/>
    <p:sldLayoutId xmlns:r="http://schemas.openxmlformats.org/officeDocument/2006/relationships" id="2147483680" r:id="Raa307cb8fa2c41d4"/>
    <p:sldLayoutId xmlns:r="http://schemas.openxmlformats.org/officeDocument/2006/relationships" id="2147483681" r:id="Rb6b27e6a2ea74c31"/>
    <p:sldLayoutId xmlns:r="http://schemas.openxmlformats.org/officeDocument/2006/relationships" id="2147483682" r:id="R063d0182213f425d"/>
    <p:sldLayoutId xmlns:r="http://schemas.openxmlformats.org/officeDocument/2006/relationships" id="2147483683" r:id="R59a9552c2ac445d2"/>
    <p:sldLayoutId xmlns:r="http://schemas.openxmlformats.org/officeDocument/2006/relationships" id="2147483684" r:id="R0b9736ef674f4e56"/>
    <p:sldLayoutId xmlns:r="http://schemas.openxmlformats.org/officeDocument/2006/relationships" id="2147483685" r:id="R9ab0dd1c1dbe4f19"/>
    <p:sldLayoutId xmlns:r="http://schemas.openxmlformats.org/officeDocument/2006/relationships" id="2147483686" r:id="R0c6519b79fbe4a3e"/>
    <p:sldLayoutId xmlns:r="http://schemas.openxmlformats.org/officeDocument/2006/relationships" id="2147483687" r:id="R7cdc809b43e14700"/>
    <p:sldLayoutId xmlns:r="http://schemas.openxmlformats.org/officeDocument/2006/relationships" id="2147483688" r:id="R3ab4efd16f674ffb"/>
    <p:sldLayoutId xmlns:r="http://schemas.openxmlformats.org/officeDocument/2006/relationships" id="2147483689" r:id="R0131c94aabad4d9f"/>
  </p:sldLayoutIdLst>
  <p:hf sldNum="0" hdr="0" ftr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4D8785C7-DBF7-4B10-A4A2-586C0BC3A3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F41FA0EF-ADEE-4356-AA2E-A452BCC850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マスター テキストの書式設定</a:t>
            </a:r>
          </a:p>
          <a:p xmlns:a="http://schemas.openxmlformats.org/drawingml/2006/main">
            <a:pPr lvl="1">
              <a:buNone/>
            </a:pPr>
            <a:r>
              <a:t>第 2 レベル</a:t>
            </a:r>
          </a:p>
          <a:p xmlns:a="http://schemas.openxmlformats.org/drawingml/2006/main">
            <a:pPr lvl="2">
              <a:buNone/>
            </a:pPr>
            <a:r>
              <a:t>第 3 レベル</a:t>
            </a:r>
          </a:p>
          <a:p xmlns:a="http://schemas.openxmlformats.org/drawingml/2006/main">
            <a:pPr lvl="3">
              <a:buNone/>
            </a:pPr>
            <a:r>
              <a:t>第 4 レベル</a:t>
            </a:r>
          </a:p>
          <a:p xmlns:a="http://schemas.openxmlformats.org/drawingml/2006/main"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E6166CC4-4E27-4418-AFA1-827B76580B6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フッター プレースホルダー 4">
            <a:extLst xmlns:a="http://schemas.openxmlformats.org/drawingml/2006/main">
              <a:ext uri="{FF2B5EF4-FFF2-40B4-BE49-F238E27FC236}">
                <a16:creationId xmlns:a16="http://schemas.microsoft.com/office/drawing/2014/main" id="{7264A661-35BC-4ADE-A533-3613C122DCF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スライド番号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EFDD596D-DE00-413F-8293-BE417F81E7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91" r:id="R70b440e77c7948be"/>
    <p:sldLayoutId xmlns:r="http://schemas.openxmlformats.org/officeDocument/2006/relationships" id="2147483692" r:id="R95d9c7f861484203"/>
    <p:sldLayoutId xmlns:r="http://schemas.openxmlformats.org/officeDocument/2006/relationships" id="2147483693" r:id="R1a6227afef10492a"/>
    <p:sldLayoutId xmlns:r="http://schemas.openxmlformats.org/officeDocument/2006/relationships" id="2147483694" r:id="R67758eace99b4d4e"/>
    <p:sldLayoutId xmlns:r="http://schemas.openxmlformats.org/officeDocument/2006/relationships" id="2147483695" r:id="R08072a0ee67143d2"/>
    <p:sldLayoutId xmlns:r="http://schemas.openxmlformats.org/officeDocument/2006/relationships" id="2147483696" r:id="R2ea6a2725cca4012"/>
    <p:sldLayoutId xmlns:r="http://schemas.openxmlformats.org/officeDocument/2006/relationships" id="2147483697" r:id="R8cc402e4c24049a8"/>
    <p:sldLayoutId xmlns:r="http://schemas.openxmlformats.org/officeDocument/2006/relationships" id="2147483698" r:id="R19d1da842fd0404d"/>
    <p:sldLayoutId xmlns:r="http://schemas.openxmlformats.org/officeDocument/2006/relationships" id="2147483699" r:id="Raeb0b1b5cff8440d"/>
    <p:sldLayoutId xmlns:r="http://schemas.openxmlformats.org/officeDocument/2006/relationships" id="2147483700" r:id="Rfdf591eb0f5d4f6a"/>
    <p:sldLayoutId xmlns:r="http://schemas.openxmlformats.org/officeDocument/2006/relationships" id="2147483701" r:id="Rc75e476500674b16"/>
    <p:sldLayoutId xmlns:r="http://schemas.openxmlformats.org/officeDocument/2006/relationships" id="2147483702" r:id="Reb60c1ab0df94298"/>
    <p:sldLayoutId xmlns:r="http://schemas.openxmlformats.org/officeDocument/2006/relationships" id="2147483703" r:id="R1c012db22ff84ffc"/>
    <p:sldLayoutId xmlns:r="http://schemas.openxmlformats.org/officeDocument/2006/relationships" id="2147483704" r:id="R48cd46838b3645b8"/>
    <p:sldLayoutId xmlns:r="http://schemas.openxmlformats.org/officeDocument/2006/relationships" id="2147483705" r:id="R776a3e09dc4d465e"/>
    <p:sldLayoutId xmlns:r="http://schemas.openxmlformats.org/officeDocument/2006/relationships" id="2147483706" r:id="R60bfac936d2845a7"/>
    <p:sldLayoutId xmlns:r="http://schemas.openxmlformats.org/officeDocument/2006/relationships" id="2147483707" r:id="R338e6bd6cb1b49be"/>
    <p:sldLayoutId xmlns:r="http://schemas.openxmlformats.org/officeDocument/2006/relationships" id="2147483708" r:id="R05051e2792484f32"/>
    <p:sldLayoutId xmlns:r="http://schemas.openxmlformats.org/officeDocument/2006/relationships" id="2147483709" r:id="R8735641fc22b454f"/>
    <p:sldLayoutId xmlns:r="http://schemas.openxmlformats.org/officeDocument/2006/relationships" id="2147483710" r:id="R88c48794f4c046ad"/>
  </p:sldLayoutIdLst>
  <p:hf sldNum="0" hdr="0" ftr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4FA9B052-FBD7-4D84-930C-F2D55942BF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107A7917-60A8-47F2-B9D9-AD856FCCF5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マスター テキストの書式設定</a:t>
            </a:r>
          </a:p>
          <a:p xmlns:a="http://schemas.openxmlformats.org/drawingml/2006/main">
            <a:pPr lvl="1">
              <a:buNone/>
            </a:pPr>
            <a:r>
              <a:t>第 2 レベル</a:t>
            </a:r>
          </a:p>
          <a:p xmlns:a="http://schemas.openxmlformats.org/drawingml/2006/main">
            <a:pPr lvl="2">
              <a:buNone/>
            </a:pPr>
            <a:r>
              <a:t>第 3 レベル</a:t>
            </a:r>
          </a:p>
          <a:p xmlns:a="http://schemas.openxmlformats.org/drawingml/2006/main">
            <a:pPr lvl="3">
              <a:buNone/>
            </a:pPr>
            <a:r>
              <a:t>第 4 レベル</a:t>
            </a:r>
          </a:p>
          <a:p xmlns:a="http://schemas.openxmlformats.org/drawingml/2006/main"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9EA267A1-403B-4287-87F8-722C147FEF4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フッター プレースホルダー 4">
            <a:extLst xmlns:a="http://schemas.openxmlformats.org/drawingml/2006/main">
              <a:ext uri="{FF2B5EF4-FFF2-40B4-BE49-F238E27FC236}">
                <a16:creationId xmlns:a16="http://schemas.microsoft.com/office/drawing/2014/main" id="{900815AE-A5DC-492B-85FC-94A57C23A42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スライド番号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FE887261-557E-4027-A4BC-7F93F28E29B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1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12" r:id="Rb518a966c2714a9a"/>
    <p:sldLayoutId xmlns:r="http://schemas.openxmlformats.org/officeDocument/2006/relationships" id="2147483713" r:id="R929d23c39a3740c9"/>
    <p:sldLayoutId xmlns:r="http://schemas.openxmlformats.org/officeDocument/2006/relationships" id="2147483714" r:id="R563b3e8ad7ab4891"/>
    <p:sldLayoutId xmlns:r="http://schemas.openxmlformats.org/officeDocument/2006/relationships" id="2147483715" r:id="Ra06d5bfddf444a5b"/>
    <p:sldLayoutId xmlns:r="http://schemas.openxmlformats.org/officeDocument/2006/relationships" id="2147483716" r:id="R7ffe5fc166384aa0"/>
    <p:sldLayoutId xmlns:r="http://schemas.openxmlformats.org/officeDocument/2006/relationships" id="2147483717" r:id="R327b6f5517094b14"/>
    <p:sldLayoutId xmlns:r="http://schemas.openxmlformats.org/officeDocument/2006/relationships" id="2147483718" r:id="Rb983cd5601334ce3"/>
    <p:sldLayoutId xmlns:r="http://schemas.openxmlformats.org/officeDocument/2006/relationships" id="2147483719" r:id="R5ef6664eec9c42b9"/>
    <p:sldLayoutId xmlns:r="http://schemas.openxmlformats.org/officeDocument/2006/relationships" id="2147483720" r:id="R9de547299a7a44ad"/>
    <p:sldLayoutId xmlns:r="http://schemas.openxmlformats.org/officeDocument/2006/relationships" id="2147483721" r:id="Rb5b4468d979649c7"/>
    <p:sldLayoutId xmlns:r="http://schemas.openxmlformats.org/officeDocument/2006/relationships" id="2147483722" r:id="Rc69386fbe31849fb"/>
    <p:sldLayoutId xmlns:r="http://schemas.openxmlformats.org/officeDocument/2006/relationships" id="2147483723" r:id="Rf9716d0fa5d64afd"/>
    <p:sldLayoutId xmlns:r="http://schemas.openxmlformats.org/officeDocument/2006/relationships" id="2147483724" r:id="R929d1640c88443f6"/>
    <p:sldLayoutId xmlns:r="http://schemas.openxmlformats.org/officeDocument/2006/relationships" id="2147483725" r:id="Re26d81d51c3b4030"/>
    <p:sldLayoutId xmlns:r="http://schemas.openxmlformats.org/officeDocument/2006/relationships" id="2147483726" r:id="R08404351145148d4"/>
    <p:sldLayoutId xmlns:r="http://schemas.openxmlformats.org/officeDocument/2006/relationships" id="2147483727" r:id="Rb77c381e276740dd"/>
    <p:sldLayoutId xmlns:r="http://schemas.openxmlformats.org/officeDocument/2006/relationships" id="2147483728" r:id="R3be69d8b150f4a29"/>
    <p:sldLayoutId xmlns:r="http://schemas.openxmlformats.org/officeDocument/2006/relationships" id="2147483729" r:id="Rfcefd1baa1484609"/>
    <p:sldLayoutId xmlns:r="http://schemas.openxmlformats.org/officeDocument/2006/relationships" id="2147483730" r:id="Racfa5130d87e4bbf"/>
    <p:sldLayoutId xmlns:r="http://schemas.openxmlformats.org/officeDocument/2006/relationships" id="2147483731" r:id="Rbb20a5e3c5f54350"/>
  </p:sldLayoutIdLst>
  <p:hf sldNum="0" hdr="0" ftr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5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9b30f81cc4dd41ba" /><Relationship Type="http://schemas.openxmlformats.org/officeDocument/2006/relationships/image" Target="/ppt/media/image21.png" Id="Rf923a7ee91e644e6" /><Relationship Type="http://schemas.openxmlformats.org/officeDocument/2006/relationships/notesSlide" Target="/ppt/notesSlides/notesSlide1.xml" Id="Rb1b0dd7a21f342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6b60d895b20c4b7e" /><Relationship Type="http://schemas.openxmlformats.org/officeDocument/2006/relationships/notesSlide" Target="/ppt/notesSlides/notesSlide2.xml" Id="R9222b98c1fad4d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0f872ee1a3db43a3" /><Relationship Type="http://schemas.openxmlformats.org/officeDocument/2006/relationships/image" Target="/ppt/media/image22.png" Id="R4ee211a56ce645e9" /><Relationship Type="http://schemas.openxmlformats.org/officeDocument/2006/relationships/notesSlide" Target="/ppt/notesSlides/notesSlide3.xml" Id="R6d2e90ca8bbf41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b10cea2a36044963" /><Relationship Type="http://schemas.openxmlformats.org/officeDocument/2006/relationships/image" Target="/ppt/media/image23.png" Id="R2c3e51a9f4aa4486" /><Relationship Type="http://schemas.openxmlformats.org/officeDocument/2006/relationships/notesSlide" Target="/ppt/notesSlides/notesSlide4.xml" Id="R72d73037bdc74a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0edeb7804bec4026" /><Relationship Type="http://schemas.openxmlformats.org/officeDocument/2006/relationships/image" Target="/ppt/media/image24.png" Id="Re28eb26531854d3b" /><Relationship Type="http://schemas.openxmlformats.org/officeDocument/2006/relationships/notesSlide" Target="/ppt/notesSlides/notesSlide5.xml" Id="Rb8b016413b2443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416522d7c51a4ac2" /><Relationship Type="http://schemas.openxmlformats.org/officeDocument/2006/relationships/image" Target="/ppt/media/image25.png" Id="Rabefe1b6b7a54c59" /><Relationship Type="http://schemas.openxmlformats.org/officeDocument/2006/relationships/notesSlide" Target="/ppt/notesSlides/notesSlide6.xml" Id="R962265eb81f74e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f7c2d1f675f04250" /><Relationship Type="http://schemas.openxmlformats.org/officeDocument/2006/relationships/notesSlide" Target="/ppt/notesSlides/notesSlide7.xml" Id="R2f0fa0a7f92f4e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b019f22108d3458e" /><Relationship Type="http://schemas.openxmlformats.org/officeDocument/2006/relationships/image" Target="/ppt/media/image26.png" Id="R49f249dfab51491a" /><Relationship Type="http://schemas.openxmlformats.org/officeDocument/2006/relationships/hyperlink" Target="file:///C:/Users/WME20901/Desktop/ZBPLC_Projects/WIN_20260722_13_09_46_Pro.mp4" TargetMode="External" Id="Rceae0ba0623c484c" /><Relationship Type="http://schemas.openxmlformats.org/officeDocument/2006/relationships/notesSlide" Target="/ppt/notesSlides/notesSlide8.xml" Id="R407681e280f84c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ded8faf7a2f64e96" /><Relationship Type="http://schemas.openxmlformats.org/officeDocument/2006/relationships/notesSlide" Target="/ppt/notesSlides/notesSlide9.xml" Id="Rf5f2af091e0d40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90603a8fb8154df5" /><Relationship Type="http://schemas.openxmlformats.org/officeDocument/2006/relationships/notesSlide" Target="/ppt/notesSlides/notesSlide10.xml" Id="R9ec434232ae745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646e595aaa9f40e5" /><Relationship Type="http://schemas.openxmlformats.org/officeDocument/2006/relationships/notesSlide" Target="/ppt/notesSlides/notesSlide11.xml" Id="Rc35eb85d455a4a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f1cf503e610a4feb" /><Relationship Type="http://schemas.openxmlformats.org/officeDocument/2006/relationships/notesSlide" Target="/ppt/notesSlides/notesSlide12.xml" Id="R31df6d31905e4e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283151757e9c48d1" /><Relationship Type="http://schemas.openxmlformats.org/officeDocument/2006/relationships/image" Target="/ppt/media/image27.png" Id="R197c11f90c804b7d" /><Relationship Type="http://schemas.openxmlformats.org/officeDocument/2006/relationships/notesSlide" Target="/ppt/notesSlides/notesSlide13.xml" Id="R13b09873423b448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6EBC3680-493D-4BD9-993E-C8D8F1F4975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140000" y="3528000"/>
            <a:ext cx="7332000" cy="14131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2026暑期夏令营公司总结汇报</a:t>
            </a:r>
            <a:endParaRPr sz="2600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50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张博｜南京理工大学 控制工程</a:t>
            </a:r>
            <a:endParaRPr sz="15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50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2026.07.13—2026.08.12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无锡村田电子 · 村田二场</a:t>
            </a:r>
          </a:p>
        </p:txBody>
      </p:sp>
      <p:sp>
        <p:nvSpPr>
          <p:cNvPr id="4" name="タイトル 3">
            <a:extLst xmlns:a="http://schemas.openxmlformats.org/drawingml/2006/main">
              <a:ext uri="{FF2B5EF4-FFF2-40B4-BE49-F238E27FC236}">
                <a16:creationId xmlns:a16="http://schemas.microsoft.com/office/drawing/2014/main" id="{633AFEB0-1D75-4B99-8558-2FAE7D9FFE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从学习参与走向现场价值</a:t>
            </a:r>
          </a:p>
        </p:txBody>
      </p:sp>
      <p:pic>
        <p:nvPicPr>
          <p:cNvPr id="1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3a7ee91e644e6"/>
          <a:srcRect xmlns:a="http://schemas.openxmlformats.org/drawingml/2006/main" l="31851" t="0" r="3185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3359658" cy="5209223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0353E20-70AA-4995-96B0-1903B72B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9320"/>
            <a:ext cx="12188952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E9133B5-6B31-487D-B453-1F98B1CE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5332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</a:p>
          <a:p xmlns:a="http://schemas.openxmlformats.org/drawingml/2006/main"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4BDFFBB-3603-47DA-A97C-C5A5F8EF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6053328"/>
            <a:ext cx="1463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/ 13</a:t>
            </a:r>
          </a:p>
        </p:txBody>
      </p:sp>
    </p:spTree>
    <p:extLst>
      <p:ext uri="{BB962C8B-B14F-4D97-AF65-F5344CB8AC3E}">
        <p14:creationId xmlns:p14="http://schemas.microsoft.com/office/powerpoint/2010/main" val="2296878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93699EB0-EE50-463E-8C19-A30CB978BDB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723900" y="5467350"/>
            <a:ext cx="10744200" cy="514350"/>
          </a:xfrm>
        </p:spPr>
        <p:txBody>
          <a:bodyPr xmlns:a="http://schemas.openxmlformats.org/drawingml/2006/main">
            <a:normAutofit fontScale="94136" lnSpcReduction="10000"/>
          </a:bodyPr>
          <a:lstStyle xmlns:a="http://schemas.openxmlformats.org/drawingml/2006/main"/>
          <a:p xmlns:a="http://schemas.openxmlformats.org/drawingml/2006/main">
            <a:r>
              <a:rPr sz="135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结果：完成规定活动、部门学习和代表性课题实践</a:t>
            </a:r>
            <a:endParaRPr sz="135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35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判断：形成了理解现场、连接系统、验证结果的工作方法</a:t>
            </a:r>
            <a:endParaRPr sz="135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9E16F8D1-33F3-4CB8-BAB7-8720901EA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一个月，我完成了三次角色转变</a:t>
            </a:r>
          </a:p>
        </p:txBody>
      </p:sp>
      <p:sp>
        <p:nvSpPr>
          <p:cNvPr id="4" name="s02-days">
            <a:extLst xmlns:a="http://schemas.openxmlformats.org/drawingml/2006/main">
              <a:ext uri="{FF2B5EF4-FFF2-40B4-BE49-F238E27FC236}">
                <a16:creationId xmlns:a16="http://schemas.microsoft.com/office/drawing/2014/main" id="{89E6B26D-26ED-4B44-9492-79DB89AC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62050"/>
            <a:ext cx="171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30天</a:t>
            </a:r>
          </a:p>
        </p:txBody>
      </p:sp>
      <p:sp>
        <p:nvSpPr>
          <p:cNvPr id="5" name="s02-date">
            <a:extLst xmlns:a="http://schemas.openxmlformats.org/drawingml/2006/main">
              <a:ext uri="{FF2B5EF4-FFF2-40B4-BE49-F238E27FC236}">
                <a16:creationId xmlns:a16="http://schemas.microsoft.com/office/drawing/2014/main" id="{D055CD43-BD02-43CC-8DD4-D1B8A630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5262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7.13—8.12</a:t>
            </a:r>
          </a:p>
        </p:txBody>
      </p:sp>
      <p:sp>
        <p:nvSpPr>
          <p:cNvPr id="6" name="s02-flow-line">
            <a:extLst xmlns:a="http://schemas.openxmlformats.org/drawingml/2006/main">
              <a:ext uri="{FF2B5EF4-FFF2-40B4-BE49-F238E27FC236}">
                <a16:creationId xmlns:a16="http://schemas.microsoft.com/office/drawing/2014/main" id="{4B206CB7-BE6A-4FF9-B767-2C893485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781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02-01-num">
            <a:extLst xmlns:a="http://schemas.openxmlformats.org/drawingml/2006/main">
              <a:ext uri="{FF2B5EF4-FFF2-40B4-BE49-F238E27FC236}">
                <a16:creationId xmlns:a16="http://schemas.microsoft.com/office/drawing/2014/main" id="{EA91CBCA-58A5-4C95-9E5E-86B1EFAD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098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2-01-title">
            <a:extLst xmlns:a="http://schemas.openxmlformats.org/drawingml/2006/main">
              <a:ext uri="{FF2B5EF4-FFF2-40B4-BE49-F238E27FC236}">
                <a16:creationId xmlns:a16="http://schemas.microsoft.com/office/drawing/2014/main" id="{C269618D-D4EC-4953-B872-9A2562DB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575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参加活动</a:t>
            </a:r>
          </a:p>
        </p:txBody>
      </p:sp>
      <p:sp>
        <p:nvSpPr>
          <p:cNvPr id="9" name="s02-01-detail">
            <a:extLst xmlns:a="http://schemas.openxmlformats.org/drawingml/2006/main">
              <a:ext uri="{FF2B5EF4-FFF2-40B4-BE49-F238E27FC236}">
                <a16:creationId xmlns:a16="http://schemas.microsoft.com/office/drawing/2014/main" id="{525C14FC-E108-459E-8B95-EF07109F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理解企业、安全与文化</a:t>
            </a:r>
          </a:p>
        </p:txBody>
      </p:sp>
      <p:sp>
        <p:nvSpPr>
          <p:cNvPr id="10" name="s02-02-num">
            <a:extLst xmlns:a="http://schemas.openxmlformats.org/drawingml/2006/main">
              <a:ext uri="{FF2B5EF4-FFF2-40B4-BE49-F238E27FC236}">
                <a16:creationId xmlns:a16="http://schemas.microsoft.com/office/drawing/2014/main" id="{4F3C1CC5-33A8-47EE-8D7D-A2C5A4EA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098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2-02-title">
            <a:extLst xmlns:a="http://schemas.openxmlformats.org/drawingml/2006/main">
              <a:ext uri="{FF2B5EF4-FFF2-40B4-BE49-F238E27FC236}">
                <a16:creationId xmlns:a16="http://schemas.microsoft.com/office/drawing/2014/main" id="{9D54631F-0173-4820-A476-78A06424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575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进入部门</a:t>
            </a:r>
          </a:p>
        </p:txBody>
      </p:sp>
      <p:sp>
        <p:nvSpPr>
          <p:cNvPr id="12" name="s02-02-detail">
            <a:extLst xmlns:a="http://schemas.openxmlformats.org/drawingml/2006/main">
              <a:ext uri="{FF2B5EF4-FFF2-40B4-BE49-F238E27FC236}">
                <a16:creationId xmlns:a16="http://schemas.microsoft.com/office/drawing/2014/main" id="{6DF15355-31DC-4FDE-A456-7373A244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909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建立设备与控制链认知</a:t>
            </a:r>
          </a:p>
        </p:txBody>
      </p:sp>
      <p:sp>
        <p:nvSpPr>
          <p:cNvPr id="13" name="s02-03-num">
            <a:extLst xmlns:a="http://schemas.openxmlformats.org/drawingml/2006/main">
              <a:ext uri="{FF2B5EF4-FFF2-40B4-BE49-F238E27FC236}">
                <a16:creationId xmlns:a16="http://schemas.microsoft.com/office/drawing/2014/main" id="{42FA4FA6-86F7-4B10-BA2B-B521B5E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098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2-03-title">
            <a:extLst xmlns:a="http://schemas.openxmlformats.org/drawingml/2006/main">
              <a:ext uri="{FF2B5EF4-FFF2-40B4-BE49-F238E27FC236}">
                <a16:creationId xmlns:a16="http://schemas.microsoft.com/office/drawing/2014/main" id="{E83F2C97-5B72-4E73-971D-86BBF845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参与课题</a:t>
            </a:r>
          </a:p>
        </p:txBody>
      </p:sp>
      <p:sp>
        <p:nvSpPr>
          <p:cNvPr id="15" name="s02-03-detail">
            <a:extLst xmlns:a="http://schemas.openxmlformats.org/drawingml/2006/main">
              <a:ext uri="{FF2B5EF4-FFF2-40B4-BE49-F238E27FC236}">
                <a16:creationId xmlns:a16="http://schemas.microsoft.com/office/drawing/2014/main" id="{1EDFD9C0-3488-4DEF-AF85-7596620B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909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完成动作单元并界定边界</a:t>
            </a:r>
          </a:p>
        </p:txBody>
      </p:sp>
      <p:sp>
        <p:nvSpPr>
          <p:cNvPr id="16" name="s02-result-rule">
            <a:extLst xmlns:a="http://schemas.openxmlformats.org/drawingml/2006/main">
              <a:ext uri="{FF2B5EF4-FFF2-40B4-BE49-F238E27FC236}">
                <a16:creationId xmlns:a16="http://schemas.microsoft.com/office/drawing/2014/main" id="{BC35C705-3908-4208-8978-97CB240B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10668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02-result">
            <a:extLst xmlns:a="http://schemas.openxmlformats.org/drawingml/2006/main">
              <a:ext uri="{FF2B5EF4-FFF2-40B4-BE49-F238E27FC236}">
                <a16:creationId xmlns:a16="http://schemas.microsoft.com/office/drawing/2014/main" id="{30E73E34-1342-4BF5-BDA1-70750442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1次公司认知 · 1条技术路径 · 1个现场课题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2421629-E77E-4A1B-B902-3348998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8B7737E-70F6-4EBD-9DB0-F887E34C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32EA85D-7F89-4F7A-AD34-3C2A59FB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5499845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FEDD3489-34C7-4ED1-BDE7-CECD0838046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8090535" y="1556792"/>
            <a:ext cx="3333750" cy="257683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企业与安全</a:t>
            </a:r>
          </a:p>
          <a:p xmlns:a="http://schemas.openxmlformats.org/drawingml/2006/main"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产业与技术</a:t>
            </a:r>
          </a:p>
          <a:p xmlns:a="http://schemas.openxmlformats.org/drawingml/2006/main"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团队与交流</a:t>
            </a:r>
          </a:p>
          <a:p xmlns:a="http://schemas.openxmlformats.org/drawingml/2006/main"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成果输出</a:t>
            </a:r>
          </a:p>
        </p:txBody>
      </p:sp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1B557AA0-9AB8-4B01-BD05-F2E89D3F71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活动参与｜先理解企业如何把技术变成制造能力</a:t>
            </a:r>
          </a:p>
        </p:txBody>
      </p:sp>
      <p:sp>
        <p:nvSpPr>
          <p:cNvPr id="6" name="s03-tag">
            <a:extLst xmlns:a="http://schemas.openxmlformats.org/drawingml/2006/main">
              <a:ext uri="{FF2B5EF4-FFF2-40B4-BE49-F238E27FC236}">
                <a16:creationId xmlns:a16="http://schemas.microsoft.com/office/drawing/2014/main" id="{31AFB780-AE73-4A45-A2AA-F97E8A4C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123950"/>
            <a:ext cx="3614092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活动参与｜公司视野</a:t>
            </a:r>
          </a:p>
        </p:txBody>
      </p:sp>
      <p:sp>
        <p:nvSpPr>
          <p:cNvPr id="7" name="s03-dot-1">
            <a:extLst xmlns:a="http://schemas.openxmlformats.org/drawingml/2006/main">
              <a:ext uri="{FF2B5EF4-FFF2-40B4-BE49-F238E27FC236}">
                <a16:creationId xmlns:a16="http://schemas.microsoft.com/office/drawing/2014/main" id="{50EC0C05-B123-4C20-9D63-068938B3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9608" y="1777797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78211" lnSpcReduction="2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s03-dot-2">
            <a:extLst xmlns:a="http://schemas.openxmlformats.org/drawingml/2006/main">
              <a:ext uri="{FF2B5EF4-FFF2-40B4-BE49-F238E27FC236}">
                <a16:creationId xmlns:a16="http://schemas.microsoft.com/office/drawing/2014/main" id="{602B39AA-F5D0-42C6-94D4-6190C8EC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9608" y="248032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78211" lnSpcReduction="2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3-dot-3">
            <a:extLst xmlns:a="http://schemas.openxmlformats.org/drawingml/2006/main">
              <a:ext uri="{FF2B5EF4-FFF2-40B4-BE49-F238E27FC236}">
                <a16:creationId xmlns:a16="http://schemas.microsoft.com/office/drawing/2014/main" id="{0C9256AB-B583-4E4E-A878-596C4BD6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2184" y="3145949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78211" lnSpcReduction="2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0" name="s03-dot-4">
            <a:extLst xmlns:a="http://schemas.openxmlformats.org/drawingml/2006/main">
              <a:ext uri="{FF2B5EF4-FFF2-40B4-BE49-F238E27FC236}">
                <a16:creationId xmlns:a16="http://schemas.microsoft.com/office/drawing/2014/main" id="{A45460B6-A92E-4A77-B038-71C36B09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2184" y="3794021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78211" lnSpcReduction="2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" name="s03-callout-line">
            <a:extLst xmlns:a="http://schemas.openxmlformats.org/drawingml/2006/main">
              <a:ext uri="{FF2B5EF4-FFF2-40B4-BE49-F238E27FC236}">
                <a16:creationId xmlns:a16="http://schemas.microsoft.com/office/drawing/2014/main" id="{11656130-9628-4475-8866-00CEA69C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73282"/>
            <a:ext cx="0" cy="990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03-callout">
            <a:extLst xmlns:a="http://schemas.openxmlformats.org/drawingml/2006/main">
              <a:ext uri="{FF2B5EF4-FFF2-40B4-BE49-F238E27FC236}">
                <a16:creationId xmlns:a16="http://schemas.microsoft.com/office/drawing/2014/main" id="{5246712E-8159-440F-A0CD-E0DF6AB9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10824"/>
            <a:ext cx="3429000" cy="155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我参与了安全教育、企业介绍、智能装备、集成电路产业、人工智能趋势、拓展与交流等活动。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收获：先理解企业运行，再进入具体技术问题。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8579E46-B951-4986-A39B-D267C19E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B8CB16F-0405-4DB5-9627-9053FB06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F48FAEF-2324-4667-84B0-A57FBCB1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33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211a56ce645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0390" y="825500"/>
            <a:ext cx="6943090" cy="559689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62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66D093A4-FFCB-4AB1-B558-7D583F1BB28C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876300" y="5102696"/>
            <a:ext cx="4476750" cy="9906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每一步都为下一步服务：</a:t>
            </a:r>
          </a:p>
          <a:p xmlns:a="http://schemas.openxmlformats.org/drawingml/2006/main"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先理解设备，再连接控制，最后进入实践。</a:t>
            </a:r>
          </a:p>
        </p:txBody>
      </p:sp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A0111A67-EA45-4B7D-832F-543CA23DA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部门实践把学习广度收敛成一条技术路径</a:t>
            </a:r>
          </a:p>
        </p:txBody>
      </p:sp>
      <p:sp>
        <p:nvSpPr>
          <p:cNvPr id="4" name="s04-stage-line">
            <a:extLst xmlns:a="http://schemas.openxmlformats.org/drawingml/2006/main">
              <a:ext uri="{FF2B5EF4-FFF2-40B4-BE49-F238E27FC236}">
                <a16:creationId xmlns:a16="http://schemas.microsoft.com/office/drawing/2014/main" id="{8DFF65D1-F91F-48D1-B633-FF46CD26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458094"/>
            <a:ext cx="13023" cy="27690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04-stage-1">
            <a:extLst xmlns:a="http://schemas.openxmlformats.org/drawingml/2006/main">
              <a:ext uri="{FF2B5EF4-FFF2-40B4-BE49-F238E27FC236}">
                <a16:creationId xmlns:a16="http://schemas.microsoft.com/office/drawing/2014/main" id="{AF768CC4-F6B2-4F4F-8C5D-C7E4F5B8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6876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04-title-1">
            <a:extLst xmlns:a="http://schemas.openxmlformats.org/drawingml/2006/main">
              <a:ext uri="{FF2B5EF4-FFF2-40B4-BE49-F238E27FC236}">
                <a16:creationId xmlns:a16="http://schemas.microsoft.com/office/drawing/2014/main" id="{E0308B80-4C79-40EA-BB39-0E26B122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763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7" name="s04-detail-1">
            <a:extLst xmlns:a="http://schemas.openxmlformats.org/drawingml/2006/main">
              <a:ext uri="{FF2B5EF4-FFF2-40B4-BE49-F238E27FC236}">
                <a16:creationId xmlns:a16="http://schemas.microsoft.com/office/drawing/2014/main" id="{C74DE680-390A-4F4F-A4C8-D9E9191C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安全意识｜SUS合理化线｜UV贴膜线</a:t>
            </a:r>
          </a:p>
        </p:txBody>
      </p:sp>
      <p:sp>
        <p:nvSpPr>
          <p:cNvPr id="8" name="s04-stage-2">
            <a:extLst xmlns:a="http://schemas.openxmlformats.org/drawingml/2006/main">
              <a:ext uri="{FF2B5EF4-FFF2-40B4-BE49-F238E27FC236}">
                <a16:creationId xmlns:a16="http://schemas.microsoft.com/office/drawing/2014/main" id="{1FD54F8A-CEF5-462E-B5BF-B12C62B8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82738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4-title-2">
            <a:extLst xmlns:a="http://schemas.openxmlformats.org/drawingml/2006/main">
              <a:ext uri="{FF2B5EF4-FFF2-40B4-BE49-F238E27FC236}">
                <a16:creationId xmlns:a16="http://schemas.microsoft.com/office/drawing/2014/main" id="{28173F88-8279-4CFB-89D6-BDFF0A3F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431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PLC与通信</a:t>
            </a:r>
          </a:p>
        </p:txBody>
      </p:sp>
      <p:sp>
        <p:nvSpPr>
          <p:cNvPr id="10" name="s04-detail-2">
            <a:extLst xmlns:a="http://schemas.openxmlformats.org/drawingml/2006/main">
              <a:ext uri="{FF2B5EF4-FFF2-40B4-BE49-F238E27FC236}">
                <a16:creationId xmlns:a16="http://schemas.microsoft.com/office/drawing/2014/main" id="{39D06B6B-76C6-4D5B-9301-EA87FBD6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479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梯形图｜I/O映射｜ST｜工业以太网</a:t>
            </a:r>
          </a:p>
        </p:txBody>
      </p:sp>
      <p:sp>
        <p:nvSpPr>
          <p:cNvPr id="11" name="s04-stage-3">
            <a:extLst xmlns:a="http://schemas.openxmlformats.org/drawingml/2006/main">
              <a:ext uri="{FF2B5EF4-FFF2-40B4-BE49-F238E27FC236}">
                <a16:creationId xmlns:a16="http://schemas.microsoft.com/office/drawing/2014/main" id="{03AC4263-4ADB-4372-A81A-B86D477E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3081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04-title-3">
            <a:extLst xmlns:a="http://schemas.openxmlformats.org/drawingml/2006/main">
              <a:ext uri="{FF2B5EF4-FFF2-40B4-BE49-F238E27FC236}">
                <a16:creationId xmlns:a16="http://schemas.microsoft.com/office/drawing/2014/main" id="{F42303EA-610A-4E0B-8E29-3181D790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098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机器人</a:t>
            </a:r>
          </a:p>
        </p:txBody>
      </p:sp>
      <p:sp>
        <p:nvSpPr>
          <p:cNvPr id="13" name="s04-detail-3">
            <a:extLst xmlns:a="http://schemas.openxmlformats.org/drawingml/2006/main">
              <a:ext uri="{FF2B5EF4-FFF2-40B4-BE49-F238E27FC236}">
                <a16:creationId xmlns:a16="http://schemas.microsoft.com/office/drawing/2014/main" id="{07ACDB5D-33CA-4E84-AC67-BAF6B3FD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27226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示教器｜坐标系｜低速手动操作</a:t>
            </a:r>
          </a:p>
        </p:txBody>
      </p:sp>
      <p:sp>
        <p:nvSpPr>
          <p:cNvPr id="14" name="s04-stage-4">
            <a:extLst xmlns:a="http://schemas.openxmlformats.org/drawingml/2006/main">
              <a:ext uri="{FF2B5EF4-FFF2-40B4-BE49-F238E27FC236}">
                <a16:creationId xmlns:a16="http://schemas.microsoft.com/office/drawing/2014/main" id="{B68DBB41-E37D-4086-8DA5-AC078833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78882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04-title-4">
            <a:extLst xmlns:a="http://schemas.openxmlformats.org/drawingml/2006/main">
              <a:ext uri="{FF2B5EF4-FFF2-40B4-BE49-F238E27FC236}">
                <a16:creationId xmlns:a16="http://schemas.microsoft.com/office/drawing/2014/main" id="{AAE0F51E-36F2-415C-AD7B-77C13B28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76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课题实践</a:t>
            </a:r>
          </a:p>
        </p:txBody>
      </p:sp>
      <p:sp>
        <p:nvSpPr>
          <p:cNvPr id="16" name="s04-detail-4">
            <a:extLst xmlns:a="http://schemas.openxmlformats.org/drawingml/2006/main">
              <a:ext uri="{FF2B5EF4-FFF2-40B4-BE49-F238E27FC236}">
                <a16:creationId xmlns:a16="http://schemas.microsoft.com/office/drawing/2014/main" id="{A56ADACD-EC63-4420-AC7C-3EADEF43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814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吸取、检测与动作衔接</a:t>
            </a:r>
          </a:p>
        </p:txBody>
      </p:sp>
      <p:sp>
        <p:nvSpPr>
          <p:cNvPr id="17" name="s04-stage-5">
            <a:extLst xmlns:a="http://schemas.openxmlformats.org/drawingml/2006/main">
              <a:ext uri="{FF2B5EF4-FFF2-40B4-BE49-F238E27FC236}">
                <a16:creationId xmlns:a16="http://schemas.microsoft.com/office/drawing/2014/main" id="{27E0F03E-9E2A-4B2D-941A-A1F0E0E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933056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04-title-5">
            <a:extLst xmlns:a="http://schemas.openxmlformats.org/drawingml/2006/main">
              <a:ext uri="{FF2B5EF4-FFF2-40B4-BE49-F238E27FC236}">
                <a16:creationId xmlns:a16="http://schemas.microsoft.com/office/drawing/2014/main" id="{497F84A0-3C9F-470A-932D-3D5275E3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总结输出</a:t>
            </a:r>
          </a:p>
        </p:txBody>
      </p:sp>
      <p:sp>
        <p:nvSpPr>
          <p:cNvPr id="19" name="s04-detail-5">
            <a:extLst xmlns:a="http://schemas.openxmlformats.org/drawingml/2006/main">
              <a:ext uri="{FF2B5EF4-FFF2-40B4-BE49-F238E27FC236}">
                <a16:creationId xmlns:a16="http://schemas.microsoft.com/office/drawing/2014/main" id="{C5F21E82-F307-494E-B81C-2D7C5267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481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资料沉淀与成果汇报</a:t>
            </a:r>
          </a:p>
        </p:txBody>
      </p:sp>
      <p:sp>
        <p:nvSpPr>
          <p:cNvPr id="20" name="s04-plan-frame">
            <a:extLst xmlns:a="http://schemas.openxmlformats.org/drawingml/2006/main">
              <a:ext uri="{FF2B5EF4-FFF2-40B4-BE49-F238E27FC236}">
                <a16:creationId xmlns:a16="http://schemas.microsoft.com/office/drawing/2014/main" id="{39B11C89-990A-406D-B3FC-6EF9CD20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23950"/>
            <a:ext cx="565785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04-image-tag">
            <a:extLst xmlns:a="http://schemas.openxmlformats.org/drawingml/2006/main">
              <a:ext uri="{FF2B5EF4-FFF2-40B4-BE49-F238E27FC236}">
                <a16:creationId xmlns:a16="http://schemas.microsoft.com/office/drawing/2014/main" id="{526B017A-C222-4EBF-919D-3053D854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57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部门工作｜技术深度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3B2A550-1D44-41A7-97F8-C5C0919C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E757866A-E21C-4909-9B39-29B88733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24D12388-F56C-48D1-B158-B0900503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70" name="图片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e51a9f4aa44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16525" y="765175"/>
            <a:ext cx="6499225" cy="5534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820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BE663931-12F0-490D-9E17-906E632A8DD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838200" y="1714500"/>
            <a:ext cx="2809528" cy="2476500"/>
          </a:xfrm>
        </p:spPr>
        <p:txBody>
          <a:bodyPr xmlns:a="http://schemas.openxmlformats.org/drawingml/2006/main">
            <a:normAutofit fontScale="954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SUS合理化线</a:t>
            </a:r>
          </a:p>
          <a:p xmlns:a="http://schemas.openxmlformats.org/drawingml/2006/main"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UV贴膜自动化线</a:t>
            </a:r>
          </a:p>
          <a:p xmlns:a="http://schemas.openxmlformats.org/drawingml/2006/main"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电气部品与执行元件</a:t>
            </a:r>
          </a:p>
          <a:p xmlns:a="http://schemas.openxmlformats.org/drawingml/2006/main"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PLC、传感器与机器人</a:t>
            </a:r>
          </a:p>
        </p:txBody>
      </p:sp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FE5F6DB0-201A-4323-8782-B48F8E3D61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部门工作不是操作单机，而是维护一条控制链</a:t>
            </a:r>
          </a:p>
        </p:txBody>
      </p:sp>
      <p:sp>
        <p:nvSpPr>
          <p:cNvPr id="4" name="s06-tag">
            <a:extLst xmlns:a="http://schemas.openxmlformats.org/drawingml/2006/main">
              <a:ext uri="{FF2B5EF4-FFF2-40B4-BE49-F238E27FC236}">
                <a16:creationId xmlns:a16="http://schemas.microsoft.com/office/drawing/2014/main" id="{609D746A-5E53-4035-841A-53992615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00150"/>
            <a:ext cx="280952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部门工作</a:t>
            </a:r>
          </a:p>
        </p:txBody>
      </p:sp>
      <p:sp>
        <p:nvSpPr>
          <p:cNvPr id="5" name="s06-chain-line">
            <a:extLst xmlns:a="http://schemas.openxmlformats.org/drawingml/2006/main">
              <a:ext uri="{FF2B5EF4-FFF2-40B4-BE49-F238E27FC236}">
                <a16:creationId xmlns:a16="http://schemas.microsoft.com/office/drawing/2014/main" id="{4B86A38C-60BE-48B0-A9C7-E6883BCF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3200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06-chain">
            <a:extLst xmlns:a="http://schemas.openxmlformats.org/drawingml/2006/main">
              <a:ext uri="{FF2B5EF4-FFF2-40B4-BE49-F238E27FC236}">
                <a16:creationId xmlns:a16="http://schemas.microsoft.com/office/drawing/2014/main" id="{A0EF044D-212E-4A19-95BE-51BD0FAC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766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感知  →  判断  →  通信  →  执行</a:t>
            </a:r>
          </a:p>
        </p:txBody>
      </p:sp>
      <p:sp>
        <p:nvSpPr>
          <p:cNvPr id="7" name="s06-chain-detail">
            <a:extLst xmlns:a="http://schemas.openxmlformats.org/drawingml/2006/main">
              <a:ext uri="{FF2B5EF4-FFF2-40B4-BE49-F238E27FC236}">
                <a16:creationId xmlns:a16="http://schemas.microsoft.com/office/drawing/2014/main" id="{11681902-F459-4A7C-AC20-C3C1128F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5314950"/>
            <a:ext cx="4223784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60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把设备状态转化为可执行动作</a:t>
            </a:r>
          </a:p>
        </p:txBody>
      </p:sp>
      <p:pic>
        <p:nvPicPr>
          <p:cNvPr id="26" name="图片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eb26531854d3b"/>
          <a:srcRect xmlns:a="http://schemas.openxmlformats.org/drawingml/2006/main" l="8881" t="0" r="88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1104900"/>
            <a:ext cx="6819900" cy="4667250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7BD282F-343F-40CB-A847-E859A4ED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D7E6DA7-82F7-418F-A87C-078F4D76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1A29E0D-D973-4ABF-90D9-20CC4269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9196881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图片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fe1b6b7a54c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73175" y="191135"/>
            <a:ext cx="9435465" cy="5303520"/>
          </a:xfrm>
          <a:prstGeom xmlns:a="http://schemas.openxmlformats.org/drawingml/2006/main" prst="rect">
            <a:avLst/>
          </a:prstGeom>
        </p:spPr>
      </p:pic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7371EE46-49B1-4FB1-8EB0-AC72817817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参加课题｜利用现有条件提升检测信息覆盖</a:t>
            </a:r>
          </a:p>
        </p:txBody>
      </p:sp>
      <p:sp>
        <p:nvSpPr>
          <p:cNvPr id="4" name="s10-label-0">
            <a:extLst xmlns:a="http://schemas.openxmlformats.org/drawingml/2006/main">
              <a:ext uri="{FF2B5EF4-FFF2-40B4-BE49-F238E27FC236}">
                <a16:creationId xmlns:a16="http://schemas.microsoft.com/office/drawing/2014/main" id="{9E12DEBA-7E8D-450D-8D4A-3AFE762A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175" y="1123352"/>
            <a:ext cx="1462151" cy="45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1  贴片完成</a:t>
            </a:r>
          </a:p>
        </p:txBody>
      </p:sp>
      <p:sp>
        <p:nvSpPr>
          <p:cNvPr id="5" name="s10-label-1">
            <a:extLst xmlns:a="http://schemas.openxmlformats.org/drawingml/2006/main">
              <a:ext uri="{FF2B5EF4-FFF2-40B4-BE49-F238E27FC236}">
                <a16:creationId xmlns:a16="http://schemas.microsoft.com/office/drawing/2014/main" id="{66733096-43BC-4F2F-8F9A-96CE701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642" y="1123352"/>
            <a:ext cx="1169034" cy="45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2  激光测高</a:t>
            </a:r>
          </a:p>
        </p:txBody>
      </p:sp>
      <p:sp>
        <p:nvSpPr>
          <p:cNvPr id="6" name="s10-label-2">
            <a:extLst xmlns:a="http://schemas.openxmlformats.org/drawingml/2006/main">
              <a:ext uri="{FF2B5EF4-FFF2-40B4-BE49-F238E27FC236}">
                <a16:creationId xmlns:a16="http://schemas.microsoft.com/office/drawing/2014/main" id="{709EB27B-4E09-4254-8436-A63EC0C1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2992" y="1123352"/>
            <a:ext cx="1169036" cy="45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3  吸嘴取膜</a:t>
            </a:r>
          </a:p>
        </p:txBody>
      </p:sp>
      <p:sp>
        <p:nvSpPr>
          <p:cNvPr id="7" name="s10-label-3">
            <a:extLst xmlns:a="http://schemas.openxmlformats.org/drawingml/2006/main">
              <a:ext uri="{FF2B5EF4-FFF2-40B4-BE49-F238E27FC236}">
                <a16:creationId xmlns:a16="http://schemas.microsoft.com/office/drawing/2014/main" id="{7183C157-2261-4579-986C-20A7215C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123352"/>
            <a:ext cx="1097280" cy="45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4  取膜检测</a:t>
            </a:r>
          </a:p>
        </p:txBody>
      </p:sp>
      <p:sp>
        <p:nvSpPr>
          <p:cNvPr id="8" name="s10-label-4">
            <a:extLst xmlns:a="http://schemas.openxmlformats.org/drawingml/2006/main">
              <a:ext uri="{FF2B5EF4-FFF2-40B4-BE49-F238E27FC236}">
                <a16:creationId xmlns:a16="http://schemas.microsoft.com/office/drawing/2014/main" id="{583F1956-63C9-4385-B139-41B8B29F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940" y="1123352"/>
            <a:ext cx="1240790" cy="45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5  膜材贴合</a:t>
            </a:r>
          </a:p>
        </p:txBody>
      </p:sp>
      <p:sp>
        <p:nvSpPr>
          <p:cNvPr id="9" name="s10-label-5">
            <a:extLst xmlns:a="http://schemas.openxmlformats.org/drawingml/2006/main">
              <a:ext uri="{FF2B5EF4-FFF2-40B4-BE49-F238E27FC236}">
                <a16:creationId xmlns:a16="http://schemas.microsoft.com/office/drawing/2014/main" id="{30D6DC24-B1E5-4D1C-90D5-670FB180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046" y="1123352"/>
            <a:ext cx="1169035" cy="45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6  进入加压</a:t>
            </a:r>
          </a:p>
        </p:txBody>
      </p:sp>
      <p:sp>
        <p:nvSpPr>
          <p:cNvPr id="11" name="s10-task-line">
            <a:extLst xmlns:a="http://schemas.openxmlformats.org/drawingml/2006/main">
              <a:ext uri="{FF2B5EF4-FFF2-40B4-BE49-F238E27FC236}">
                <a16:creationId xmlns:a16="http://schemas.microsoft.com/office/drawing/2014/main" id="{0CF7D829-D339-4AF2-9D3B-56D2D5CE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90" y="4698077"/>
            <a:ext cx="1216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10-task-tag">
            <a:extLst xmlns:a="http://schemas.openxmlformats.org/drawingml/2006/main">
              <a:ext uri="{FF2B5EF4-FFF2-40B4-BE49-F238E27FC236}">
                <a16:creationId xmlns:a16="http://schemas.microsoft.com/office/drawing/2014/main" id="{080442F6-63EA-42D8-AFD8-3C386377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50740"/>
            <a:ext cx="1060704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参与课题：双角检测动作改造</a:t>
            </a:r>
          </a:p>
        </p:txBody>
      </p:sp>
      <p:sp>
        <p:nvSpPr>
          <p:cNvPr id="13" name="s10-task">
            <a:extLst xmlns:a="http://schemas.openxmlformats.org/drawingml/2006/main">
              <a:ext uri="{FF2B5EF4-FFF2-40B4-BE49-F238E27FC236}">
                <a16:creationId xmlns:a16="http://schemas.microsoft.com/office/drawing/2014/main" id="{B50B25D1-F1FD-450B-8F9F-AA78D970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43475"/>
            <a:ext cx="10607040" cy="34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在不新增激光传感器、不改变原主流程的条件下，通过调整机械臂动作，让膜材两个角依次经过同一固定检测点。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7C5845B-BDFD-4361-9BCC-B553778A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AC9299C-B7F4-4B69-8A0E-4B07F1D6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39EB830-9F5A-4690-BE25-E4367982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2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D27C657-DCA8-4DEC-91C3-C6A6A8A2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" y="5346700"/>
            <a:ext cx="5111175" cy="9550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E8EC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rIns="109728" bIns="73152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现场问题｜单角检测信息有限</a:t>
            </a:r>
          </a:p>
          <a:p xmlns:a="http://schemas.openxmlformats.org/drawingml/2006/main">
            <a:r>
              <a:rPr sz="1275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静电吸附可能造成多张膜叠附，另一侧状态没有被覆盖。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372D21D1-EE68-4B69-A118-134406A1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983" y="5348605"/>
            <a:ext cx="5556121" cy="944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5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rIns="109728" bIns="73152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我的任务｜用动作扩展检测覆盖</a:t>
            </a:r>
          </a:p>
          <a:p xmlns:a="http://schemas.openxmlformats.org/drawingml/2006/main">
            <a:r>
              <a:rPr sz="1275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在指导下完成点位确认、路径设计、低速调试与原流程衔接。</a:t>
            </a:r>
          </a:p>
        </p:txBody>
      </p:sp>
    </p:spTree>
    <p:extLst>
      <p:ext uri="{BB962C8B-B14F-4D97-AF65-F5344CB8AC3E}">
        <p14:creationId xmlns:p14="http://schemas.microsoft.com/office/powerpoint/2010/main" val="15632117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AB4A703B-DA3E-408E-8B91-05C3005D8D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我的方案｜一个固定检测点覆盖两个角</a:t>
            </a:r>
          </a:p>
        </p:txBody>
      </p:sp>
      <p:sp>
        <p:nvSpPr>
          <p:cNvPr id="4" name="s11-original-heading">
            <a:extLst xmlns:a="http://schemas.openxmlformats.org/drawingml/2006/main">
              <a:ext uri="{FF2B5EF4-FFF2-40B4-BE49-F238E27FC236}">
                <a16:creationId xmlns:a16="http://schemas.microsoft.com/office/drawing/2014/main" id="{46A22ECF-750D-4FBA-8B75-E0ECA849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620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原动作｜单角检测</a:t>
            </a:r>
          </a:p>
        </p:txBody>
      </p:sp>
      <p:sp>
        <p:nvSpPr>
          <p:cNvPr id="5" name="s11-target-heading">
            <a:extLst xmlns:a="http://schemas.openxmlformats.org/drawingml/2006/main">
              <a:ext uri="{FF2B5EF4-FFF2-40B4-BE49-F238E27FC236}">
                <a16:creationId xmlns:a16="http://schemas.microsoft.com/office/drawing/2014/main" id="{D9951BBD-F1EA-4302-904F-8F180604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1620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我的方案｜双角检测</a:t>
            </a:r>
          </a:p>
        </p:txBody>
      </p:sp>
      <p:sp>
        <p:nvSpPr>
          <p:cNvPr id="6" name="s11-vline">
            <a:extLst xmlns:a="http://schemas.openxmlformats.org/drawingml/2006/main">
              <a:ext uri="{FF2B5EF4-FFF2-40B4-BE49-F238E27FC236}">
                <a16:creationId xmlns:a16="http://schemas.microsoft.com/office/drawing/2014/main" id="{EAEABE4F-1B10-450D-8BC2-37733DC7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80110"/>
            <a:ext cx="9525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11-o-arrow-0">
            <a:extLst xmlns:a="http://schemas.openxmlformats.org/drawingml/2006/main">
              <a:ext uri="{FF2B5EF4-FFF2-40B4-BE49-F238E27FC236}">
                <a16:creationId xmlns:a16="http://schemas.microsoft.com/office/drawing/2014/main" id="{9B978002-CBD2-4E77-8E3E-6C251C8A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333625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11-o-arrow-1">
            <a:extLst xmlns:a="http://schemas.openxmlformats.org/drawingml/2006/main">
              <a:ext uri="{FF2B5EF4-FFF2-40B4-BE49-F238E27FC236}">
                <a16:creationId xmlns:a16="http://schemas.microsoft.com/office/drawing/2014/main" id="{FE4DC33D-A7F5-4EA5-B1C2-57411F9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33625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11-o-node-0">
            <a:extLst xmlns:a="http://schemas.openxmlformats.org/drawingml/2006/main">
              <a:ext uri="{FF2B5EF4-FFF2-40B4-BE49-F238E27FC236}">
                <a16:creationId xmlns:a16="http://schemas.microsoft.com/office/drawing/2014/main" id="{C592A4C8-8AC8-48AB-BC08-136273ED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95500"/>
            <a:ext cx="990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4F5F5"/>
          </a:solidFill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原点</a:t>
            </a:r>
          </a:p>
        </p:txBody>
      </p:sp>
      <p:sp>
        <p:nvSpPr>
          <p:cNvPr id="10" name="s11-o-node-1">
            <a:extLst xmlns:a="http://schemas.openxmlformats.org/drawingml/2006/main">
              <a:ext uri="{FF2B5EF4-FFF2-40B4-BE49-F238E27FC236}">
                <a16:creationId xmlns:a16="http://schemas.microsoft.com/office/drawing/2014/main" id="{12899EB3-0DA1-4746-B43C-27508882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95500"/>
            <a:ext cx="990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5002F"/>
          </a:solidFill>
          <a:ln xmlns:a="http://schemas.openxmlformats.org/drawingml/2006/main" w="9525">
            <a:solidFill>
              <a:srgbClr val="F5002F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右上角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单点</a:t>
            </a:r>
          </a:p>
        </p:txBody>
      </p:sp>
      <p:sp>
        <p:nvSpPr>
          <p:cNvPr id="11" name="s11-o-node-2">
            <a:extLst xmlns:a="http://schemas.openxmlformats.org/drawingml/2006/main">
              <a:ext uri="{FF2B5EF4-FFF2-40B4-BE49-F238E27FC236}">
                <a16:creationId xmlns:a16="http://schemas.microsoft.com/office/drawing/2014/main" id="{7C45E4CD-605B-48B1-9455-F3707608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95500"/>
            <a:ext cx="9906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4F5F5"/>
          </a:solidFill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2" name="s11-t-arrow-0">
            <a:extLst xmlns:a="http://schemas.openxmlformats.org/drawingml/2006/main">
              <a:ext uri="{FF2B5EF4-FFF2-40B4-BE49-F238E27FC236}">
                <a16:creationId xmlns:a16="http://schemas.microsoft.com/office/drawing/2014/main" id="{5682C040-1675-45AB-BC1C-560C1A4D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0030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s11-t-arrow-1">
            <a:extLst xmlns:a="http://schemas.openxmlformats.org/drawingml/2006/main">
              <a:ext uri="{FF2B5EF4-FFF2-40B4-BE49-F238E27FC236}">
                <a16:creationId xmlns:a16="http://schemas.microsoft.com/office/drawing/2014/main" id="{3EC57614-B0DF-4C99-B1E9-D657E5B3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11-t-arrow-2">
            <a:extLst xmlns:a="http://schemas.openxmlformats.org/drawingml/2006/main">
              <a:ext uri="{FF2B5EF4-FFF2-40B4-BE49-F238E27FC236}">
                <a16:creationId xmlns:a16="http://schemas.microsoft.com/office/drawing/2014/main" id="{3FFEA0E6-9439-40D8-BC11-24C99AB6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11-t-arrow-3">
            <a:extLst xmlns:a="http://schemas.openxmlformats.org/drawingml/2006/main">
              <a:ext uri="{FF2B5EF4-FFF2-40B4-BE49-F238E27FC236}">
                <a16:creationId xmlns:a16="http://schemas.microsoft.com/office/drawing/2014/main" id="{5057A4D7-AF02-4105-9F85-BA0C0C57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40030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s11-t-node-0">
            <a:extLst xmlns:a="http://schemas.openxmlformats.org/drawingml/2006/main">
              <a:ext uri="{FF2B5EF4-FFF2-40B4-BE49-F238E27FC236}">
                <a16:creationId xmlns:a16="http://schemas.microsoft.com/office/drawing/2014/main" id="{F4000FA2-4499-47C7-9072-7AC0A189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33600"/>
            <a:ext cx="704850" cy="7810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5F5"/>
          </a:solidFill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7" name="s11-t-node-1">
            <a:extLst xmlns:a="http://schemas.openxmlformats.org/drawingml/2006/main">
              <a:ext uri="{FF2B5EF4-FFF2-40B4-BE49-F238E27FC236}">
                <a16:creationId xmlns:a16="http://schemas.microsoft.com/office/drawing/2014/main" id="{A11C2054-8E84-4987-AC44-D159AAC8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33600"/>
            <a:ext cx="704850" cy="7810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5002F"/>
          </a:solidFill>
          <a:ln xmlns:a="http://schemas.openxmlformats.org/drawingml/2006/main" w="9525">
            <a:solidFill>
              <a:srgbClr val="F5002F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P1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11-t-node-2">
            <a:extLst xmlns:a="http://schemas.openxmlformats.org/drawingml/2006/main">
              <a:ext uri="{FF2B5EF4-FFF2-40B4-BE49-F238E27FC236}">
                <a16:creationId xmlns:a16="http://schemas.microsoft.com/office/drawing/2014/main" id="{2E3A1B86-2F1B-415B-ADCA-CF660FAD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33600"/>
            <a:ext cx="704850" cy="7810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5F5"/>
          </a:solidFill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9" name="s11-t-node-3">
            <a:extLst xmlns:a="http://schemas.openxmlformats.org/drawingml/2006/main">
              <a:ext uri="{FF2B5EF4-FFF2-40B4-BE49-F238E27FC236}">
                <a16:creationId xmlns:a16="http://schemas.microsoft.com/office/drawing/2014/main" id="{26E11EDB-7B3F-4D94-ADAE-ECD79284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704850" cy="7810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5002F"/>
          </a:solidFill>
          <a:ln xmlns:a="http://schemas.openxmlformats.org/drawingml/2006/main" w="9525">
            <a:solidFill>
              <a:srgbClr val="F5002F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P2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11-t-node-4">
            <a:extLst xmlns:a="http://schemas.openxmlformats.org/drawingml/2006/main">
              <a:ext uri="{FF2B5EF4-FFF2-40B4-BE49-F238E27FC236}">
                <a16:creationId xmlns:a16="http://schemas.microsoft.com/office/drawing/2014/main" id="{29075DAE-DBDD-4041-9EB4-97F0DBA7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133600"/>
            <a:ext cx="704850" cy="7810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5F5"/>
          </a:solidFill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 lIns="19050" tIns="19050" rIns="19050" bIns="1905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</p:txBody>
      </p:sp>
      <p:sp>
        <p:nvSpPr>
          <p:cNvPr id="21" name="s11-target-detail">
            <a:extLst xmlns:a="http://schemas.openxmlformats.org/drawingml/2006/main">
              <a:ext uri="{FF2B5EF4-FFF2-40B4-BE49-F238E27FC236}">
                <a16:creationId xmlns:a16="http://schemas.microsoft.com/office/drawing/2014/main" id="{08F5FF9D-F471-4FA1-A78F-8801E44D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432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→ P1</a:t>
            </a:r>
            <a:r>
              <a:rPr sz="150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r>
              <a:rPr sz="15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P0 → P2</a:t>
            </a:r>
            <a:r>
              <a:rPr sz="150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5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1-bottom-line">
            <a:extLst xmlns:a="http://schemas.openxmlformats.org/drawingml/2006/main">
              <a:ext uri="{FF2B5EF4-FFF2-40B4-BE49-F238E27FC236}">
                <a16:creationId xmlns:a16="http://schemas.microsoft.com/office/drawing/2014/main" id="{C5F9C7CB-685F-4FA6-89C5-B617BAAA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10287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11-bottom-heading">
            <a:extLst xmlns:a="http://schemas.openxmlformats.org/drawingml/2006/main">
              <a:ext uri="{FF2B5EF4-FFF2-40B4-BE49-F238E27FC236}">
                <a16:creationId xmlns:a16="http://schemas.microsoft.com/office/drawing/2014/main" id="{736EC8CB-AEF7-4E1E-8D11-4A53B34F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贡献点：不增加传感器，只重构机器人的运动路径</a:t>
            </a:r>
          </a:p>
        </p:txBody>
      </p:sp>
      <p:sp>
        <p:nvSpPr>
          <p:cNvPr id="24" name="s11-impact-title-0">
            <a:extLst xmlns:a="http://schemas.openxmlformats.org/drawingml/2006/main">
              <a:ext uri="{FF2B5EF4-FFF2-40B4-BE49-F238E27FC236}">
                <a16:creationId xmlns:a16="http://schemas.microsoft.com/office/drawing/2014/main" id="{7F7A8607-C58B-4812-A67E-29FEA94B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信息覆盖</a:t>
            </a:r>
          </a:p>
        </p:txBody>
      </p:sp>
      <p:sp>
        <p:nvSpPr>
          <p:cNvPr id="25" name="s11-impact-detail-0">
            <a:extLst xmlns:a="http://schemas.openxmlformats.org/drawingml/2006/main">
              <a:ext uri="{FF2B5EF4-FFF2-40B4-BE49-F238E27FC236}">
                <a16:creationId xmlns:a16="http://schemas.microsoft.com/office/drawing/2014/main" id="{F0E72F52-CAF9-4D81-B4F9-3D781619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67300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从单角扩展到双角</a:t>
            </a:r>
          </a:p>
        </p:txBody>
      </p:sp>
      <p:sp>
        <p:nvSpPr>
          <p:cNvPr id="26" name="s11-impact-divider-1">
            <a:extLst xmlns:a="http://schemas.openxmlformats.org/drawingml/2006/main">
              <a:ext uri="{FF2B5EF4-FFF2-40B4-BE49-F238E27FC236}">
                <a16:creationId xmlns:a16="http://schemas.microsoft.com/office/drawing/2014/main" id="{B89E1C20-68D5-4206-9A13-6309554E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6" y="4705350"/>
            <a:ext cx="0" cy="990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11-impact-title-1">
            <a:extLst xmlns:a="http://schemas.openxmlformats.org/drawingml/2006/main">
              <a:ext uri="{FF2B5EF4-FFF2-40B4-BE49-F238E27FC236}">
                <a16:creationId xmlns:a16="http://schemas.microsoft.com/office/drawing/2014/main" id="{E1FE044B-AA37-40D2-8BB3-E2A2F9AD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6863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统一基准</a:t>
            </a:r>
          </a:p>
        </p:txBody>
      </p:sp>
      <p:sp>
        <p:nvSpPr>
          <p:cNvPr id="28" name="s11-impact-detail-1">
            <a:extLst xmlns:a="http://schemas.openxmlformats.org/drawingml/2006/main">
              <a:ext uri="{FF2B5EF4-FFF2-40B4-BE49-F238E27FC236}">
                <a16:creationId xmlns:a16="http://schemas.microsoft.com/office/drawing/2014/main" id="{4F613B28-E910-4F1B-9A49-57EFDCDB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067300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P0作为共同中间位置</a:t>
            </a:r>
          </a:p>
        </p:txBody>
      </p:sp>
      <p:sp>
        <p:nvSpPr>
          <p:cNvPr id="29" name="s11-impact-divider-2">
            <a:extLst xmlns:a="http://schemas.openxmlformats.org/drawingml/2006/main">
              <a:ext uri="{FF2B5EF4-FFF2-40B4-BE49-F238E27FC236}">
                <a16:creationId xmlns:a16="http://schemas.microsoft.com/office/drawing/2014/main" id="{C6B53014-7898-4BB6-B8A2-243A1378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05350"/>
            <a:ext cx="1" cy="990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s11-impact-title-2">
            <a:extLst xmlns:a="http://schemas.openxmlformats.org/drawingml/2006/main">
              <a:ext uri="{FF2B5EF4-FFF2-40B4-BE49-F238E27FC236}">
                <a16:creationId xmlns:a16="http://schemas.microsoft.com/office/drawing/2014/main" id="{D79F77A2-2819-4E6C-8D39-583CD763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流程复用</a:t>
            </a:r>
          </a:p>
        </p:txBody>
      </p:sp>
      <p:sp>
        <p:nvSpPr>
          <p:cNvPr id="31" name="s11-impact-detail-2">
            <a:extLst xmlns:a="http://schemas.openxmlformats.org/drawingml/2006/main">
              <a:ext uri="{FF2B5EF4-FFF2-40B4-BE49-F238E27FC236}">
                <a16:creationId xmlns:a16="http://schemas.microsoft.com/office/drawing/2014/main" id="{A377C7DF-67FE-4F11-A1AE-026AEAA8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67300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保留原贴膜与加压流程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BC50B82D-D08A-4572-9C6A-0FBDE56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EA90827C-B22A-4906-915F-E82114C0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6FE74AA-7481-46FB-9DA7-6124333B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1056234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249dfab5149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18970" y="916305"/>
            <a:ext cx="8143875" cy="4583430"/>
          </a:xfrm>
          <a:prstGeom xmlns:a="http://schemas.openxmlformats.org/drawingml/2006/main" prst="rect">
            <a:avLst/>
          </a:prstGeom>
        </p:spPr>
      </p:pic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275B0905-1A79-4BE0-8FDD-791C872BFB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动作实现｜P0→P1→P0→P2完成低速贯通</a:t>
            </a:r>
          </a:p>
        </p:txBody>
      </p:sp>
      <p:sp>
        <p:nvSpPr>
          <p:cNvPr id="8" name="s12-bottom-rule">
            <a:extLst xmlns:a="http://schemas.openxmlformats.org/drawingml/2006/main">
              <a:ext uri="{FF2B5EF4-FFF2-40B4-BE49-F238E27FC236}">
                <a16:creationId xmlns:a16="http://schemas.microsoft.com/office/drawing/2014/main" id="{2887D4B9-9E99-4626-94BB-932333B2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81650"/>
            <a:ext cx="10287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12-bottom">
            <a:extLst xmlns:a="http://schemas.openxmlformats.org/drawingml/2006/main">
              <a:ext uri="{FF2B5EF4-FFF2-40B4-BE49-F238E27FC236}">
                <a16:creationId xmlns:a16="http://schemas.microsoft.com/office/drawing/2014/main" id="{A03B2C73-B216-4366-AEC7-58D81DF0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传感器固定，移动膜材；P0作为统一中间位置。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2E39C01-523E-462B-A0AA-9025C7BE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590A97D-4CB1-4711-97F9-344CA7D6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DEDB21B-C73D-4081-88BE-E413CFF3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14" name="Rounded Rectangle 13">
            <a:hlinkClick xmlns:r="http://schemas.openxmlformats.org/officeDocument/2006/relationships" xmlns:a="http://schemas.openxmlformats.org/drawingml/2006/main" r:id="Rceae0ba0623c484c" action="ppaction://hlinkfile"/>
            <a:extLst xmlns:a="http://schemas.openxmlformats.org/drawingml/2006/main">
              <a:ext uri="{FF2B5EF4-FFF2-40B4-BE49-F238E27FC236}">
                <a16:creationId xmlns:a16="http://schemas.microsoft.com/office/drawing/2014/main" id="{9FFC53D6-4408-465A-B6D7-50A8AF20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051560"/>
            <a:ext cx="233172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E3E8"/>
          </a:solidFill>
          <a:ln xmlns:a="http://schemas.openxmlformats.org/drawingml/2006/main" w="15875">
            <a:solidFill>
              <a:srgbClr val="F5002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rIns="109728" bIns="7315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▶ 现场动作视频</a:t>
            </a:r>
          </a:p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低速连续运行演示</a:t>
            </a:r>
          </a:p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单传感器双角检测</a:t>
            </a:r>
          </a:p>
        </p:txBody>
      </p:sp>
    </p:spTree>
    <p:extLst>
      <p:ext uri="{BB962C8B-B14F-4D97-AF65-F5344CB8AC3E}">
        <p14:creationId xmlns:p14="http://schemas.microsoft.com/office/powerpoint/2010/main" val="201920711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863390EB-1789-443B-97FC-C420004250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成果判断｜完成动作单元，也明确后续验证边界</a:t>
            </a:r>
          </a:p>
        </p:txBody>
      </p:sp>
      <p:sp>
        <p:nvSpPr>
          <p:cNvPr id="4" name="s13-timeline">
            <a:extLst xmlns:a="http://schemas.openxmlformats.org/drawingml/2006/main">
              <a:ext uri="{FF2B5EF4-FFF2-40B4-BE49-F238E27FC236}">
                <a16:creationId xmlns:a16="http://schemas.microsoft.com/office/drawing/2014/main" id="{83158873-FFC5-413B-92E5-7D7DFFDA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371600"/>
            <a:ext cx="9525" cy="3486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13-step-0">
            <a:extLst xmlns:a="http://schemas.openxmlformats.org/drawingml/2006/main">
              <a:ext uri="{FF2B5EF4-FFF2-40B4-BE49-F238E27FC236}">
                <a16:creationId xmlns:a16="http://schemas.microsoft.com/office/drawing/2014/main" id="{85B8430F-409D-45CE-A99A-D08DB2E4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200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13-title-0">
            <a:extLst xmlns:a="http://schemas.openxmlformats.org/drawingml/2006/main">
              <a:ext uri="{FF2B5EF4-FFF2-40B4-BE49-F238E27FC236}">
                <a16:creationId xmlns:a16="http://schemas.microsoft.com/office/drawing/2014/main" id="{E1BF1FFE-9642-4966-BF99-56248335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81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明确P0 / P1 / P2</a:t>
            </a:r>
          </a:p>
        </p:txBody>
      </p:sp>
      <p:sp>
        <p:nvSpPr>
          <p:cNvPr id="7" name="s13-detail-0">
            <a:extLst xmlns:a="http://schemas.openxmlformats.org/drawingml/2006/main">
              <a:ext uri="{FF2B5EF4-FFF2-40B4-BE49-F238E27FC236}">
                <a16:creationId xmlns:a16="http://schemas.microsoft.com/office/drawing/2014/main" id="{286EB0DE-3742-4AD1-82A4-CA57A294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240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先定义统一原点与两个检测位置</a:t>
            </a:r>
          </a:p>
        </p:txBody>
      </p:sp>
      <p:sp>
        <p:nvSpPr>
          <p:cNvPr id="8" name="s13-step-1">
            <a:extLst xmlns:a="http://schemas.openxmlformats.org/drawingml/2006/main">
              <a:ext uri="{FF2B5EF4-FFF2-40B4-BE49-F238E27FC236}">
                <a16:creationId xmlns:a16="http://schemas.microsoft.com/office/drawing/2014/main" id="{9B42B709-FD2A-484E-853A-79203473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13-title-1">
            <a:extLst xmlns:a="http://schemas.openxmlformats.org/drawingml/2006/main">
              <a:ext uri="{FF2B5EF4-FFF2-40B4-BE49-F238E27FC236}">
                <a16:creationId xmlns:a16="http://schemas.microsoft.com/office/drawing/2014/main" id="{8E62BF3D-7140-4A5C-965B-E413CF2E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低速确认XYZ与姿态</a:t>
            </a:r>
          </a:p>
        </p:txBody>
      </p:sp>
      <p:sp>
        <p:nvSpPr>
          <p:cNvPr id="10" name="s13-detail-1">
            <a:extLst xmlns:a="http://schemas.openxmlformats.org/drawingml/2006/main">
              <a:ext uri="{FF2B5EF4-FFF2-40B4-BE49-F238E27FC236}">
                <a16:creationId xmlns:a16="http://schemas.microsoft.com/office/drawing/2014/main" id="{299C76EF-237C-428D-9369-141A2865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622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使用示教器检查移动方向</a:t>
            </a:r>
          </a:p>
        </p:txBody>
      </p:sp>
      <p:sp>
        <p:nvSpPr>
          <p:cNvPr id="11" name="s13-step-2">
            <a:extLst xmlns:a="http://schemas.openxmlformats.org/drawingml/2006/main">
              <a:ext uri="{FF2B5EF4-FFF2-40B4-BE49-F238E27FC236}">
                <a16:creationId xmlns:a16="http://schemas.microsoft.com/office/drawing/2014/main" id="{8A4BC691-4C3F-49A5-B56F-CE6CBB7C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765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13-title-2">
            <a:extLst xmlns:a="http://schemas.openxmlformats.org/drawingml/2006/main">
              <a:ext uri="{FF2B5EF4-FFF2-40B4-BE49-F238E27FC236}">
                <a16:creationId xmlns:a16="http://schemas.microsoft.com/office/drawing/2014/main" id="{6A79B4A3-D6EB-4DF3-864A-74B3E644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逐段验证三段路径</a:t>
            </a:r>
          </a:p>
        </p:txBody>
      </p:sp>
      <p:sp>
        <p:nvSpPr>
          <p:cNvPr id="13" name="s13-detail-2">
            <a:extLst xmlns:a="http://schemas.openxmlformats.org/drawingml/2006/main">
              <a:ext uri="{FF2B5EF4-FFF2-40B4-BE49-F238E27FC236}">
                <a16:creationId xmlns:a16="http://schemas.microsoft.com/office/drawing/2014/main" id="{823FB12F-79D5-46E9-8AE0-CE1A232B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004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P0→P1、P1→P0、P0→P2</a:t>
            </a:r>
          </a:p>
        </p:txBody>
      </p:sp>
      <p:sp>
        <p:nvSpPr>
          <p:cNvPr id="14" name="s13-step-3">
            <a:extLst xmlns:a="http://schemas.openxmlformats.org/drawingml/2006/main">
              <a:ext uri="{FF2B5EF4-FFF2-40B4-BE49-F238E27FC236}">
                <a16:creationId xmlns:a16="http://schemas.microsoft.com/office/drawing/2014/main" id="{8B0E3577-F464-4BC9-ACE1-B2DD8241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13-title-3">
            <a:extLst xmlns:a="http://schemas.openxmlformats.org/drawingml/2006/main">
              <a:ext uri="{FF2B5EF4-FFF2-40B4-BE49-F238E27FC236}">
                <a16:creationId xmlns:a16="http://schemas.microsoft.com/office/drawing/2014/main" id="{C799C5AB-F57D-4ED9-9942-0D27B971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957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确认流程衔接</a:t>
            </a:r>
          </a:p>
        </p:txBody>
      </p:sp>
      <p:sp>
        <p:nvSpPr>
          <p:cNvPr id="16" name="s13-detail-3">
            <a:extLst xmlns:a="http://schemas.openxmlformats.org/drawingml/2006/main">
              <a:ext uri="{FF2B5EF4-FFF2-40B4-BE49-F238E27FC236}">
                <a16:creationId xmlns:a16="http://schemas.microsoft.com/office/drawing/2014/main" id="{AC3CA438-F5DD-4DCA-A626-2ABA98A5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386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检测通过后进入原有后续动作</a:t>
            </a:r>
          </a:p>
        </p:txBody>
      </p:sp>
      <p:sp>
        <p:nvSpPr>
          <p:cNvPr id="17" name="s13-step-4">
            <a:extLst xmlns:a="http://schemas.openxmlformats.org/drawingml/2006/main">
              <a:ext uri="{FF2B5EF4-FFF2-40B4-BE49-F238E27FC236}">
                <a16:creationId xmlns:a16="http://schemas.microsoft.com/office/drawing/2014/main" id="{0AE9EB18-064D-487B-9445-E990CBA7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52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 w="0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13-title-4">
            <a:extLst xmlns:a="http://schemas.openxmlformats.org/drawingml/2006/main">
              <a:ext uri="{FF2B5EF4-FFF2-40B4-BE49-F238E27FC236}">
                <a16:creationId xmlns:a16="http://schemas.microsoft.com/office/drawing/2014/main" id="{5F64E5E4-866E-4ED3-B547-3A190B03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339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连续观察重复性</a:t>
            </a:r>
          </a:p>
        </p:txBody>
      </p:sp>
      <p:sp>
        <p:nvSpPr>
          <p:cNvPr id="19" name="s13-detail-4">
            <a:extLst xmlns:a="http://schemas.openxmlformats.org/drawingml/2006/main">
              <a:ext uri="{FF2B5EF4-FFF2-40B4-BE49-F238E27FC236}">
                <a16:creationId xmlns:a16="http://schemas.microsoft.com/office/drawing/2014/main" id="{EA26E0C6-4CAE-4FA7-BDE6-5EC53644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768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从“能动”走向“稳定可复现”</a:t>
            </a:r>
          </a:p>
        </p:txBody>
      </p:sp>
      <p:sp>
        <p:nvSpPr>
          <p:cNvPr id="20" name="s13-divider">
            <a:extLst xmlns:a="http://schemas.openxmlformats.org/drawingml/2006/main">
              <a:ext uri="{FF2B5EF4-FFF2-40B4-BE49-F238E27FC236}">
                <a16:creationId xmlns:a16="http://schemas.microsoft.com/office/drawing/2014/main" id="{A3FF8E39-EF1F-4A71-8B7A-19E2F7B9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81100"/>
            <a:ext cx="9525" cy="445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13-done-tag">
            <a:extLst xmlns:a="http://schemas.openxmlformats.org/drawingml/2006/main">
              <a:ext uri="{FF2B5EF4-FFF2-40B4-BE49-F238E27FC236}">
                <a16:creationId xmlns:a16="http://schemas.microsoft.com/office/drawing/2014/main" id="{53540D54-E25E-4A0A-A85D-5EF6D15C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49" y="1257300"/>
            <a:ext cx="1880997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已经完成</a:t>
            </a:r>
            <a:endParaRPr sz="1800" b="1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3-done">
            <a:extLst xmlns:a="http://schemas.openxmlformats.org/drawingml/2006/main">
              <a:ext uri="{FF2B5EF4-FFF2-40B4-BE49-F238E27FC236}">
                <a16:creationId xmlns:a16="http://schemas.microsoft.com/office/drawing/2014/main" id="{EB764F9E-E10D-4C1B-96CD-22B47CCC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33550"/>
            <a:ext cx="36861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双角检测动作序列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P0 / P1 / P2关键点位定位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与原后续动作衔接</a:t>
            </a:r>
            <a:endParaRPr sz="1875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连续多次运行</a:t>
            </a:r>
          </a:p>
        </p:txBody>
      </p:sp>
      <p:sp>
        <p:nvSpPr>
          <p:cNvPr id="23" name="s13-right-mid">
            <a:extLst xmlns:a="http://schemas.openxmlformats.org/drawingml/2006/main">
              <a:ext uri="{FF2B5EF4-FFF2-40B4-BE49-F238E27FC236}">
                <a16:creationId xmlns:a16="http://schemas.microsoft.com/office/drawing/2014/main" id="{17EC687B-38A6-401D-B710-AE884733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14700"/>
            <a:ext cx="4476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13-next-tag">
            <a:extLst xmlns:a="http://schemas.openxmlformats.org/drawingml/2006/main">
              <a:ext uri="{FF2B5EF4-FFF2-40B4-BE49-F238E27FC236}">
                <a16:creationId xmlns:a16="http://schemas.microsoft.com/office/drawing/2014/main" id="{1593BA60-B780-4AAB-BF03-7655ABEB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433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仍需继续验证</a:t>
            </a:r>
          </a:p>
        </p:txBody>
      </p:sp>
      <p:sp>
        <p:nvSpPr>
          <p:cNvPr id="25" name="s13-next">
            <a:extLst xmlns:a="http://schemas.openxmlformats.org/drawingml/2006/main">
              <a:ext uri="{FF2B5EF4-FFF2-40B4-BE49-F238E27FC236}">
                <a16:creationId xmlns:a16="http://schemas.microsoft.com/office/drawing/2014/main" id="{323FADD8-89CE-4076-BEE0-71CE96EF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38600"/>
            <a:ext cx="4762500" cy="13136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7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单张 / 多张样本覆盖</a:t>
            </a:r>
            <a:endParaRPr sz="1575">
              <a:solidFill>
                <a:srgbClr val="70797A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7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异常、报警与流程中断记录</a:t>
            </a:r>
          </a:p>
          <a:p xmlns:a="http://schemas.openxmlformats.org/drawingml/2006/main"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7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节拍影响与成功率数据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239671F6-831D-45A0-A037-7F472614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38B5387-1068-4B51-BA23-29DF62C3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5CA00380-1D89-4FBE-BAEA-F3CAAF3B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7682525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2B617BF8-8978-4C25-9458-26076F1E13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857250" y="5476875"/>
            <a:ext cx="10287000" cy="86868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425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已有经验帮助我更快理解问题，但工艺、安全和设备边界必须重新学习。</a:t>
            </a:r>
          </a:p>
          <a:p xmlns:a="http://schemas.openxmlformats.org/drawingml/2006/main">
            <a:pPr algn="l">
              <a:buNone/>
            </a:pPr>
            <a:r>
              <a:rPr sz="14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能力迁移的结果，不是更快写程序，而是更快形成可验证方案。</a:t>
            </a:r>
          </a:p>
        </p:txBody>
      </p:sp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92C71D90-C7F5-494D-8BDE-306330D2ED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已有经历缩短上手时间，现场约束决定最终方案</a:t>
            </a:r>
          </a:p>
        </p:txBody>
      </p:sp>
      <p:sp>
        <p:nvSpPr>
          <p:cNvPr id="4" name="s05-leftbar-0">
            <a:extLst xmlns:a="http://schemas.openxmlformats.org/drawingml/2006/main">
              <a:ext uri="{FF2B5EF4-FFF2-40B4-BE49-F238E27FC236}">
                <a16:creationId xmlns:a16="http://schemas.microsoft.com/office/drawing/2014/main" id="{F505FCEC-0DF4-4258-AFCD-0215CDB3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09700"/>
            <a:ext cx="0" cy="8671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05-source-0">
            <a:extLst xmlns:a="http://schemas.openxmlformats.org/drawingml/2006/main">
              <a:ext uri="{FF2B5EF4-FFF2-40B4-BE49-F238E27FC236}">
                <a16:creationId xmlns:a16="http://schemas.microsoft.com/office/drawing/2014/main" id="{36F27671-21E4-4EC2-A567-54E629E7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4097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本科PLC毕业设计</a:t>
            </a:r>
          </a:p>
        </p:txBody>
      </p:sp>
      <p:sp>
        <p:nvSpPr>
          <p:cNvPr id="6" name="s05-source-detail-0">
            <a:extLst xmlns:a="http://schemas.openxmlformats.org/drawingml/2006/main">
              <a:ext uri="{FF2B5EF4-FFF2-40B4-BE49-F238E27FC236}">
                <a16:creationId xmlns:a16="http://schemas.microsoft.com/office/drawing/2014/main" id="{8122DFB0-8636-4B9A-95E3-27933475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紫菜处理与清洗生产线</a:t>
            </a:r>
          </a:p>
        </p:txBody>
      </p:sp>
      <p:sp>
        <p:nvSpPr>
          <p:cNvPr id="7" name="s05-arrow-0">
            <a:extLst xmlns:a="http://schemas.openxmlformats.org/drawingml/2006/main">
              <a:ext uri="{FF2B5EF4-FFF2-40B4-BE49-F238E27FC236}">
                <a16:creationId xmlns:a16="http://schemas.microsoft.com/office/drawing/2014/main" id="{5967F331-546D-4FBF-B1B5-6E45AB28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05-output-0">
            <a:extLst xmlns:a="http://schemas.openxmlformats.org/drawingml/2006/main">
              <a:ext uri="{FF2B5EF4-FFF2-40B4-BE49-F238E27FC236}">
                <a16:creationId xmlns:a16="http://schemas.microsoft.com/office/drawing/2014/main" id="{5A52AF35-3B49-4A7B-9EB6-7EED8DF3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478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5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快速理解梯形图与顺序控制</a:t>
            </a:r>
            <a:endParaRPr sz="2175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s05-rowline-0">
            <a:extLst xmlns:a="http://schemas.openxmlformats.org/drawingml/2006/main">
              <a:ext uri="{FF2B5EF4-FFF2-40B4-BE49-F238E27FC236}">
                <a16:creationId xmlns:a16="http://schemas.microsoft.com/office/drawing/2014/main" id="{A0C92D61-3141-4FE9-8FD1-9A3B9AD0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14600"/>
            <a:ext cx="10096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05-leftbar-1">
            <a:extLst xmlns:a="http://schemas.openxmlformats.org/drawingml/2006/main">
              <a:ext uri="{FF2B5EF4-FFF2-40B4-BE49-F238E27FC236}">
                <a16:creationId xmlns:a16="http://schemas.microsoft.com/office/drawing/2014/main" id="{3D11F44A-B01D-4F4A-9CB3-81D41046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05-source-1">
            <a:extLst xmlns:a="http://schemas.openxmlformats.org/drawingml/2006/main">
              <a:ext uri="{FF2B5EF4-FFF2-40B4-BE49-F238E27FC236}">
                <a16:creationId xmlns:a16="http://schemas.microsoft.com/office/drawing/2014/main" id="{97E4FB00-083B-4EF8-B491-B0AD13B8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194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硕士期间参与国家级项目</a:t>
            </a:r>
          </a:p>
        </p:txBody>
      </p:sp>
      <p:sp>
        <p:nvSpPr>
          <p:cNvPr id="12" name="s05-source-detail-1">
            <a:extLst xmlns:a="http://schemas.openxmlformats.org/drawingml/2006/main">
              <a:ext uri="{FF2B5EF4-FFF2-40B4-BE49-F238E27FC236}">
                <a16:creationId xmlns:a16="http://schemas.microsoft.com/office/drawing/2014/main" id="{B1BAF53C-B6B6-4BB2-94C0-510C7E26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八电机协同控制空间球体</a:t>
            </a:r>
          </a:p>
        </p:txBody>
      </p:sp>
      <p:sp>
        <p:nvSpPr>
          <p:cNvPr id="13" name="s05-arrow-1">
            <a:extLst xmlns:a="http://schemas.openxmlformats.org/drawingml/2006/main">
              <a:ext uri="{FF2B5EF4-FFF2-40B4-BE49-F238E27FC236}">
                <a16:creationId xmlns:a16="http://schemas.microsoft.com/office/drawing/2014/main" id="{128252E2-C531-4C68-8578-C8399543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05-output-1">
            <a:extLst xmlns:a="http://schemas.openxmlformats.org/drawingml/2006/main">
              <a:ext uri="{FF2B5EF4-FFF2-40B4-BE49-F238E27FC236}">
                <a16:creationId xmlns:a16="http://schemas.microsoft.com/office/drawing/2014/main" id="{084A8508-2628-4DCF-854B-7DD4155D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5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理解多执行器协同与通信</a:t>
            </a:r>
            <a:endParaRPr sz="2175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s05-rowline-1">
            <a:extLst xmlns:a="http://schemas.openxmlformats.org/drawingml/2006/main">
              <a:ext uri="{FF2B5EF4-FFF2-40B4-BE49-F238E27FC236}">
                <a16:creationId xmlns:a16="http://schemas.microsoft.com/office/drawing/2014/main" id="{675EB2D2-39F4-474E-9540-975761DE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10096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05-leftbar-2">
            <a:extLst xmlns:a="http://schemas.openxmlformats.org/drawingml/2006/main">
              <a:ext uri="{FF2B5EF4-FFF2-40B4-BE49-F238E27FC236}">
                <a16:creationId xmlns:a16="http://schemas.microsoft.com/office/drawing/2014/main" id="{A42ED452-0FD0-4807-A713-4DC0A068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8199" y="4229100"/>
            <a:ext cx="1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05-source-2">
            <a:extLst xmlns:a="http://schemas.openxmlformats.org/drawingml/2006/main">
              <a:ext uri="{FF2B5EF4-FFF2-40B4-BE49-F238E27FC236}">
                <a16:creationId xmlns:a16="http://schemas.microsoft.com/office/drawing/2014/main" id="{DFE2ED00-9CCD-4494-B029-DA27944F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291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硕士研究方向：惯性导航</a:t>
            </a:r>
          </a:p>
        </p:txBody>
      </p:sp>
      <p:sp>
        <p:nvSpPr>
          <p:cNvPr id="18" name="s05-source-detail-2">
            <a:extLst xmlns:a="http://schemas.openxmlformats.org/drawingml/2006/main">
              <a:ext uri="{FF2B5EF4-FFF2-40B4-BE49-F238E27FC236}">
                <a16:creationId xmlns:a16="http://schemas.microsoft.com/office/drawing/2014/main" id="{A59D2A77-1FFA-4F70-AC00-C6FE2DEC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863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坐标变换与姿态表达</a:t>
            </a:r>
          </a:p>
        </p:txBody>
      </p:sp>
      <p:sp>
        <p:nvSpPr>
          <p:cNvPr id="19" name="s05-arrow-2">
            <a:extLst xmlns:a="http://schemas.openxmlformats.org/drawingml/2006/main">
              <a:ext uri="{FF2B5EF4-FFF2-40B4-BE49-F238E27FC236}">
                <a16:creationId xmlns:a16="http://schemas.microsoft.com/office/drawing/2014/main" id="{EA6AD8AF-63DA-4E73-A762-3263E173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s05-output-2">
            <a:extLst xmlns:a="http://schemas.openxmlformats.org/drawingml/2006/main">
              <a:ext uri="{FF2B5EF4-FFF2-40B4-BE49-F238E27FC236}">
                <a16:creationId xmlns:a16="http://schemas.microsoft.com/office/drawing/2014/main" id="{0754F45E-01C1-4318-8A0E-EA7D96F1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67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5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快速理解TCP</a:t>
            </a: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用户坐标系</a:t>
            </a:r>
            <a:endParaRPr sz="2175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C76A597-8F2D-4C40-9907-4A4D5D13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889247F-FA30-4495-9528-2CCD4D43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128EC90-453B-4BF9-9F42-DD4FFB0C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5151626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93699EB0-EE50-463E-8C19-A30CB978BDB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723900" y="5467350"/>
            <a:ext cx="10744200" cy="514350"/>
          </a:xfrm>
        </p:spPr>
        <p:txBody>
          <a:bodyPr xmlns:a="http://schemas.openxmlformats.org/drawingml/2006/main">
            <a:normAutofit fontScale="94136" lnSpcReduction="10000"/>
          </a:bodyPr>
          <a:lstStyle xmlns:a="http://schemas.openxmlformats.org/drawingml/2006/main"/>
          <a:p xmlns:a="http://schemas.openxmlformats.org/drawingml/2006/main">
            <a:r>
              <a:rPr sz="135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认识：制造现场中的每个动作都连接着安全、质量、节拍与协作</a:t>
            </a:r>
            <a:endParaRPr sz="135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35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改变：面对问题时，先理解系统，再动手修改，最后用数据验证</a:t>
            </a:r>
            <a:endParaRPr sz="135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9E16F8D1-33F3-4CB8-BAB7-8720901EA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活动收获｜我带走的不是指令，而是三种工作方法</a:t>
            </a:r>
          </a:p>
        </p:txBody>
      </p:sp>
      <p:sp>
        <p:nvSpPr>
          <p:cNvPr id="4" name="s02-days">
            <a:extLst xmlns:a="http://schemas.openxmlformats.org/drawingml/2006/main">
              <a:ext uri="{FF2B5EF4-FFF2-40B4-BE49-F238E27FC236}">
                <a16:creationId xmlns:a16="http://schemas.microsoft.com/office/drawing/2014/main" id="{89E6B26D-26ED-4B44-9492-79DB89AC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62050"/>
            <a:ext cx="171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3点</a:t>
            </a:r>
          </a:p>
        </p:txBody>
      </p:sp>
      <p:sp>
        <p:nvSpPr>
          <p:cNvPr id="5" name="s02-date">
            <a:extLst xmlns:a="http://schemas.openxmlformats.org/drawingml/2006/main">
              <a:ext uri="{FF2B5EF4-FFF2-40B4-BE49-F238E27FC236}">
                <a16:creationId xmlns:a16="http://schemas.microsoft.com/office/drawing/2014/main" id="{D055CD43-BD02-43CC-8DD4-D1B8A630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5262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核心收获</a:t>
            </a:r>
          </a:p>
        </p:txBody>
      </p:sp>
      <p:sp>
        <p:nvSpPr>
          <p:cNvPr id="6" name="s02-flow-line">
            <a:extLst xmlns:a="http://schemas.openxmlformats.org/drawingml/2006/main">
              <a:ext uri="{FF2B5EF4-FFF2-40B4-BE49-F238E27FC236}">
                <a16:creationId xmlns:a16="http://schemas.microsoft.com/office/drawing/2014/main" id="{4B206CB7-BE6A-4FF9-B767-2C893485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7810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02-01-num">
            <a:extLst xmlns:a="http://schemas.openxmlformats.org/drawingml/2006/main">
              <a:ext uri="{FF2B5EF4-FFF2-40B4-BE49-F238E27FC236}">
                <a16:creationId xmlns:a16="http://schemas.microsoft.com/office/drawing/2014/main" id="{EA91CBCA-58A5-4C95-9E5E-86B1EFAD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098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2-01-title">
            <a:extLst xmlns:a="http://schemas.openxmlformats.org/drawingml/2006/main">
              <a:ext uri="{FF2B5EF4-FFF2-40B4-BE49-F238E27FC236}">
                <a16:creationId xmlns:a16="http://schemas.microsoft.com/office/drawing/2014/main" id="{C269618D-D4EC-4953-B872-9A2562DB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575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工程意识</a:t>
            </a:r>
          </a:p>
        </p:txBody>
      </p:sp>
      <p:sp>
        <p:nvSpPr>
          <p:cNvPr id="9" name="s02-01-detail">
            <a:extLst xmlns:a="http://schemas.openxmlformats.org/drawingml/2006/main">
              <a:ext uri="{FF2B5EF4-FFF2-40B4-BE49-F238E27FC236}">
                <a16:creationId xmlns:a16="http://schemas.microsoft.com/office/drawing/2014/main" id="{525C14FC-E108-459E-8B95-EF07109F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先安全、再动作、后速度</a:t>
            </a:r>
          </a:p>
        </p:txBody>
      </p:sp>
      <p:sp>
        <p:nvSpPr>
          <p:cNvPr id="10" name="s02-02-num">
            <a:extLst xmlns:a="http://schemas.openxmlformats.org/drawingml/2006/main">
              <a:ext uri="{FF2B5EF4-FFF2-40B4-BE49-F238E27FC236}">
                <a16:creationId xmlns:a16="http://schemas.microsoft.com/office/drawing/2014/main" id="{4F3C1CC5-33A8-47EE-8D7D-A2C5A4EA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098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2-02-title">
            <a:extLst xmlns:a="http://schemas.openxmlformats.org/drawingml/2006/main">
              <a:ext uri="{FF2B5EF4-FFF2-40B4-BE49-F238E27FC236}">
                <a16:creationId xmlns:a16="http://schemas.microsoft.com/office/drawing/2014/main" id="{9D54631F-0173-4820-A476-78A06424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575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系统视角</a:t>
            </a:r>
          </a:p>
        </p:txBody>
      </p:sp>
      <p:sp>
        <p:nvSpPr>
          <p:cNvPr id="12" name="s02-02-detail">
            <a:extLst xmlns:a="http://schemas.openxmlformats.org/drawingml/2006/main">
              <a:ext uri="{FF2B5EF4-FFF2-40B4-BE49-F238E27FC236}">
                <a16:creationId xmlns:a16="http://schemas.microsoft.com/office/drawing/2014/main" id="{6DF15355-31DC-4FDE-A456-7373A244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909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从单机指令到控制链协同</a:t>
            </a:r>
          </a:p>
        </p:txBody>
      </p:sp>
      <p:sp>
        <p:nvSpPr>
          <p:cNvPr id="13" name="s02-03-num">
            <a:extLst xmlns:a="http://schemas.openxmlformats.org/drawingml/2006/main">
              <a:ext uri="{FF2B5EF4-FFF2-40B4-BE49-F238E27FC236}">
                <a16:creationId xmlns:a16="http://schemas.microsoft.com/office/drawing/2014/main" id="{42FA4FA6-86F7-4B10-BA2B-B521B5E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098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2-03-title">
            <a:extLst xmlns:a="http://schemas.openxmlformats.org/drawingml/2006/main">
              <a:ext uri="{FF2B5EF4-FFF2-40B4-BE49-F238E27FC236}">
                <a16:creationId xmlns:a16="http://schemas.microsoft.com/office/drawing/2014/main" id="{E83F2C97-5B72-4E73-971D-86BBF845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验证习惯</a:t>
            </a:r>
          </a:p>
        </p:txBody>
      </p:sp>
      <p:sp>
        <p:nvSpPr>
          <p:cNvPr id="15" name="s02-03-detail">
            <a:extLst xmlns:a="http://schemas.openxmlformats.org/drawingml/2006/main">
              <a:ext uri="{FF2B5EF4-FFF2-40B4-BE49-F238E27FC236}">
                <a16:creationId xmlns:a16="http://schemas.microsoft.com/office/drawing/2014/main" id="{1EDFD9C0-3488-4DEF-AF85-7596620B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909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用边界和数据定义成果</a:t>
            </a:r>
          </a:p>
        </p:txBody>
      </p:sp>
      <p:sp>
        <p:nvSpPr>
          <p:cNvPr id="16" name="s02-result-rule">
            <a:extLst xmlns:a="http://schemas.openxmlformats.org/drawingml/2006/main">
              <a:ext uri="{FF2B5EF4-FFF2-40B4-BE49-F238E27FC236}">
                <a16:creationId xmlns:a16="http://schemas.microsoft.com/office/drawing/2014/main" id="{BC35C705-3908-4208-8978-97CB240B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10668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02-result">
            <a:extLst xmlns:a="http://schemas.openxmlformats.org/drawingml/2006/main">
              <a:ext uri="{FF2B5EF4-FFF2-40B4-BE49-F238E27FC236}">
                <a16:creationId xmlns:a16="http://schemas.microsoft.com/office/drawing/2014/main" id="{30E73E34-1342-4BF5-BDA1-70750442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从“完成任务”走向“对结果负责”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2421629-E77E-4A1B-B902-3348998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8B7737E-70F6-4EBD-9DB0-F887E34C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32EA85D-7F89-4F7A-AD34-3C2A59FB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54998454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テキスト プレースホルダー 1">
            <a:extLst xmlns:a="http://schemas.openxmlformats.org/drawingml/2006/main">
              <a:ext uri="{FF2B5EF4-FFF2-40B4-BE49-F238E27FC236}">
                <a16:creationId xmlns:a16="http://schemas.microsoft.com/office/drawing/2014/main" id="{2B617BF8-8978-4C25-9458-26076F1E13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857250" y="5476875"/>
            <a:ext cx="10287000" cy="86868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425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如果有机会继续留在村田，我希望从“完成动作”继续走向“稳定设备、改善节拍、沉淀标准”。</a:t>
            </a:r>
          </a:p>
          <a:p xmlns:a="http://schemas.openxmlformats.org/drawingml/2006/main">
            <a:pPr algn="l">
              <a:buNone/>
            </a:pPr>
            <a:r>
              <a:rPr sz="14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目标：成为能够理解现场、连接系统、推动改善的控制工程人才。</a:t>
            </a:r>
          </a:p>
        </p:txBody>
      </p:sp>
      <p:sp>
        <p:nvSpPr>
          <p:cNvPr id="3" name="タイトル 2">
            <a:extLst xmlns:a="http://schemas.openxmlformats.org/drawingml/2006/main">
              <a:ext uri="{FF2B5EF4-FFF2-40B4-BE49-F238E27FC236}">
                <a16:creationId xmlns:a16="http://schemas.microsoft.com/office/drawing/2014/main" id="{92C71D90-C7F5-494D-8BDE-306330D2ED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岗位匹配｜把三种能力转化为三类现场价值</a:t>
            </a:r>
          </a:p>
        </p:txBody>
      </p:sp>
      <p:sp>
        <p:nvSpPr>
          <p:cNvPr id="4" name="s05-leftbar-0">
            <a:extLst xmlns:a="http://schemas.openxmlformats.org/drawingml/2006/main">
              <a:ext uri="{FF2B5EF4-FFF2-40B4-BE49-F238E27FC236}">
                <a16:creationId xmlns:a16="http://schemas.microsoft.com/office/drawing/2014/main" id="{F505FCEC-0DF4-4258-AFCD-0215CDB3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09700"/>
            <a:ext cx="0" cy="8671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05-source-0">
            <a:extLst xmlns:a="http://schemas.openxmlformats.org/drawingml/2006/main">
              <a:ext uri="{FF2B5EF4-FFF2-40B4-BE49-F238E27FC236}">
                <a16:creationId xmlns:a16="http://schemas.microsoft.com/office/drawing/2014/main" id="{36F27671-21E4-4EC2-A567-54E629E7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4097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快速学习</a:t>
            </a:r>
          </a:p>
        </p:txBody>
      </p:sp>
      <p:sp>
        <p:nvSpPr>
          <p:cNvPr id="6" name="s05-source-detail-0">
            <a:extLst xmlns:a="http://schemas.openxmlformats.org/drawingml/2006/main">
              <a:ext uri="{FF2B5EF4-FFF2-40B4-BE49-F238E27FC236}">
                <a16:creationId xmlns:a16="http://schemas.microsoft.com/office/drawing/2014/main" id="{8122DFB0-8636-4B9A-95E3-27933475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PLC、坐标与通信基础</a:t>
            </a:r>
          </a:p>
        </p:txBody>
      </p:sp>
      <p:sp>
        <p:nvSpPr>
          <p:cNvPr id="7" name="s05-arrow-0">
            <a:extLst xmlns:a="http://schemas.openxmlformats.org/drawingml/2006/main">
              <a:ext uri="{FF2B5EF4-FFF2-40B4-BE49-F238E27FC236}">
                <a16:creationId xmlns:a16="http://schemas.microsoft.com/office/drawing/2014/main" id="{5967F331-546D-4FBF-B1B5-6E45AB28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05-output-0">
            <a:extLst xmlns:a="http://schemas.openxmlformats.org/drawingml/2006/main">
              <a:ext uri="{FF2B5EF4-FFF2-40B4-BE49-F238E27FC236}">
                <a16:creationId xmlns:a16="http://schemas.microsoft.com/office/drawing/2014/main" id="{5A52AF35-3B49-4A7B-9EB6-7EED8DF3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478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5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缩短新设备上手时间</a:t>
            </a:r>
            <a:endParaRPr sz="2175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s05-rowline-0">
            <a:extLst xmlns:a="http://schemas.openxmlformats.org/drawingml/2006/main">
              <a:ext uri="{FF2B5EF4-FFF2-40B4-BE49-F238E27FC236}">
                <a16:creationId xmlns:a16="http://schemas.microsoft.com/office/drawing/2014/main" id="{A0C92D61-3141-4FE9-8FD1-9A3B9AD0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14600"/>
            <a:ext cx="10096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05-leftbar-1">
            <a:extLst xmlns:a="http://schemas.openxmlformats.org/drawingml/2006/main">
              <a:ext uri="{FF2B5EF4-FFF2-40B4-BE49-F238E27FC236}">
                <a16:creationId xmlns:a16="http://schemas.microsoft.com/office/drawing/2014/main" id="{3D11F44A-B01D-4F4A-9CB3-81D41046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05-source-1">
            <a:extLst xmlns:a="http://schemas.openxmlformats.org/drawingml/2006/main">
              <a:ext uri="{FF2B5EF4-FFF2-40B4-BE49-F238E27FC236}">
                <a16:creationId xmlns:a16="http://schemas.microsoft.com/office/drawing/2014/main" id="{97E4FB00-083B-4EF8-B491-B0AD13B8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194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系统思维</a:t>
            </a:r>
          </a:p>
        </p:txBody>
      </p:sp>
      <p:sp>
        <p:nvSpPr>
          <p:cNvPr id="12" name="s05-source-detail-1">
            <a:extLst xmlns:a="http://schemas.openxmlformats.org/drawingml/2006/main">
              <a:ext uri="{FF2B5EF4-FFF2-40B4-BE49-F238E27FC236}">
                <a16:creationId xmlns:a16="http://schemas.microsoft.com/office/drawing/2014/main" id="{B1BAF53C-B6B6-4BB2-94C0-510C7E26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理解感知—控制—执行</a:t>
            </a:r>
          </a:p>
        </p:txBody>
      </p:sp>
      <p:sp>
        <p:nvSpPr>
          <p:cNvPr id="13" name="s05-arrow-1">
            <a:extLst xmlns:a="http://schemas.openxmlformats.org/drawingml/2006/main">
              <a:ext uri="{FF2B5EF4-FFF2-40B4-BE49-F238E27FC236}">
                <a16:creationId xmlns:a16="http://schemas.microsoft.com/office/drawing/2014/main" id="{128252E2-C531-4C68-8578-C8399543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05-output-1">
            <a:extLst xmlns:a="http://schemas.openxmlformats.org/drawingml/2006/main">
              <a:ext uri="{FF2B5EF4-FFF2-40B4-BE49-F238E27FC236}">
                <a16:creationId xmlns:a16="http://schemas.microsoft.com/office/drawing/2014/main" id="{084A8508-2628-4DCF-854B-7DD4155D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5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更快定位跨设备问题</a:t>
            </a:r>
            <a:endParaRPr sz="2175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s05-rowline-1">
            <a:extLst xmlns:a="http://schemas.openxmlformats.org/drawingml/2006/main">
              <a:ext uri="{FF2B5EF4-FFF2-40B4-BE49-F238E27FC236}">
                <a16:creationId xmlns:a16="http://schemas.microsoft.com/office/drawing/2014/main" id="{675EB2D2-39F4-474E-9540-975761DE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10096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05-leftbar-2">
            <a:extLst xmlns:a="http://schemas.openxmlformats.org/drawingml/2006/main">
              <a:ext uri="{FF2B5EF4-FFF2-40B4-BE49-F238E27FC236}">
                <a16:creationId xmlns:a16="http://schemas.microsoft.com/office/drawing/2014/main" id="{A42ED452-0FD0-4807-A713-4DC0A068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8199" y="4229100"/>
            <a:ext cx="1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F5002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05-source-2">
            <a:extLst xmlns:a="http://schemas.openxmlformats.org/drawingml/2006/main">
              <a:ext uri="{FF2B5EF4-FFF2-40B4-BE49-F238E27FC236}">
                <a16:creationId xmlns:a16="http://schemas.microsoft.com/office/drawing/2014/main" id="{DFE2ED00-9CCD-4494-B029-DA27944F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291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验证意识</a:t>
            </a:r>
          </a:p>
        </p:txBody>
      </p:sp>
      <p:sp>
        <p:nvSpPr>
          <p:cNvPr id="18" name="s05-source-detail-2">
            <a:extLst xmlns:a="http://schemas.openxmlformats.org/drawingml/2006/main">
              <a:ext uri="{FF2B5EF4-FFF2-40B4-BE49-F238E27FC236}">
                <a16:creationId xmlns:a16="http://schemas.microsoft.com/office/drawing/2014/main" id="{A59D2A77-1FFA-4F70-AC00-C6FE2DEC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863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0797A"/>
                </a:solidFill>
                <a:latin typeface="Microsoft YaHei"/>
                <a:ea typeface="Microsoft YaHei"/>
                <a:cs typeface="Microsoft YaHei"/>
              </a:rPr>
              <a:t>边界、数据与复现</a:t>
            </a:r>
          </a:p>
        </p:txBody>
      </p:sp>
      <p:sp>
        <p:nvSpPr>
          <p:cNvPr id="19" name="s05-arrow-2">
            <a:extLst xmlns:a="http://schemas.openxmlformats.org/drawingml/2006/main">
              <a:ext uri="{FF2B5EF4-FFF2-40B4-BE49-F238E27FC236}">
                <a16:creationId xmlns:a16="http://schemas.microsoft.com/office/drawing/2014/main" id="{EA6AD8AF-63DA-4E73-A762-3263E173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s05-output-2">
            <a:extLst xmlns:a="http://schemas.openxmlformats.org/drawingml/2006/main">
              <a:ext uri="{FF2B5EF4-FFF2-40B4-BE49-F238E27FC236}">
                <a16:creationId xmlns:a16="http://schemas.microsoft.com/office/drawing/2014/main" id="{0754F45E-01C1-4318-8A0E-EA7D96F1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67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5"/>
          </a:solidFill>
          <a:ln xmlns:a="http://schemas.openxmlformats.org/drawingml/2006/main" w="14288">
            <a:solidFill>
              <a:srgbClr val="F5002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推动改善结果可量化</a:t>
            </a:r>
            <a:endParaRPr sz="2175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C76A597-8F2D-4C40-9907-4A4D5D13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"/>
            <a:ext cx="1188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889247F-FA30-4495-9528-2CCD4D43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088"/>
            <a:ext cx="11274552" cy="2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128EC90-453B-4BF9-9F42-DD4FFB0C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51516261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13C7E69C-024A-4C73-9296-E07C92D0262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140000" y="3528000"/>
            <a:ext cx="7332000" cy="155718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理解企业 → 扎根现场 → 参与改善</a:t>
            </a:r>
            <a:endParaRPr sz="2600" b="1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50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尊重安全｜理解工艺｜系统思考｜数据验证</a:t>
            </a:r>
            <a:endParaRPr sz="15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50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感谢公司、夏令营团队与部门各位前辈</a:t>
            </a:r>
            <a:endParaRPr sz="15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期待继续把控制工程能力转化为可量化的现场价值</a:t>
            </a:r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タイトル 3">
            <a:extLst xmlns:a="http://schemas.openxmlformats.org/drawingml/2006/main">
              <a:ext uri="{FF2B5EF4-FFF2-40B4-BE49-F238E27FC236}">
                <a16:creationId xmlns:a16="http://schemas.microsoft.com/office/drawing/2014/main" id="{B3AAF5FC-81D9-4E41-9E9C-8D62C922E5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夏令营结束，但现场价值刚刚开始</a:t>
            </a:r>
          </a:p>
        </p:txBody>
      </p:sp>
      <p:pic>
        <p:nvPicPr>
          <p:cNvPr id="1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c11f90c804b7d"/>
          <a:srcRect xmlns:a="http://schemas.openxmlformats.org/drawingml/2006/main" l="31851" t="0" r="3185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3359658" cy="5209223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094F27F-3990-4B88-B3EE-7A570533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9320"/>
            <a:ext cx="12188952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002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E91B30A-2C94-49A7-B12C-3A667230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53328"/>
            <a:ext cx="1808508" cy="6001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muRata</a:t>
            </a:r>
            <a:endParaRPr sz="2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Innovator in Electronics · 感谢各位领导与老师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C0A09F4-584F-4C7D-9B7D-2319BEA9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6053328"/>
            <a:ext cx="1463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 / 13</a:t>
            </a:r>
          </a:p>
        </p:txBody>
      </p:sp>
    </p:spTree>
    <p:extLst>
      <p:ext uri="{BB962C8B-B14F-4D97-AF65-F5344CB8AC3E}">
        <p14:creationId xmlns:p14="http://schemas.microsoft.com/office/powerpoint/2010/main" val="812593996"/>
      </p:ext>
    </p:extLst>
  </p:cSld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2026-08-09T12:03:59.7230000Z</dcterms:created>
  <dcterms:modified xsi:type="dcterms:W3CDTF">2026-08-09T12:03:59.7230000Z</dcterms:modified>
</coreProperties>
</file>